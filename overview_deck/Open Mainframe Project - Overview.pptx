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45" r:id="rId4"/>
    <p:sldMasterId id="2147483746" r:id="rId5"/>
    <p:sldMasterId id="2147483747" r:id="rId6"/>
    <p:sldMasterId id="2147483748" r:id="rId7"/>
    <p:sldMasterId id="214748374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77B884-CFD3-4BEE-947F-D24E0116948A}">
  <a:tblStyle styleId="{D177B884-CFD3-4BEE-947F-D24E0116948A}" styleName="Table_0">
    <a:wholeTbl>
      <a:tcTxStyle>
        <a:font>
          <a:latin typeface="Arial"/>
          <a:ea typeface="Arial"/>
          <a:cs typeface="Arial"/>
        </a:font>
        <a:schemeClr val="tx1"/>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openmainframeproject.org/abou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embed/embed.html?base-path=&amp;classify=category&amp;key=open-mainframe-project-projects&amp;headers=false&amp;category-header=false&amp;category-in-subcategory=false&amp;title-uppercase=false&amp;title-alignment=left&amp;title-font-family=sans-serif&amp;title-font-size=13&amp;style=clean&amp;bg-color=%230033a1&amp;fg-color=%23ffffff&amp;item-modal=false&amp;hide-organization-section=false&amp;item-name=false&amp;size=lg&amp;items-alignment=center&amp;items-spacing=0"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projects"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open-source-ecosystem"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governing-board.html"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open-mainframe-project-tac"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In this talk, we will focus on how forward thinking enterprises leverage hybrid infrastructure rather than any one approach to </a:t>
            </a:r>
            <a:r>
              <a:rPr lang="en-US"/>
              <a:t>their</a:t>
            </a:r>
            <a:r>
              <a:rPr lang="en-US"/>
              <a:t> IT infrastructure. In the past several years, more and more organizations use </a:t>
            </a:r>
            <a:r>
              <a:rPr lang="en-US"/>
              <a:t>their</a:t>
            </a:r>
            <a:r>
              <a:rPr lang="en-US"/>
              <a:t> computing infrastructure as a strategic advantage; buying off the shelf they view is keeping them at the same level as </a:t>
            </a:r>
            <a:r>
              <a:rPr lang="en-US"/>
              <a:t>their</a:t>
            </a:r>
            <a:r>
              <a:rPr lang="en-US"/>
              <a:t> competitors, but leveraging computing </a:t>
            </a:r>
            <a:r>
              <a:rPr lang="en-US"/>
              <a:t>infrastructure</a:t>
            </a:r>
            <a:r>
              <a:rPr lang="en-US"/>
              <a:t> that solves </a:t>
            </a:r>
            <a:r>
              <a:rPr lang="en-US"/>
              <a:t>their</a:t>
            </a:r>
            <a:r>
              <a:rPr lang="en-US"/>
              <a:t> business problems specifically helps them be more </a:t>
            </a:r>
            <a:r>
              <a:rPr lang="en-US"/>
              <a:t>efficient</a:t>
            </a:r>
            <a:r>
              <a:rPr lang="en-US"/>
              <a:t> and better engage th</a:t>
            </a:r>
            <a:r>
              <a:rPr lang="en-US"/>
              <a:t>eir customers.</a:t>
            </a:r>
            <a:endParaRPr/>
          </a:p>
        </p:txBody>
      </p:sp>
      <p:sp>
        <p:nvSpPr>
          <p:cNvPr id="650" name="Google Shape;6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117fd741f0b_1_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117fd741f0b_1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There are two key reasons on why open source for mainframe - it </a:t>
            </a:r>
            <a:r>
              <a:rPr lang="en-US"/>
              <a:t>accelerates</a:t>
            </a:r>
            <a:r>
              <a:rPr lang="en-US"/>
              <a:t> innovation and is more secure.</a:t>
            </a:r>
            <a:endParaRPr/>
          </a:p>
        </p:txBody>
      </p:sp>
      <p:sp>
        <p:nvSpPr>
          <p:cNvPr id="657" name="Google Shape;657;g117fd741f0b_1_42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3f3c83735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23f3c837352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3f3c83735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23f3c837352_0_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47f7596f7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47f7596f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g247f7596f71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23f3c83735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23f3c8373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g23f3c837352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180eb2fa0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180eb2fa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g1180eb2fa00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3f3c83735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3f3c83735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g23f3c837352_0_1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5bf1120ed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25bf1120ed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g25bf1120ed1_0_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5bf1120ed1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5bf1120ed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g25bf1120ed1_0_2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25bf1120ed1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25bf1120ed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g25bf1120ed1_0_127: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5bf1120ed1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5bf1120ed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g25bf1120ed1_0_13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3f3c837352_0_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3f3c837352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23f3c837352_0_20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1317807c7e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1317807c7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g11317807c7e_0_1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40f6078d1a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g240f6078d1a_0_5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bf06be11ba_0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bf06be11b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Open Mainframe Project was founded in 2015 to be the focal point for the growth of open source on mainframe.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the Open Mainframe Project’s principles.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project believes that interconnected mainframe happens through open source, and achieving this is only possible as a community effort.</a:t>
            </a:r>
            <a:endParaRPr/>
          </a:p>
        </p:txBody>
      </p:sp>
      <p:sp>
        <p:nvSpPr>
          <p:cNvPr id="801" name="Google Shape;801;gbf06be11ba_0_15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40f6078d1a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g240f6078d1a_0_8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79b225311b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79b225311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a:t>
            </a:r>
            <a:r>
              <a:rPr lang="en-US"/>
              <a:t>mission of the Open Mainframe Project is to build that community and adoption of Open Source on the mainframe, which will ( read points above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from </a:t>
            </a:r>
            <a:r>
              <a:rPr lang="en-US" u="sng">
                <a:solidFill>
                  <a:schemeClr val="hlink"/>
                </a:solidFill>
                <a:hlinkClick r:id="rId2"/>
              </a:rPr>
              <a:t>https://www.openmainframeproject.org/about</a:t>
            </a:r>
            <a:r>
              <a:rPr lang="en-US"/>
              <a:t> </a:t>
            </a:r>
            <a:endParaRPr/>
          </a:p>
        </p:txBody>
      </p:sp>
      <p:sp>
        <p:nvSpPr>
          <p:cNvPr id="825" name="Google Shape;825;g79b225311b_0_16: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b365477a6d_1_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Open Mainframe Project enables this </a:t>
            </a:r>
            <a:r>
              <a:rPr lang="en-US"/>
              <a:t>innovation</a:t>
            </a:r>
            <a:r>
              <a:rPr lang="en-US"/>
              <a:t> as a host of 16 projects and working groups that are part of closing the gap.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a:t>
            </a:r>
            <a:r>
              <a:rPr lang="en-US" u="sng">
                <a:solidFill>
                  <a:schemeClr val="hlink"/>
                </a:solidFill>
                <a:hlinkClick r:id="rId2"/>
              </a:rPr>
              <a:t>https://landscape.openmainframeproject.org/embed/embed.html?base-path=&amp;classify=category&amp;key=open-mainframe-project-projects&amp;headers=false&amp;category-header=false&amp;category-in-subcategory=false&amp;title-uppercase=false&amp;title-alignment=left&amp;title-font-family=sans-serif&amp;title-font-size=13&amp;style=clean&amp;bg-color=%230033a1&amp;fg-color=%23ffffff&amp;item-modal=false&amp;hide-organization-section=false&amp;item-name=false&amp;size=lg&amp;items-alignment=center&amp;items-spacing=0</a:t>
            </a:r>
            <a:r>
              <a:rPr lang="en-US"/>
              <a:t> </a:t>
            </a:r>
            <a:endParaRPr/>
          </a:p>
        </p:txBody>
      </p:sp>
      <p:sp>
        <p:nvSpPr>
          <p:cNvPr id="848" name="Google Shape;848;gb365477a6d_1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40f6078d1a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5" name="Google Shape;855;g240f6078d1a_0_1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4828fa345c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4828fa345c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60e25ae765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60e25ae765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b365477a6d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b365477a6d_1_2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The ecosystem of open source on mainframe continues to grow, thanks to the work of the open source community on mainframe.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Source: </a:t>
            </a:r>
            <a:r>
              <a:rPr lang="en-US" sz="1200" u="sng">
                <a:solidFill>
                  <a:schemeClr val="hlink"/>
                </a:solidFill>
                <a:latin typeface="Calibri"/>
                <a:ea typeface="Calibri"/>
                <a:cs typeface="Calibri"/>
                <a:sym typeface="Calibri"/>
                <a:hlinkClick r:id="rId2"/>
              </a:rPr>
              <a:t>https://landscape.openmainframeproject.org/projects</a:t>
            </a:r>
            <a:r>
              <a:rPr lang="en-US"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b365477a6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b365477a6d_1_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Further, the open source community on mainframe is ensuring broad open source is supported on mainframe, which is the key piece for forward thinking organizations to realizing the mainframe’s benefits in their computing infrastructure.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Source: </a:t>
            </a:r>
            <a:r>
              <a:rPr lang="en-US" sz="1200" u="sng">
                <a:solidFill>
                  <a:schemeClr val="hlink"/>
                </a:solidFill>
                <a:latin typeface="Calibri"/>
                <a:ea typeface="Calibri"/>
                <a:cs typeface="Calibri"/>
                <a:sym typeface="Calibri"/>
                <a:hlinkClick r:id="rId2"/>
              </a:rPr>
              <a:t>https://landscape.openmainframeproject.org/open-source-ecosystem</a:t>
            </a:r>
            <a:r>
              <a:rPr lang="en-US"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0ec3ea108e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0ec3ea10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g20ec3ea108e_0_1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8b05de0774_1_52: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Let’s see how this is happening today. Enter Zowe, the first open source project launched on z/OS. </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Zowe is focused modernizing integration with z/OS based applications and services, and at the same time bridging both the talent and tooling gaps. Launched in 2018, Zowe is gaining mindshare in DevOps and being leveraged by forward thinking organizations globally, shifting the perception of mainframe from a “legacy” platform to a “growth” platform.</a:t>
            </a:r>
            <a:endParaRPr sz="1200">
              <a:latin typeface="Calibri"/>
              <a:ea typeface="Calibri"/>
              <a:cs typeface="Calibri"/>
              <a:sym typeface="Calibri"/>
            </a:endParaRPr>
          </a:p>
        </p:txBody>
      </p:sp>
      <p:sp>
        <p:nvSpPr>
          <p:cNvPr id="1000" name="Google Shape;1000;g8b05de0774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8b05de0774_0_17: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COBOL hit our collective awareness in the early days of the COVID-19 pandemic, and is </a:t>
            </a:r>
            <a:r>
              <a:rPr lang="en-US" sz="1200">
                <a:latin typeface="Calibri"/>
                <a:ea typeface="Calibri"/>
                <a:cs typeface="Calibri"/>
                <a:sym typeface="Calibri"/>
              </a:rPr>
              <a:t>identified</a:t>
            </a:r>
            <a:r>
              <a:rPr lang="en-US" sz="1200">
                <a:latin typeface="Calibri"/>
                <a:ea typeface="Calibri"/>
                <a:cs typeface="Calibri"/>
                <a:sym typeface="Calibri"/>
              </a:rPr>
              <a:t> as a key technology empowering our society. While COBOL was a modern language decades ago, with it being disconnected from other language communities and COBOL skills not being in focus in education, there was a need to move it forward.</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Mainframe is where the vast majority of COBOL code is deployed, so the Open Mainframe Project became the natural home for creating a vendor-neutral space for this community. Open Mainframe Project focused on projects that help bring COBOL forward, from the COBOL Programming Course which was launched in the early days of the COVID-19 pandemic and has help hundreds learn COBOL using the development tools of today, to the COBOL Check project that is bringing TDD practices to COBOL development. In addition, thought leader is being driven in the COBOL working group that is aiming to continue pushing COBOL forward.</a:t>
            </a:r>
            <a:endParaRPr sz="1200">
              <a:latin typeface="Calibri"/>
              <a:ea typeface="Calibri"/>
              <a:cs typeface="Calibri"/>
              <a:sym typeface="Calibri"/>
            </a:endParaRPr>
          </a:p>
        </p:txBody>
      </p:sp>
      <p:sp>
        <p:nvSpPr>
          <p:cNvPr id="1012" name="Google Shape;1012;g8b05de0774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8b05de0774_0_2: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Linux has been part of the mainframe since 1999, which has enabled more and more workloads to shift to mainframe. While from a developer perspective, Linux on mainframe is just like Linux anywhere, there are key technologies such as z/VM which are native to the platform and key to having a </a:t>
            </a:r>
            <a:r>
              <a:rPr lang="en-US" sz="1200">
                <a:latin typeface="Calibri"/>
                <a:ea typeface="Calibri"/>
                <a:cs typeface="Calibri"/>
                <a:sym typeface="Calibri"/>
              </a:rPr>
              <a:t>unified</a:t>
            </a:r>
            <a:r>
              <a:rPr lang="en-US" sz="1200">
                <a:latin typeface="Calibri"/>
                <a:ea typeface="Calibri"/>
                <a:cs typeface="Calibri"/>
                <a:sym typeface="Calibri"/>
              </a:rPr>
              <a:t> DevOps approach. </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These three projects, ConsoleZ, Feilong, and Tessia, all touch on parts of that story. In the past efforts like this had been driven within IBM, but with the launch of the Open Mainframe Project IBM and the community now have a space for collaborating with customers and vendors to drive an open source solution. In addition, all being a part of the Open Mainframe Project enables closer cooperation between projects.</a:t>
            </a:r>
            <a:endParaRPr sz="1200">
              <a:latin typeface="Calibri"/>
              <a:ea typeface="Calibri"/>
              <a:cs typeface="Calibri"/>
              <a:sym typeface="Calibri"/>
            </a:endParaRPr>
          </a:p>
        </p:txBody>
      </p:sp>
      <p:sp>
        <p:nvSpPr>
          <p:cNvPr id="1022" name="Google Shape;1022;g8b05de0774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8b05de0774_0_3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The mentorship program was started in 2016, and has brought an influx of students and new open source code into mainframe. It has also helped companies find talent, and academic institutions showcase talent to organization looking to hire.</a:t>
            </a:r>
            <a:endParaRPr sz="1200">
              <a:latin typeface="Calibri"/>
              <a:ea typeface="Calibri"/>
              <a:cs typeface="Calibri"/>
              <a:sym typeface="Calibri"/>
            </a:endParaRPr>
          </a:p>
        </p:txBody>
      </p:sp>
      <p:sp>
        <p:nvSpPr>
          <p:cNvPr id="1036" name="Google Shape;1036;g8b05de0774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2cf9e004d28_0_3:notes"/>
          <p:cNvSpPr txBox="1"/>
          <p:nvPr>
            <p:ph idx="1" type="body"/>
          </p:nvPr>
        </p:nvSpPr>
        <p:spPr>
          <a:xfrm>
            <a:off x="685800" y="4400550"/>
            <a:ext cx="5486400" cy="360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The mentorship program was started in 2016, and has brought an influx of students and new open source code into mainframe. It has also helped companies find talent, and academic institutions showcase talent to organization looking to hire.</a:t>
            </a:r>
            <a:endParaRPr sz="1200">
              <a:latin typeface="Calibri"/>
              <a:ea typeface="Calibri"/>
              <a:cs typeface="Calibri"/>
              <a:sym typeface="Calibri"/>
            </a:endParaRPr>
          </a:p>
        </p:txBody>
      </p:sp>
      <p:sp>
        <p:nvSpPr>
          <p:cNvPr id="1046" name="Google Shape;1046;g2cf9e004d28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25bb4489d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225bb4489dc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g225bb4489d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bf06be11ba_0_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bf06be11b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Code is not the only way innovation happens. Open Mainframe Project believes in community, and as part of it’s mission creates space and opportunity for that community to grow and thrive.</a:t>
            </a:r>
            <a:endParaRPr/>
          </a:p>
        </p:txBody>
      </p:sp>
      <p:sp>
        <p:nvSpPr>
          <p:cNvPr id="1077" name="Google Shape;1077;gbf06be11ba_0_17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f573c0984b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f573c0984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gf573c0984b_0_12: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cf9e004d28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2cf9e004d2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g2cf9e004d28_0_26: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27: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One key way is through our </a:t>
            </a:r>
            <a:r>
              <a:rPr lang="en-US"/>
              <a:t>podcast, “I Am A Mainframer”, which showcases those in this industry from all races, genders, ages, and locales, highlighting the diversity in mainframe and providing insight into where people in this community see the mainframe ecosystem going. </a:t>
            </a:r>
            <a:endParaRPr/>
          </a:p>
        </p:txBody>
      </p:sp>
      <p:sp>
        <p:nvSpPr>
          <p:cNvPr id="1109" name="Google Shape;110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0ec3ea108e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0ec3ea108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g20ec3ea108e_0_3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eec37e26f1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eec37e26f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geec37e26f1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0ec3ea108e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0ec3ea108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g20ec3ea108e_0_2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fe6cb248a5_1_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7" name="Google Shape;1147;gfe6cb248a5_1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ce3a6fa12f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ce3a6fa12f_0_10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gce3a6fa12f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b365477a6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b365477a6d_1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Source: </a:t>
            </a:r>
            <a:r>
              <a:rPr lang="en-US" sz="1200" u="sng">
                <a:solidFill>
                  <a:schemeClr val="hlink"/>
                </a:solidFill>
                <a:latin typeface="Calibri"/>
                <a:ea typeface="Calibri"/>
                <a:cs typeface="Calibri"/>
                <a:sym typeface="Calibri"/>
                <a:hlinkClick r:id="rId2"/>
              </a:rPr>
              <a:t>https://landscape.openmainframeproject.org/embed/embed.html?base-path=&amp;classify=category&amp;key=open-mainframe-project-member-company&amp;headers=false&amp;category-header=true&amp;category-in-subcategory=false&amp;title-uppercase=false&amp;title-alignment=center&amp;title-font-family=sans-serif&amp;title-font-size=13&amp;style=clean&amp;bg-color=%230033a1&amp;fg-color=%23ffffff&amp;item-modal=false&amp;item-name=false&amp;size=md&amp;items-alignment=center</a:t>
            </a:r>
            <a:r>
              <a:rPr lang="en-US"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5e9c3453a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25e9c3453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https://jmertic.github.io/committee-gallery/open-mainframe-project-governing-board.html</a:t>
            </a:r>
            <a:r>
              <a:rPr lang="en-US"/>
              <a:t> </a:t>
            </a:r>
            <a:endParaRPr/>
          </a:p>
        </p:txBody>
      </p:sp>
      <p:sp>
        <p:nvSpPr>
          <p:cNvPr id="1175" name="Google Shape;1175;g25e9c3453ad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40f6078d1a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240f6078d1a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https://jmertic.github.io/committee-gallery/open-mainframe-project-tac</a:t>
            </a:r>
            <a:r>
              <a:rPr lang="en-US"/>
              <a:t> </a:t>
            </a:r>
            <a:endParaRPr/>
          </a:p>
        </p:txBody>
      </p:sp>
      <p:sp>
        <p:nvSpPr>
          <p:cNvPr id="1183" name="Google Shape;1183;g240f6078d1a_0_218: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3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a:t>You can get involved and learn more by...</a:t>
            </a:r>
            <a:endParaRPr/>
          </a:p>
        </p:txBody>
      </p:sp>
      <p:sp>
        <p:nvSpPr>
          <p:cNvPr id="1190" name="Google Shape;119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35:notes"/>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c2352e25ac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c2352e25a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gc2352e25ac_0_3: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ce4e43e1c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ce4e43e1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gce4e43e1c0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1180eb2fa0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1180eb2fa0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e4c45e24b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e4c45e24b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117fd741f0b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117fd741f0b_1_31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g117fd741f0b_1_3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1180eb2fa0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1180eb2fa0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40f6078d1a_0_1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40f6078d1a_0_1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d7837c52ec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d7837c52e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gd7837c52ec_0_4: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117f9fb3f5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117f9fb3f5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c34345ba5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c34345ba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gc34345ba55_0_0: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f657507df0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f657507d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https://insights.linuxfoundation.org/organization/the-open-mainframe-project</a:t>
            </a:r>
            <a:endParaRPr/>
          </a:p>
        </p:txBody>
      </p:sp>
      <p:sp>
        <p:nvSpPr>
          <p:cNvPr id="1321" name="Google Shape;1321;g3f657507df0_0_1: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ce4e43e1c0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ce4e43e1c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gce4e43e1c0_0_195:notes"/>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38" name="Google Shape;133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3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46" name="Google Shape;134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5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5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5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2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5.png"/><Relationship Id="rId3"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5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5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9.jpg"/><Relationship Id="rId3" Type="http://schemas.openxmlformats.org/officeDocument/2006/relationships/image" Target="../media/image4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6.png"/><Relationship Id="rId3" Type="http://schemas.openxmlformats.org/officeDocument/2006/relationships/image" Target="../media/image17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5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jpg"/><Relationship Id="rId3" Type="http://schemas.openxmlformats.org/officeDocument/2006/relationships/image" Target="../media/image55.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7.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7.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sp>
        <p:nvSpPr>
          <p:cNvPr id="14" name="Google Shape;14;p2"/>
          <p:cNvSpPr txBox="1"/>
          <p:nvPr>
            <p:ph type="ctrTitle"/>
          </p:nvPr>
        </p:nvSpPr>
        <p:spPr>
          <a:xfrm>
            <a:off x="512064"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 name="Google Shape;15;p2"/>
          <p:cNvSpPr txBox="1"/>
          <p:nvPr>
            <p:ph idx="1" type="subTitle"/>
          </p:nvPr>
        </p:nvSpPr>
        <p:spPr>
          <a:xfrm>
            <a:off x="530205"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16" name="Google Shape;16;p2"/>
          <p:cNvPicPr preferRelativeResize="0"/>
          <p:nvPr/>
        </p:nvPicPr>
        <p:blipFill rotWithShape="1">
          <a:blip r:embed="rId2">
            <a:alphaModFix/>
          </a:blip>
          <a:srcRect b="0" l="0" r="0" t="0"/>
          <a:stretch/>
        </p:blipFill>
        <p:spPr>
          <a:xfrm>
            <a:off x="664480" y="936446"/>
            <a:ext cx="2038102" cy="605100"/>
          </a:xfrm>
          <a:prstGeom prst="rect">
            <a:avLst/>
          </a:prstGeom>
          <a:noFill/>
          <a:ln>
            <a:noFill/>
          </a:ln>
        </p:spPr>
      </p:pic>
      <p:pic>
        <p:nvPicPr>
          <p:cNvPr id="17" name="Google Shape;17;p2"/>
          <p:cNvPicPr preferRelativeResize="0"/>
          <p:nvPr/>
        </p:nvPicPr>
        <p:blipFill rotWithShape="1">
          <a:blip r:embed="rId3">
            <a:alphaModFix/>
          </a:blip>
          <a:srcRect b="23073" l="39766" r="40351" t="21142"/>
          <a:stretch/>
        </p:blipFill>
        <p:spPr>
          <a:xfrm>
            <a:off x="6319575" y="0"/>
            <a:ext cx="2444324" cy="5143500"/>
          </a:xfrm>
          <a:prstGeom prst="rect">
            <a:avLst/>
          </a:prstGeom>
          <a:noFill/>
          <a:ln>
            <a:noFill/>
          </a:ln>
        </p:spPr>
      </p:pic>
      <p:sp>
        <p:nvSpPr>
          <p:cNvPr id="18" name="Google Shape;18;p2"/>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600">
                <a:solidFill>
                  <a:schemeClr val="lt1"/>
                </a:solidFill>
              </a:rPr>
              <a:t>IBM z16 image used with permission by International Business Machines Corporation 2022</a:t>
            </a:r>
            <a:endParaRPr sz="600">
              <a:solidFill>
                <a:schemeClr val="l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p:nvPr/>
        </p:nvSpPr>
        <p:spPr>
          <a:xfrm>
            <a:off x="0" y="772583"/>
            <a:ext cx="9144000" cy="4370916"/>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21" name="Google Shape;21;p3"/>
          <p:cNvSpPr txBox="1"/>
          <p:nvPr>
            <p:ph type="title"/>
          </p:nvPr>
        </p:nvSpPr>
        <p:spPr>
          <a:xfrm>
            <a:off x="333992" y="159442"/>
            <a:ext cx="7893793" cy="447163"/>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22" name="Google Shape;22;p3"/>
          <p:cNvPicPr preferRelativeResize="0"/>
          <p:nvPr/>
        </p:nvPicPr>
        <p:blipFill rotWithShape="1">
          <a:blip r:embed="rId2">
            <a:alphaModFix amt="6000"/>
          </a:blip>
          <a:srcRect b="0" l="17595" r="0" t="0"/>
          <a:stretch/>
        </p:blipFill>
        <p:spPr>
          <a:xfrm>
            <a:off x="0" y="775758"/>
            <a:ext cx="6393972" cy="4364562"/>
          </a:xfrm>
          <a:prstGeom prst="rect">
            <a:avLst/>
          </a:prstGeom>
          <a:noFill/>
          <a:ln>
            <a:noFill/>
          </a:ln>
        </p:spPr>
      </p:pic>
      <p:sp>
        <p:nvSpPr>
          <p:cNvPr id="23" name="Google Shape;23;p3"/>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3"/>
          <p:cNvSpPr txBox="1"/>
          <p:nvPr>
            <p:ph idx="12" type="sldNum"/>
          </p:nvPr>
        </p:nvSpPr>
        <p:spPr>
          <a:xfrm>
            <a:off x="8227785" y="4803546"/>
            <a:ext cx="580569" cy="27384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descr="OpenMainframe_Logo_Pantone.png" id="25" name="Google Shape;25;p3"/>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26" name="Google Shape;26;p3"/>
          <p:cNvSpPr/>
          <p:nvPr/>
        </p:nvSpPr>
        <p:spPr>
          <a:xfrm>
            <a:off x="0" y="5112912"/>
            <a:ext cx="9144000" cy="50585"/>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ustom Background">
  <p:cSld name="CUSTOM_1">
    <p:spTree>
      <p:nvGrpSpPr>
        <p:cNvPr id="27" name="Shape 27"/>
        <p:cNvGrpSpPr/>
        <p:nvPr/>
      </p:nvGrpSpPr>
      <p:grpSpPr>
        <a:xfrm>
          <a:off x="0" y="0"/>
          <a:ext cx="0" cy="0"/>
          <a:chOff x="0" y="0"/>
          <a:chExt cx="0" cy="0"/>
        </a:xfrm>
      </p:grpSpPr>
      <p:sp>
        <p:nvSpPr>
          <p:cNvPr id="28" name="Google Shape;28;p4"/>
          <p:cNvSpPr/>
          <p:nvPr>
            <p:ph idx="2" type="pic"/>
          </p:nvPr>
        </p:nvSpPr>
        <p:spPr>
          <a:xfrm>
            <a:off x="9100" y="0"/>
            <a:ext cx="9144000" cy="5143500"/>
          </a:xfrm>
          <a:prstGeom prst="rect">
            <a:avLst/>
          </a:prstGeom>
          <a:noFill/>
          <a:ln>
            <a:noFill/>
          </a:ln>
        </p:spPr>
      </p:sp>
      <p:sp>
        <p:nvSpPr>
          <p:cNvPr id="29" name="Google Shape;29;p4"/>
          <p:cNvSpPr txBox="1"/>
          <p:nvPr>
            <p:ph type="title"/>
          </p:nvPr>
        </p:nvSpPr>
        <p:spPr>
          <a:xfrm>
            <a:off x="625050" y="2348100"/>
            <a:ext cx="7893900" cy="44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1800"/>
              <a:buNone/>
              <a:defRPr/>
            </a:lvl2pPr>
            <a:lvl3pPr lvl="2" algn="ctr">
              <a:spcBef>
                <a:spcPts val="0"/>
              </a:spcBef>
              <a:spcAft>
                <a:spcPts val="0"/>
              </a:spcAft>
              <a:buSzPts val="1800"/>
              <a:buNone/>
              <a:defRPr/>
            </a:lvl3pPr>
            <a:lvl4pPr lvl="3" algn="ctr">
              <a:spcBef>
                <a:spcPts val="0"/>
              </a:spcBef>
              <a:spcAft>
                <a:spcPts val="0"/>
              </a:spcAft>
              <a:buSzPts val="1800"/>
              <a:buNone/>
              <a:defRPr/>
            </a:lvl4pPr>
            <a:lvl5pPr lvl="4" algn="ctr">
              <a:spcBef>
                <a:spcPts val="0"/>
              </a:spcBef>
              <a:spcAft>
                <a:spcPts val="0"/>
              </a:spcAft>
              <a:buSzPts val="1800"/>
              <a:buNone/>
              <a:defRPr/>
            </a:lvl5pPr>
            <a:lvl6pPr lvl="5" algn="ctr">
              <a:spcBef>
                <a:spcPts val="0"/>
              </a:spcBef>
              <a:spcAft>
                <a:spcPts val="0"/>
              </a:spcAft>
              <a:buSzPts val="1800"/>
              <a:buNone/>
              <a:defRPr/>
            </a:lvl6pPr>
            <a:lvl7pPr lvl="6" algn="ctr">
              <a:spcBef>
                <a:spcPts val="0"/>
              </a:spcBef>
              <a:spcAft>
                <a:spcPts val="0"/>
              </a:spcAft>
              <a:buSzPts val="1800"/>
              <a:buNone/>
              <a:defRPr/>
            </a:lvl7pPr>
            <a:lvl8pPr lvl="7" algn="ctr">
              <a:spcBef>
                <a:spcPts val="0"/>
              </a:spcBef>
              <a:spcAft>
                <a:spcPts val="0"/>
              </a:spcAft>
              <a:buSzPts val="1800"/>
              <a:buNone/>
              <a:defRPr/>
            </a:lvl8pPr>
            <a:lvl9pPr lvl="8" algn="ctr">
              <a:spcBef>
                <a:spcPts val="0"/>
              </a:spcBef>
              <a:spcAft>
                <a:spcPts val="0"/>
              </a:spcAft>
              <a:buSzPts val="1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s">
  <p:cSld name="1_Title and Content">
    <p:spTree>
      <p:nvGrpSpPr>
        <p:cNvPr id="30" name="Shape 30"/>
        <p:cNvGrpSpPr/>
        <p:nvPr/>
      </p:nvGrpSpPr>
      <p:grpSpPr>
        <a:xfrm>
          <a:off x="0" y="0"/>
          <a:ext cx="0" cy="0"/>
          <a:chOff x="0" y="0"/>
          <a:chExt cx="0" cy="0"/>
        </a:xfrm>
      </p:grpSpPr>
      <p:sp>
        <p:nvSpPr>
          <p:cNvPr id="31" name="Google Shape;31;p5"/>
          <p:cNvSpPr/>
          <p:nvPr/>
        </p:nvSpPr>
        <p:spPr>
          <a:xfrm>
            <a:off x="0" y="772583"/>
            <a:ext cx="9144000" cy="4370916"/>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32" name="Google Shape;32;p5"/>
          <p:cNvSpPr txBox="1"/>
          <p:nvPr>
            <p:ph type="title"/>
          </p:nvPr>
        </p:nvSpPr>
        <p:spPr>
          <a:xfrm>
            <a:off x="333993" y="159442"/>
            <a:ext cx="7893793" cy="447164"/>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33" name="Google Shape;33;p5"/>
          <p:cNvPicPr preferRelativeResize="0"/>
          <p:nvPr/>
        </p:nvPicPr>
        <p:blipFill rotWithShape="1">
          <a:blip r:embed="rId2">
            <a:alphaModFix amt="6000"/>
          </a:blip>
          <a:srcRect b="0" l="17595" r="0" t="0"/>
          <a:stretch/>
        </p:blipFill>
        <p:spPr>
          <a:xfrm>
            <a:off x="0" y="775759"/>
            <a:ext cx="6393973" cy="4364562"/>
          </a:xfrm>
          <a:prstGeom prst="rect">
            <a:avLst/>
          </a:prstGeom>
          <a:noFill/>
          <a:ln>
            <a:noFill/>
          </a:ln>
        </p:spPr>
      </p:pic>
      <p:sp>
        <p:nvSpPr>
          <p:cNvPr id="34" name="Google Shape;34;p5"/>
          <p:cNvSpPr txBox="1"/>
          <p:nvPr>
            <p:ph idx="12" type="sldNum"/>
          </p:nvPr>
        </p:nvSpPr>
        <p:spPr>
          <a:xfrm>
            <a:off x="8227785" y="4803546"/>
            <a:ext cx="580569" cy="273843"/>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pic>
        <p:nvPicPr>
          <p:cNvPr descr="OpenMainframe_Logo_Pantone.png" id="35" name="Google Shape;35;p5"/>
          <p:cNvPicPr preferRelativeResize="0"/>
          <p:nvPr/>
        </p:nvPicPr>
        <p:blipFill rotWithShape="1">
          <a:blip r:embed="rId3">
            <a:alphaModFix/>
          </a:blip>
          <a:srcRect b="30188" l="0" r="80655" t="0"/>
          <a:stretch/>
        </p:blipFill>
        <p:spPr>
          <a:xfrm>
            <a:off x="8306753" y="100724"/>
            <a:ext cx="469854" cy="518219"/>
          </a:xfrm>
          <a:prstGeom prst="rect">
            <a:avLst/>
          </a:prstGeom>
          <a:noFill/>
          <a:ln>
            <a:noFill/>
          </a:ln>
        </p:spPr>
      </p:pic>
      <p:sp>
        <p:nvSpPr>
          <p:cNvPr id="36" name="Google Shape;36;p5"/>
          <p:cNvSpPr/>
          <p:nvPr/>
        </p:nvSpPr>
        <p:spPr>
          <a:xfrm>
            <a:off x="0" y="5112913"/>
            <a:ext cx="9144000" cy="50586"/>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37" name="Google Shape;37;p5"/>
          <p:cNvSpPr txBox="1"/>
          <p:nvPr>
            <p:ph idx="1" type="body"/>
          </p:nvPr>
        </p:nvSpPr>
        <p:spPr>
          <a:xfrm>
            <a:off x="3175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5"/>
          <p:cNvSpPr txBox="1"/>
          <p:nvPr>
            <p:ph idx="2" type="body"/>
          </p:nvPr>
        </p:nvSpPr>
        <p:spPr>
          <a:xfrm>
            <a:off x="4712200" y="943425"/>
            <a:ext cx="4127100" cy="35547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Insight">
  <p:cSld name="1_Title and Content_2">
    <p:spTree>
      <p:nvGrpSpPr>
        <p:cNvPr id="39" name="Shape 39"/>
        <p:cNvGrpSpPr/>
        <p:nvPr/>
      </p:nvGrpSpPr>
      <p:grpSpPr>
        <a:xfrm>
          <a:off x="0" y="0"/>
          <a:ext cx="0" cy="0"/>
          <a:chOff x="0" y="0"/>
          <a:chExt cx="0" cy="0"/>
        </a:xfrm>
      </p:grpSpPr>
      <p:sp>
        <p:nvSpPr>
          <p:cNvPr id="40" name="Google Shape;40;p6"/>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41" name="Google Shape;41;p6"/>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42" name="Google Shape;42;p6"/>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43" name="Google Shape;43;p6"/>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pic>
        <p:nvPicPr>
          <p:cNvPr descr="OpenMainframe_Logo_Pantone.png" id="44" name="Google Shape;44;p6"/>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45" name="Google Shape;45;p6"/>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46" name="Google Shape;46;p6"/>
          <p:cNvSpPr/>
          <p:nvPr/>
        </p:nvSpPr>
        <p:spPr>
          <a:xfrm>
            <a:off x="367474"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US" sz="1400">
                <a:solidFill>
                  <a:schemeClr val="lt1"/>
                </a:solidFill>
                <a:latin typeface="Gill Sans"/>
                <a:ea typeface="Gill Sans"/>
                <a:cs typeface="Gill Sans"/>
                <a:sym typeface="Gill Sans"/>
              </a:rPr>
              <a:t>Major Problem</a:t>
            </a:r>
            <a:endParaRPr sz="1100"/>
          </a:p>
        </p:txBody>
      </p:sp>
      <p:sp>
        <p:nvSpPr>
          <p:cNvPr id="47" name="Google Shape;47;p6"/>
          <p:cNvSpPr/>
          <p:nvPr/>
        </p:nvSpPr>
        <p:spPr>
          <a:xfrm>
            <a:off x="3233717"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US" sz="1400">
                <a:solidFill>
                  <a:schemeClr val="lt1"/>
                </a:solidFill>
                <a:latin typeface="Gill Sans"/>
                <a:ea typeface="Gill Sans"/>
                <a:cs typeface="Gill Sans"/>
                <a:sym typeface="Gill Sans"/>
              </a:rPr>
              <a:t>How </a:t>
            </a:r>
            <a:r>
              <a:rPr b="1" lang="en-US">
                <a:solidFill>
                  <a:schemeClr val="lt1"/>
                </a:solidFill>
                <a:latin typeface="Gill Sans"/>
                <a:ea typeface="Gill Sans"/>
                <a:cs typeface="Gill Sans"/>
                <a:sym typeface="Gill Sans"/>
              </a:rPr>
              <a:t>We </a:t>
            </a:r>
            <a:r>
              <a:rPr b="1" lang="en-US" sz="1400">
                <a:solidFill>
                  <a:schemeClr val="lt1"/>
                </a:solidFill>
                <a:latin typeface="Gill Sans"/>
                <a:ea typeface="Gill Sans"/>
                <a:cs typeface="Gill Sans"/>
                <a:sym typeface="Gill Sans"/>
              </a:rPr>
              <a:t>Innovated</a:t>
            </a:r>
            <a:endParaRPr sz="1100"/>
          </a:p>
        </p:txBody>
      </p:sp>
      <p:sp>
        <p:nvSpPr>
          <p:cNvPr id="48" name="Google Shape;48;p6"/>
          <p:cNvSpPr/>
          <p:nvPr/>
        </p:nvSpPr>
        <p:spPr>
          <a:xfrm>
            <a:off x="6099958" y="2188534"/>
            <a:ext cx="2648700" cy="330300"/>
          </a:xfrm>
          <a:prstGeom prst="roundRect">
            <a:avLst>
              <a:gd fmla="val 16667" name="adj"/>
            </a:avLst>
          </a:prstGeom>
          <a:solidFill>
            <a:schemeClr val="accent1"/>
          </a:solidFill>
          <a:ln cap="flat" cmpd="sng" w="12700">
            <a:solidFill>
              <a:srgbClr val="2476B9"/>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US" sz="1400">
                <a:solidFill>
                  <a:schemeClr val="lt1"/>
                </a:solidFill>
                <a:latin typeface="Gill Sans"/>
                <a:ea typeface="Gill Sans"/>
                <a:cs typeface="Gill Sans"/>
                <a:sym typeface="Gill Sans"/>
              </a:rPr>
              <a:t>Results</a:t>
            </a:r>
            <a:endParaRPr sz="1100"/>
          </a:p>
        </p:txBody>
      </p:sp>
      <p:sp>
        <p:nvSpPr>
          <p:cNvPr id="49" name="Google Shape;49;p6"/>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50" name="Google Shape;50;p6"/>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
        <p:nvSpPr>
          <p:cNvPr id="51" name="Google Shape;51;p6"/>
          <p:cNvSpPr txBox="1"/>
          <p:nvPr>
            <p:ph idx="3" type="body"/>
          </p:nvPr>
        </p:nvSpPr>
        <p:spPr>
          <a:xfrm>
            <a:off x="367500" y="2606675"/>
            <a:ext cx="2648700" cy="2113200"/>
          </a:xfrm>
          <a:prstGeom prst="rect">
            <a:avLst/>
          </a:prstGeom>
        </p:spPr>
        <p:txBody>
          <a:bodyPr anchorCtr="0" anchor="t" bIns="36575" lIns="0" spcFirstLastPara="1" rIns="0" wrap="square" tIns="36575">
            <a:spAutoFit/>
          </a:bodyPr>
          <a:lstStyle>
            <a:lvl1pPr indent="-298450" lvl="0" marL="457200" rtl="0">
              <a:spcBef>
                <a:spcPts val="400"/>
              </a:spcBef>
              <a:spcAft>
                <a:spcPts val="0"/>
              </a:spcAft>
              <a:buSzPts val="1100"/>
              <a:buChar char="•"/>
              <a:defRPr sz="1100"/>
            </a:lvl1pPr>
            <a:lvl2pPr indent="-285750" lvl="1" marL="914400" rtl="0">
              <a:spcBef>
                <a:spcPts val="360"/>
              </a:spcBef>
              <a:spcAft>
                <a:spcPts val="0"/>
              </a:spcAft>
              <a:buSzPts val="900"/>
              <a:buChar char="–"/>
              <a:defRPr sz="900"/>
            </a:lvl2pPr>
            <a:lvl3pPr indent="-273050" lvl="2" marL="1371600" rtl="0">
              <a:spcBef>
                <a:spcPts val="320"/>
              </a:spcBef>
              <a:spcAft>
                <a:spcPts val="0"/>
              </a:spcAft>
              <a:buSzPts val="700"/>
              <a:buChar char="•"/>
              <a:defRPr sz="700"/>
            </a:lvl3pPr>
            <a:lvl4pPr indent="-273050" lvl="3" marL="1828800" rtl="0">
              <a:spcBef>
                <a:spcPts val="320"/>
              </a:spcBef>
              <a:spcAft>
                <a:spcPts val="0"/>
              </a:spcAft>
              <a:buSzPts val="700"/>
              <a:buChar char="–"/>
              <a:defRPr sz="700"/>
            </a:lvl4pPr>
            <a:lvl5pPr indent="-273050" lvl="4" marL="2286000" rtl="0">
              <a:spcBef>
                <a:spcPts val="320"/>
              </a:spcBef>
              <a:spcAft>
                <a:spcPts val="0"/>
              </a:spcAft>
              <a:buSzPts val="700"/>
              <a:buChar char="»"/>
              <a:defRPr sz="700"/>
            </a:lvl5pPr>
            <a:lvl6pPr indent="-298450" lvl="5" marL="2743200" rtl="0">
              <a:spcBef>
                <a:spcPts val="400"/>
              </a:spcBef>
              <a:spcAft>
                <a:spcPts val="0"/>
              </a:spcAft>
              <a:buSzPts val="1100"/>
              <a:buChar char="•"/>
              <a:defRPr sz="1100"/>
            </a:lvl6pPr>
            <a:lvl7pPr indent="-298450" lvl="6" marL="3200400" rtl="0">
              <a:spcBef>
                <a:spcPts val="400"/>
              </a:spcBef>
              <a:spcAft>
                <a:spcPts val="0"/>
              </a:spcAft>
              <a:buSzPts val="1100"/>
              <a:buChar char="•"/>
              <a:defRPr sz="1100"/>
            </a:lvl7pPr>
            <a:lvl8pPr indent="-298450" lvl="7" marL="3657600" rtl="0">
              <a:spcBef>
                <a:spcPts val="400"/>
              </a:spcBef>
              <a:spcAft>
                <a:spcPts val="0"/>
              </a:spcAft>
              <a:buSzPts val="1100"/>
              <a:buChar char="•"/>
              <a:defRPr sz="1100"/>
            </a:lvl8pPr>
            <a:lvl9pPr indent="-298450" lvl="8" marL="4114800" rtl="0">
              <a:spcBef>
                <a:spcPts val="400"/>
              </a:spcBef>
              <a:spcAft>
                <a:spcPts val="0"/>
              </a:spcAft>
              <a:buSzPts val="1100"/>
              <a:buChar char="•"/>
              <a:defRPr sz="11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and Content_1">
    <p:spTree>
      <p:nvGrpSpPr>
        <p:cNvPr id="52" name="Shape 52"/>
        <p:cNvGrpSpPr/>
        <p:nvPr/>
      </p:nvGrpSpPr>
      <p:grpSpPr>
        <a:xfrm>
          <a:off x="0" y="0"/>
          <a:ext cx="0" cy="0"/>
          <a:chOff x="0" y="0"/>
          <a:chExt cx="0" cy="0"/>
        </a:xfrm>
      </p:grpSpPr>
      <p:sp>
        <p:nvSpPr>
          <p:cNvPr id="53" name="Google Shape;53;p7"/>
          <p:cNvSpPr/>
          <p:nvPr/>
        </p:nvSpPr>
        <p:spPr>
          <a:xfrm>
            <a:off x="0" y="772583"/>
            <a:ext cx="9144000" cy="43710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54" name="Google Shape;54;p7"/>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pic>
        <p:nvPicPr>
          <p:cNvPr id="55" name="Google Shape;55;p7"/>
          <p:cNvPicPr preferRelativeResize="0"/>
          <p:nvPr/>
        </p:nvPicPr>
        <p:blipFill rotWithShape="1">
          <a:blip r:embed="rId2">
            <a:alphaModFix amt="6000"/>
          </a:blip>
          <a:srcRect b="0" l="17594" r="0" t="0"/>
          <a:stretch/>
        </p:blipFill>
        <p:spPr>
          <a:xfrm>
            <a:off x="0" y="775759"/>
            <a:ext cx="6393974" cy="4364563"/>
          </a:xfrm>
          <a:prstGeom prst="rect">
            <a:avLst/>
          </a:prstGeom>
          <a:noFill/>
          <a:ln>
            <a:noFill/>
          </a:ln>
        </p:spPr>
      </p:pic>
      <p:sp>
        <p:nvSpPr>
          <p:cNvPr id="56" name="Google Shape;56;p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pic>
        <p:nvPicPr>
          <p:cNvPr descr="OpenMainframe_Logo_Pantone.png" id="57" name="Google Shape;57;p7"/>
          <p:cNvPicPr preferRelativeResize="0"/>
          <p:nvPr/>
        </p:nvPicPr>
        <p:blipFill rotWithShape="1">
          <a:blip r:embed="rId3">
            <a:alphaModFix/>
          </a:blip>
          <a:srcRect b="30187" l="0" r="80655" t="0"/>
          <a:stretch/>
        </p:blipFill>
        <p:spPr>
          <a:xfrm>
            <a:off x="8306753" y="100724"/>
            <a:ext cx="469852" cy="518218"/>
          </a:xfrm>
          <a:prstGeom prst="rect">
            <a:avLst/>
          </a:prstGeom>
          <a:noFill/>
          <a:ln>
            <a:noFill/>
          </a:ln>
        </p:spPr>
      </p:pic>
      <p:sp>
        <p:nvSpPr>
          <p:cNvPr id="58" name="Google Shape;58;p7"/>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Background">
  <p:cSld name="1_Title and Content_1_1">
    <p:spTree>
      <p:nvGrpSpPr>
        <p:cNvPr id="59" name="Shape 59"/>
        <p:cNvGrpSpPr/>
        <p:nvPr/>
      </p:nvGrpSpPr>
      <p:grpSpPr>
        <a:xfrm>
          <a:off x="0" y="0"/>
          <a:ext cx="0" cy="0"/>
          <a:chOff x="0" y="0"/>
          <a:chExt cx="0" cy="0"/>
        </a:xfrm>
      </p:grpSpPr>
      <p:sp>
        <p:nvSpPr>
          <p:cNvPr id="60" name="Google Shape;60;p8"/>
          <p:cNvSpPr/>
          <p:nvPr/>
        </p:nvSpPr>
        <p:spPr>
          <a:xfrm>
            <a:off x="0" y="74"/>
            <a:ext cx="9144000" cy="5143500"/>
          </a:xfrm>
          <a:prstGeom prst="rect">
            <a:avLst/>
          </a:prstGeom>
          <a:solidFill>
            <a:srgbClr val="3664AD">
              <a:alpha val="275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pic>
        <p:nvPicPr>
          <p:cNvPr id="61" name="Google Shape;61;p8"/>
          <p:cNvPicPr preferRelativeResize="0"/>
          <p:nvPr/>
        </p:nvPicPr>
        <p:blipFill rotWithShape="1">
          <a:blip r:embed="rId2">
            <a:alphaModFix amt="6000"/>
          </a:blip>
          <a:srcRect b="0" l="17594" r="0" t="0"/>
          <a:stretch/>
        </p:blipFill>
        <p:spPr>
          <a:xfrm>
            <a:off x="0" y="-3175"/>
            <a:ext cx="7535078" cy="5143500"/>
          </a:xfrm>
          <a:prstGeom prst="rect">
            <a:avLst/>
          </a:prstGeom>
          <a:noFill/>
          <a:ln>
            <a:noFill/>
          </a:ln>
        </p:spPr>
      </p:pic>
      <p:sp>
        <p:nvSpPr>
          <p:cNvPr id="62" name="Google Shape;62;p8"/>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rtl="0" algn="l">
              <a:lnSpc>
                <a:spcPct val="100000"/>
              </a:lnSpc>
              <a:spcBef>
                <a:spcPts val="0"/>
              </a:spcBef>
              <a:spcAft>
                <a:spcPts val="0"/>
              </a:spcAft>
              <a:buClr>
                <a:srgbClr val="000000"/>
              </a:buClr>
              <a:buSzPts val="1400"/>
              <a:buFont typeface="Arial"/>
              <a:buNone/>
              <a:defRPr/>
            </a:lvl1pPr>
            <a:lvl2pPr indent="0" lvl="1" marL="0" rtl="0" algn="l">
              <a:lnSpc>
                <a:spcPct val="100000"/>
              </a:lnSpc>
              <a:spcBef>
                <a:spcPts val="0"/>
              </a:spcBef>
              <a:spcAft>
                <a:spcPts val="0"/>
              </a:spcAft>
              <a:buClr>
                <a:srgbClr val="000000"/>
              </a:buClr>
              <a:buSzPts val="1400"/>
              <a:buFont typeface="Arial"/>
              <a:buNone/>
              <a:defRPr/>
            </a:lvl2pPr>
            <a:lvl3pPr indent="0" lvl="2" marL="0" rtl="0" algn="l">
              <a:lnSpc>
                <a:spcPct val="100000"/>
              </a:lnSpc>
              <a:spcBef>
                <a:spcPts val="0"/>
              </a:spcBef>
              <a:spcAft>
                <a:spcPts val="0"/>
              </a:spcAft>
              <a:buClr>
                <a:srgbClr val="000000"/>
              </a:buClr>
              <a:buSzPts val="1400"/>
              <a:buFont typeface="Arial"/>
              <a:buNone/>
              <a:defRPr/>
            </a:lvl3pPr>
            <a:lvl4pPr indent="0" lvl="3" marL="0" rtl="0" algn="l">
              <a:lnSpc>
                <a:spcPct val="100000"/>
              </a:lnSpc>
              <a:spcBef>
                <a:spcPts val="0"/>
              </a:spcBef>
              <a:spcAft>
                <a:spcPts val="0"/>
              </a:spcAft>
              <a:buClr>
                <a:srgbClr val="000000"/>
              </a:buClr>
              <a:buSzPts val="1400"/>
              <a:buFont typeface="Arial"/>
              <a:buNone/>
              <a:defRPr/>
            </a:lvl4pPr>
            <a:lvl5pPr indent="0" lvl="4" marL="0" rtl="0" algn="l">
              <a:lnSpc>
                <a:spcPct val="100000"/>
              </a:lnSpc>
              <a:spcBef>
                <a:spcPts val="0"/>
              </a:spcBef>
              <a:spcAft>
                <a:spcPts val="0"/>
              </a:spcAft>
              <a:buClr>
                <a:srgbClr val="000000"/>
              </a:buClr>
              <a:buSzPts val="1400"/>
              <a:buFont typeface="Arial"/>
              <a:buNone/>
              <a:defRPr/>
            </a:lvl5pPr>
            <a:lvl6pPr indent="0" lvl="5" marL="0" rtl="0" algn="l">
              <a:lnSpc>
                <a:spcPct val="100000"/>
              </a:lnSpc>
              <a:spcBef>
                <a:spcPts val="0"/>
              </a:spcBef>
              <a:spcAft>
                <a:spcPts val="0"/>
              </a:spcAft>
              <a:buClr>
                <a:srgbClr val="000000"/>
              </a:buClr>
              <a:buSzPts val="1400"/>
              <a:buFont typeface="Arial"/>
              <a:buNone/>
              <a:defRPr/>
            </a:lvl6pPr>
            <a:lvl7pPr indent="0" lvl="6" marL="0" rtl="0" algn="l">
              <a:lnSpc>
                <a:spcPct val="100000"/>
              </a:lnSpc>
              <a:spcBef>
                <a:spcPts val="0"/>
              </a:spcBef>
              <a:spcAft>
                <a:spcPts val="0"/>
              </a:spcAft>
              <a:buClr>
                <a:srgbClr val="000000"/>
              </a:buClr>
              <a:buSzPts val="1400"/>
              <a:buFont typeface="Arial"/>
              <a:buNone/>
              <a:defRPr/>
            </a:lvl7pPr>
            <a:lvl8pPr indent="0" lvl="7" marL="0" rtl="0" algn="l">
              <a:lnSpc>
                <a:spcPct val="100000"/>
              </a:lnSpc>
              <a:spcBef>
                <a:spcPts val="0"/>
              </a:spcBef>
              <a:spcAft>
                <a:spcPts val="0"/>
              </a:spcAft>
              <a:buClr>
                <a:srgbClr val="000000"/>
              </a:buClr>
              <a:buSzPts val="1400"/>
              <a:buFont typeface="Arial"/>
              <a:buNone/>
              <a:defRPr/>
            </a:lvl8pPr>
            <a:lvl9pPr indent="0" lvl="8" marL="0" rt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sp>
        <p:nvSpPr>
          <p:cNvPr id="63" name="Google Shape;63;p8"/>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64" name="Shape 6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65" name="Shape 65"/>
        <p:cNvGrpSpPr/>
        <p:nvPr/>
      </p:nvGrpSpPr>
      <p:grpSpPr>
        <a:xfrm>
          <a:off x="0" y="0"/>
          <a:ext cx="0" cy="0"/>
          <a:chOff x="0" y="0"/>
          <a:chExt cx="0" cy="0"/>
        </a:xfrm>
      </p:grpSpPr>
      <p:sp>
        <p:nvSpPr>
          <p:cNvPr id="66" name="Google Shape;66;p10"/>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7" name="Google Shape;67;p10"/>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68" name="Google Shape;68;p10"/>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Full Bleed Image ">
    <p:bg>
      <p:bgPr>
        <a:solidFill>
          <a:schemeClr val="dk1"/>
        </a:solidFill>
      </p:bgPr>
    </p:bg>
    <p:spTree>
      <p:nvGrpSpPr>
        <p:cNvPr id="69" name="Shape 69"/>
        <p:cNvGrpSpPr/>
        <p:nvPr/>
      </p:nvGrpSpPr>
      <p:grpSpPr>
        <a:xfrm>
          <a:off x="0" y="0"/>
          <a:ext cx="0" cy="0"/>
          <a:chOff x="0" y="0"/>
          <a:chExt cx="0" cy="0"/>
        </a:xfrm>
      </p:grpSpPr>
      <p:pic>
        <p:nvPicPr>
          <p:cNvPr id="70" name="Google Shape;70;p11"/>
          <p:cNvPicPr preferRelativeResize="0"/>
          <p:nvPr/>
        </p:nvPicPr>
        <p:blipFill rotWithShape="1">
          <a:blip r:embed="rId2">
            <a:alphaModFix/>
          </a:blip>
          <a:srcRect b="23073" l="39766" r="40351" t="21142"/>
          <a:stretch/>
        </p:blipFill>
        <p:spPr>
          <a:xfrm>
            <a:off x="6319575" y="0"/>
            <a:ext cx="2444324" cy="5143500"/>
          </a:xfrm>
          <a:prstGeom prst="rect">
            <a:avLst/>
          </a:prstGeom>
          <a:noFill/>
          <a:ln>
            <a:noFill/>
          </a:ln>
        </p:spPr>
      </p:pic>
      <p:sp>
        <p:nvSpPr>
          <p:cNvPr id="71" name="Google Shape;71;p11"/>
          <p:cNvSpPr txBox="1"/>
          <p:nvPr/>
        </p:nvSpPr>
        <p:spPr>
          <a:xfrm>
            <a:off x="5596800" y="4866600"/>
            <a:ext cx="35472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600">
                <a:solidFill>
                  <a:schemeClr val="lt1"/>
                </a:solidFill>
              </a:rPr>
              <a:t>IBM z16 image used with permission by International Business Machines Corporation 2022</a:t>
            </a:r>
            <a:endParaRPr sz="600">
              <a:solidFill>
                <a:schemeClr val="lt1"/>
              </a:solidFill>
            </a:endParaRPr>
          </a:p>
        </p:txBody>
      </p:sp>
      <p:sp>
        <p:nvSpPr>
          <p:cNvPr id="72" name="Google Shape;72;p11"/>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defRPr>
            </a:lvl1pPr>
            <a:lvl2pPr lvl="1">
              <a:spcBef>
                <a:spcPts val="0"/>
              </a:spcBef>
              <a:spcAft>
                <a:spcPts val="0"/>
              </a:spcAft>
              <a:buClr>
                <a:schemeClr val="lt1"/>
              </a:buClr>
              <a:buSzPts val="1800"/>
              <a:buNone/>
              <a:defRPr>
                <a:solidFill>
                  <a:schemeClr val="lt1"/>
                </a:solidFill>
              </a:defRPr>
            </a:lvl2pPr>
            <a:lvl3pPr lvl="2">
              <a:spcBef>
                <a:spcPts val="0"/>
              </a:spcBef>
              <a:spcAft>
                <a:spcPts val="0"/>
              </a:spcAft>
              <a:buClr>
                <a:schemeClr val="lt1"/>
              </a:buClr>
              <a:buSzPts val="1800"/>
              <a:buNone/>
              <a:defRPr>
                <a:solidFill>
                  <a:schemeClr val="lt1"/>
                </a:solidFill>
              </a:defRPr>
            </a:lvl3pPr>
            <a:lvl4pPr lvl="3">
              <a:spcBef>
                <a:spcPts val="0"/>
              </a:spcBef>
              <a:spcAft>
                <a:spcPts val="0"/>
              </a:spcAft>
              <a:buClr>
                <a:schemeClr val="lt1"/>
              </a:buClr>
              <a:buSzPts val="1800"/>
              <a:buNone/>
              <a:defRPr>
                <a:solidFill>
                  <a:schemeClr val="lt1"/>
                </a:solidFill>
              </a:defRPr>
            </a:lvl4pPr>
            <a:lvl5pPr lvl="4">
              <a:spcBef>
                <a:spcPts val="0"/>
              </a:spcBef>
              <a:spcAft>
                <a:spcPts val="0"/>
              </a:spcAft>
              <a:buClr>
                <a:schemeClr val="lt1"/>
              </a:buClr>
              <a:buSzPts val="1800"/>
              <a:buNone/>
              <a:defRPr>
                <a:solidFill>
                  <a:schemeClr val="lt1"/>
                </a:solidFill>
              </a:defRPr>
            </a:lvl5pPr>
            <a:lvl6pPr lvl="5">
              <a:spcBef>
                <a:spcPts val="0"/>
              </a:spcBef>
              <a:spcAft>
                <a:spcPts val="0"/>
              </a:spcAft>
              <a:buClr>
                <a:schemeClr val="lt1"/>
              </a:buClr>
              <a:buSzPts val="1800"/>
              <a:buNone/>
              <a:defRPr>
                <a:solidFill>
                  <a:schemeClr val="lt1"/>
                </a:solidFill>
              </a:defRPr>
            </a:lvl6pPr>
            <a:lvl7pPr lvl="6">
              <a:spcBef>
                <a:spcPts val="0"/>
              </a:spcBef>
              <a:spcAft>
                <a:spcPts val="0"/>
              </a:spcAft>
              <a:buClr>
                <a:schemeClr val="lt1"/>
              </a:buClr>
              <a:buSzPts val="1800"/>
              <a:buNone/>
              <a:defRPr>
                <a:solidFill>
                  <a:schemeClr val="lt1"/>
                </a:solidFill>
              </a:defRPr>
            </a:lvl7pPr>
            <a:lvl8pPr lvl="7">
              <a:spcBef>
                <a:spcPts val="0"/>
              </a:spcBef>
              <a:spcAft>
                <a:spcPts val="0"/>
              </a:spcAft>
              <a:buClr>
                <a:schemeClr val="lt1"/>
              </a:buClr>
              <a:buSzPts val="1800"/>
              <a:buNone/>
              <a:defRPr>
                <a:solidFill>
                  <a:schemeClr val="lt1"/>
                </a:solidFill>
              </a:defRPr>
            </a:lvl8pPr>
            <a:lvl9pPr lvl="8">
              <a:spcBef>
                <a:spcPts val="0"/>
              </a:spcBef>
              <a:spcAft>
                <a:spcPts val="0"/>
              </a:spcAft>
              <a:buClr>
                <a:schemeClr val="lt1"/>
              </a:buClr>
              <a:buSzPts val="1800"/>
              <a:buNone/>
              <a:defRPr>
                <a:solidFill>
                  <a:schemeClr val="lt1"/>
                </a:solidFill>
              </a:defRPr>
            </a:lvl9pPr>
          </a:lstStyle>
          <a:p/>
        </p:txBody>
      </p:sp>
      <p:pic>
        <p:nvPicPr>
          <p:cNvPr id="73" name="Google Shape;73;p11"/>
          <p:cNvPicPr preferRelativeResize="0"/>
          <p:nvPr/>
        </p:nvPicPr>
        <p:blipFill rotWithShape="1">
          <a:blip r:embed="rId3">
            <a:alphaModFix/>
          </a:blip>
          <a:srcRect b="22837" l="0" r="76164" t="-7893"/>
          <a:stretch/>
        </p:blipFill>
        <p:spPr>
          <a:xfrm>
            <a:off x="8306753" y="100724"/>
            <a:ext cx="469852" cy="5182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p12"/>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2"/>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8" name="Google Shape;78;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12"/>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2"/>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81" name="Google Shape;81;p12"/>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2B7DE1"/>
        </a:solidFill>
      </p:bgPr>
    </p:bg>
    <p:spTree>
      <p:nvGrpSpPr>
        <p:cNvPr id="82" name="Shape 82"/>
        <p:cNvGrpSpPr/>
        <p:nvPr/>
      </p:nvGrpSpPr>
      <p:grpSpPr>
        <a:xfrm>
          <a:off x="0" y="0"/>
          <a:ext cx="0" cy="0"/>
          <a:chOff x="0" y="0"/>
          <a:chExt cx="0" cy="0"/>
        </a:xfrm>
      </p:grpSpPr>
      <p:sp>
        <p:nvSpPr>
          <p:cNvPr id="83" name="Google Shape;83;p13"/>
          <p:cNvSpPr/>
          <p:nvPr/>
        </p:nvSpPr>
        <p:spPr>
          <a:xfrm>
            <a:off x="0" y="659219"/>
            <a:ext cx="9144000" cy="4529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4" name="Google Shape;84;p13"/>
          <p:cNvPicPr preferRelativeResize="0"/>
          <p:nvPr/>
        </p:nvPicPr>
        <p:blipFill rotWithShape="1">
          <a:blip r:embed="rId2">
            <a:alphaModFix/>
          </a:blip>
          <a:srcRect b="0" l="0" r="0" t="0"/>
          <a:stretch/>
        </p:blipFill>
        <p:spPr>
          <a:xfrm>
            <a:off x="4508204" y="2535865"/>
            <a:ext cx="4635795" cy="2607635"/>
          </a:xfrm>
          <a:prstGeom prst="rect">
            <a:avLst/>
          </a:prstGeom>
          <a:noFill/>
          <a:ln>
            <a:noFill/>
          </a:ln>
        </p:spPr>
      </p:pic>
      <p:sp>
        <p:nvSpPr>
          <p:cNvPr id="85" name="Google Shape;85;p13"/>
          <p:cNvSpPr txBox="1"/>
          <p:nvPr>
            <p:ph type="title"/>
          </p:nvPr>
        </p:nvSpPr>
        <p:spPr>
          <a:xfrm>
            <a:off x="296897" y="110343"/>
            <a:ext cx="8389903" cy="49048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800"/>
              <a:buFont typeface="Arial"/>
              <a:buNone/>
              <a:defRPr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
          <p:cNvSpPr txBox="1"/>
          <p:nvPr>
            <p:ph idx="1" type="body"/>
          </p:nvPr>
        </p:nvSpPr>
        <p:spPr>
          <a:xfrm>
            <a:off x="355601" y="977933"/>
            <a:ext cx="7376458" cy="37092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EF2AC1"/>
              </a:buClr>
              <a:buSzPts val="2800"/>
              <a:buChar char="•"/>
              <a:defRPr sz="2800">
                <a:latin typeface="Arial"/>
                <a:ea typeface="Arial"/>
                <a:cs typeface="Arial"/>
                <a:sym typeface="Arial"/>
              </a:defRPr>
            </a:lvl1pPr>
            <a:lvl2pPr indent="-381000" lvl="1" marL="914400" algn="l">
              <a:lnSpc>
                <a:spcPct val="100000"/>
              </a:lnSpc>
              <a:spcBef>
                <a:spcPts val="480"/>
              </a:spcBef>
              <a:spcAft>
                <a:spcPts val="0"/>
              </a:spcAft>
              <a:buClr>
                <a:srgbClr val="EF2AC1"/>
              </a:buClr>
              <a:buSzPts val="2400"/>
              <a:buChar char="–"/>
              <a:defRPr sz="2400">
                <a:latin typeface="Arial"/>
                <a:ea typeface="Arial"/>
                <a:cs typeface="Arial"/>
                <a:sym typeface="Arial"/>
              </a:defRPr>
            </a:lvl2pPr>
            <a:lvl3pPr indent="-355600" lvl="2" marL="1371600" algn="l">
              <a:lnSpc>
                <a:spcPct val="100000"/>
              </a:lnSpc>
              <a:spcBef>
                <a:spcPts val="400"/>
              </a:spcBef>
              <a:spcAft>
                <a:spcPts val="0"/>
              </a:spcAft>
              <a:buClr>
                <a:srgbClr val="EF2AC1"/>
              </a:buClr>
              <a:buSzPts val="2000"/>
              <a:buChar char="•"/>
              <a:defRPr sz="2000">
                <a:latin typeface="Arial"/>
                <a:ea typeface="Arial"/>
                <a:cs typeface="Arial"/>
                <a:sym typeface="Arial"/>
              </a:defRPr>
            </a:lvl3pPr>
            <a:lvl4pPr indent="-355600" lvl="3" marL="1828800" algn="l">
              <a:lnSpc>
                <a:spcPct val="100000"/>
              </a:lnSpc>
              <a:spcBef>
                <a:spcPts val="400"/>
              </a:spcBef>
              <a:spcAft>
                <a:spcPts val="0"/>
              </a:spcAft>
              <a:buClr>
                <a:srgbClr val="EF2AC1"/>
              </a:buClr>
              <a:buSzPts val="2000"/>
              <a:buChar char="–"/>
              <a:defRPr>
                <a:latin typeface="Arial"/>
                <a:ea typeface="Arial"/>
                <a:cs typeface="Arial"/>
                <a:sym typeface="Arial"/>
              </a:defRPr>
            </a:lvl4pPr>
            <a:lvl5pPr indent="-355600" lvl="4" marL="2286000" algn="l">
              <a:lnSpc>
                <a:spcPct val="100000"/>
              </a:lnSpc>
              <a:spcBef>
                <a:spcPts val="400"/>
              </a:spcBef>
              <a:spcAft>
                <a:spcPts val="0"/>
              </a:spcAft>
              <a:buClr>
                <a:srgbClr val="EF2AC1"/>
              </a:buClr>
              <a:buSzPts val="2000"/>
              <a:buChar char="»"/>
              <a:defRPr>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13"/>
          <p:cNvSpPr/>
          <p:nvPr/>
        </p:nvSpPr>
        <p:spPr>
          <a:xfrm flipH="1" rot="10800000">
            <a:off x="-2" y="5143499"/>
            <a:ext cx="9144002" cy="45719"/>
          </a:xfrm>
          <a:prstGeom prst="rect">
            <a:avLst/>
          </a:prstGeom>
          <a:solidFill>
            <a:srgbClr val="0033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88" name="Google Shape;88;p13"/>
          <p:cNvCxnSpPr/>
          <p:nvPr/>
        </p:nvCxnSpPr>
        <p:spPr>
          <a:xfrm>
            <a:off x="-2" y="5074699"/>
            <a:ext cx="6351375" cy="0"/>
          </a:xfrm>
          <a:prstGeom prst="straightConnector1">
            <a:avLst/>
          </a:prstGeom>
          <a:noFill/>
          <a:ln cap="flat" cmpd="sng" w="12700">
            <a:solidFill>
              <a:schemeClr val="dk1"/>
            </a:solidFill>
            <a:prstDash val="solid"/>
            <a:round/>
            <a:headEnd len="sm" w="sm" type="none"/>
            <a:tailEnd len="sm" w="sm" type="none"/>
          </a:ln>
        </p:spPr>
      </p:cxnSp>
      <p:pic>
        <p:nvPicPr>
          <p:cNvPr id="89" name="Google Shape;89;p13"/>
          <p:cNvPicPr preferRelativeResize="0"/>
          <p:nvPr/>
        </p:nvPicPr>
        <p:blipFill rotWithShape="1">
          <a:blip r:embed="rId3">
            <a:alphaModFix/>
          </a:blip>
          <a:srcRect b="45989" l="1297" r="78125" t="15306"/>
          <a:stretch/>
        </p:blipFill>
        <p:spPr>
          <a:xfrm>
            <a:off x="8581153" y="68710"/>
            <a:ext cx="458429" cy="52831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94" name="Shape 94"/>
        <p:cNvGrpSpPr/>
        <p:nvPr/>
      </p:nvGrpSpPr>
      <p:grpSpPr>
        <a:xfrm>
          <a:off x="0" y="0"/>
          <a:ext cx="0" cy="0"/>
          <a:chOff x="0" y="0"/>
          <a:chExt cx="0" cy="0"/>
        </a:xfrm>
      </p:grpSpPr>
      <p:sp>
        <p:nvSpPr>
          <p:cNvPr id="95" name="Google Shape;95;p15"/>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 name="Google Shape;96;p15"/>
          <p:cNvPicPr preferRelativeResize="0"/>
          <p:nvPr/>
        </p:nvPicPr>
        <p:blipFill>
          <a:blip r:embed="rId2">
            <a:alphaModFix/>
          </a:blip>
          <a:stretch>
            <a:fillRect/>
          </a:stretch>
        </p:blipFill>
        <p:spPr>
          <a:xfrm>
            <a:off x="3033025" y="1976425"/>
            <a:ext cx="2759801" cy="909250"/>
          </a:xfrm>
          <a:prstGeom prst="rect">
            <a:avLst/>
          </a:prstGeom>
          <a:noFill/>
          <a:ln>
            <a:noFill/>
          </a:ln>
        </p:spPr>
      </p:pic>
      <p:sp>
        <p:nvSpPr>
          <p:cNvPr id="97" name="Google Shape;97;p15"/>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 name="Google Shape;102;p15"/>
          <p:cNvPicPr preferRelativeResize="0"/>
          <p:nvPr/>
        </p:nvPicPr>
        <p:blipFill>
          <a:blip r:embed="rId3">
            <a:alphaModFix/>
          </a:blip>
          <a:stretch>
            <a:fillRect/>
          </a:stretch>
        </p:blipFill>
        <p:spPr>
          <a:xfrm>
            <a:off x="8398214" y="1165560"/>
            <a:ext cx="476350" cy="714544"/>
          </a:xfrm>
          <a:prstGeom prst="rect">
            <a:avLst/>
          </a:prstGeom>
          <a:noFill/>
          <a:ln>
            <a:noFill/>
          </a:ln>
        </p:spPr>
      </p:pic>
      <p:pic>
        <p:nvPicPr>
          <p:cNvPr id="103" name="Google Shape;103;p15"/>
          <p:cNvPicPr preferRelativeResize="0"/>
          <p:nvPr/>
        </p:nvPicPr>
        <p:blipFill>
          <a:blip r:embed="rId4">
            <a:alphaModFix/>
          </a:blip>
          <a:stretch>
            <a:fillRect/>
          </a:stretch>
        </p:blipFill>
        <p:spPr>
          <a:xfrm rot="10800000">
            <a:off x="-4" y="4155124"/>
            <a:ext cx="988375" cy="9883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104" name="Shape 104"/>
        <p:cNvGrpSpPr/>
        <p:nvPr/>
      </p:nvGrpSpPr>
      <p:grpSpPr>
        <a:xfrm>
          <a:off x="0" y="0"/>
          <a:ext cx="0" cy="0"/>
          <a:chOff x="0" y="0"/>
          <a:chExt cx="0" cy="0"/>
        </a:xfrm>
      </p:grpSpPr>
      <p:pic>
        <p:nvPicPr>
          <p:cNvPr id="105" name="Google Shape;105;p16"/>
          <p:cNvPicPr preferRelativeResize="0"/>
          <p:nvPr/>
        </p:nvPicPr>
        <p:blipFill>
          <a:blip r:embed="rId2">
            <a:alphaModFix/>
          </a:blip>
          <a:stretch>
            <a:fillRect/>
          </a:stretch>
        </p:blipFill>
        <p:spPr>
          <a:xfrm>
            <a:off x="2814275" y="1956545"/>
            <a:ext cx="2759801" cy="909260"/>
          </a:xfrm>
          <a:prstGeom prst="rect">
            <a:avLst/>
          </a:prstGeom>
          <a:noFill/>
          <a:ln>
            <a:noFill/>
          </a:ln>
        </p:spPr>
      </p:pic>
      <p:sp>
        <p:nvSpPr>
          <p:cNvPr id="106" name="Google Shape;106;p16"/>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 name="Google Shape;111;p16"/>
          <p:cNvPicPr preferRelativeResize="0"/>
          <p:nvPr/>
        </p:nvPicPr>
        <p:blipFill>
          <a:blip r:embed="rId3">
            <a:alphaModFix/>
          </a:blip>
          <a:stretch>
            <a:fillRect/>
          </a:stretch>
        </p:blipFill>
        <p:spPr>
          <a:xfrm>
            <a:off x="8398214" y="1165560"/>
            <a:ext cx="476350" cy="714544"/>
          </a:xfrm>
          <a:prstGeom prst="rect">
            <a:avLst/>
          </a:prstGeom>
          <a:noFill/>
          <a:ln>
            <a:noFill/>
          </a:ln>
        </p:spPr>
      </p:pic>
      <p:sp>
        <p:nvSpPr>
          <p:cNvPr id="112" name="Google Shape;112;p16"/>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113" name="Shape 113"/>
        <p:cNvGrpSpPr/>
        <p:nvPr/>
      </p:nvGrpSpPr>
      <p:grpSpPr>
        <a:xfrm>
          <a:off x="0" y="0"/>
          <a:ext cx="0" cy="0"/>
          <a:chOff x="0" y="0"/>
          <a:chExt cx="0" cy="0"/>
        </a:xfrm>
      </p:grpSpPr>
      <p:sp>
        <p:nvSpPr>
          <p:cNvPr id="114" name="Google Shape;114;p17"/>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15" name="Google Shape;115;p17"/>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pic>
        <p:nvPicPr>
          <p:cNvPr id="116" name="Google Shape;116;p17"/>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117" name="Google Shape;117;p1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17"/>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7"/>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120" name="Google Shape;120;p17"/>
          <p:cNvPicPr preferRelativeResize="0"/>
          <p:nvPr/>
        </p:nvPicPr>
        <p:blipFill>
          <a:blip r:embed="rId4">
            <a:alphaModFix/>
          </a:blip>
          <a:stretch>
            <a:fillRect/>
          </a:stretch>
        </p:blipFill>
        <p:spPr>
          <a:xfrm>
            <a:off x="705588" y="4235030"/>
            <a:ext cx="1194674" cy="3936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121" name="Shape 121"/>
        <p:cNvGrpSpPr/>
        <p:nvPr/>
      </p:nvGrpSpPr>
      <p:grpSpPr>
        <a:xfrm>
          <a:off x="0" y="0"/>
          <a:ext cx="0" cy="0"/>
          <a:chOff x="0" y="0"/>
          <a:chExt cx="0" cy="0"/>
        </a:xfrm>
      </p:grpSpPr>
      <p:sp>
        <p:nvSpPr>
          <p:cNvPr id="122" name="Google Shape;122;p18"/>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23" name="Google Shape;123;p18"/>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pic>
        <p:nvPicPr>
          <p:cNvPr id="124" name="Google Shape;124;p18"/>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125" name="Google Shape;125;p1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18"/>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8"/>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 name="Google Shape;128;p18"/>
          <p:cNvPicPr preferRelativeResize="0"/>
          <p:nvPr/>
        </p:nvPicPr>
        <p:blipFill>
          <a:blip r:embed="rId3">
            <a:alphaModFix/>
          </a:blip>
          <a:stretch>
            <a:fillRect/>
          </a:stretch>
        </p:blipFill>
        <p:spPr>
          <a:xfrm>
            <a:off x="705588" y="4235030"/>
            <a:ext cx="1194674" cy="3936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129" name="Shape 129"/>
        <p:cNvGrpSpPr/>
        <p:nvPr/>
      </p:nvGrpSpPr>
      <p:grpSpPr>
        <a:xfrm>
          <a:off x="0" y="0"/>
          <a:ext cx="0" cy="0"/>
          <a:chOff x="0" y="0"/>
          <a:chExt cx="0" cy="0"/>
        </a:xfrm>
      </p:grpSpPr>
      <p:sp>
        <p:nvSpPr>
          <p:cNvPr id="130" name="Google Shape;130;p19"/>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9"/>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32" name="Google Shape;132;p19"/>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2100"/>
              <a:buNone/>
              <a:defRPr sz="2100">
                <a:solidFill>
                  <a:schemeClr val="dk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
        <p:nvSpPr>
          <p:cNvPr id="133" name="Google Shape;133;p1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pic>
        <p:nvPicPr>
          <p:cNvPr id="134" name="Google Shape;134;p19"/>
          <p:cNvPicPr preferRelativeResize="0"/>
          <p:nvPr/>
        </p:nvPicPr>
        <p:blipFill>
          <a:blip r:embed="rId2">
            <a:alphaModFix/>
          </a:blip>
          <a:stretch>
            <a:fillRect/>
          </a:stretch>
        </p:blipFill>
        <p:spPr>
          <a:xfrm>
            <a:off x="703825" y="4236350"/>
            <a:ext cx="1186599" cy="3909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135" name="Shape 135"/>
        <p:cNvGrpSpPr/>
        <p:nvPr/>
      </p:nvGrpSpPr>
      <p:grpSpPr>
        <a:xfrm>
          <a:off x="0" y="0"/>
          <a:ext cx="0" cy="0"/>
          <a:chOff x="0" y="0"/>
          <a:chExt cx="0" cy="0"/>
        </a:xfrm>
      </p:grpSpPr>
      <p:sp>
        <p:nvSpPr>
          <p:cNvPr id="136" name="Google Shape;136;p20"/>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38" name="Google Shape;138;p2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pic>
        <p:nvPicPr>
          <p:cNvPr id="139" name="Google Shape;139;p20"/>
          <p:cNvPicPr preferRelativeResize="0"/>
          <p:nvPr/>
        </p:nvPicPr>
        <p:blipFill>
          <a:blip r:embed="rId2">
            <a:alphaModFix/>
          </a:blip>
          <a:stretch>
            <a:fillRect/>
          </a:stretch>
        </p:blipFill>
        <p:spPr>
          <a:xfrm>
            <a:off x="8128800" y="0"/>
            <a:ext cx="1015200" cy="100795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140" name="Shape 140"/>
        <p:cNvGrpSpPr/>
        <p:nvPr/>
      </p:nvGrpSpPr>
      <p:grpSpPr>
        <a:xfrm>
          <a:off x="0" y="0"/>
          <a:ext cx="0" cy="0"/>
          <a:chOff x="0" y="0"/>
          <a:chExt cx="0" cy="0"/>
        </a:xfrm>
      </p:grpSpPr>
      <p:sp>
        <p:nvSpPr>
          <p:cNvPr id="141" name="Google Shape;141;p21"/>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txBox="1"/>
          <p:nvPr>
            <p:ph type="title"/>
          </p:nvPr>
        </p:nvSpPr>
        <p:spPr>
          <a:xfrm>
            <a:off x="607150" y="2148722"/>
            <a:ext cx="8222100" cy="838800"/>
          </a:xfrm>
          <a:prstGeom prst="rect">
            <a:avLst/>
          </a:prstGeom>
        </p:spPr>
        <p:txBody>
          <a:bodyPr anchorCtr="0" anchor="ctr"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p:txBody>
      </p:sp>
      <p:sp>
        <p:nvSpPr>
          <p:cNvPr id="143" name="Google Shape;143;p2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pic>
        <p:nvPicPr>
          <p:cNvPr id="144" name="Google Shape;144;p21"/>
          <p:cNvPicPr preferRelativeResize="0"/>
          <p:nvPr/>
        </p:nvPicPr>
        <p:blipFill>
          <a:blip r:embed="rId2">
            <a:alphaModFix/>
          </a:blip>
          <a:stretch>
            <a:fillRect/>
          </a:stretch>
        </p:blipFill>
        <p:spPr>
          <a:xfrm>
            <a:off x="8155621" y="-1"/>
            <a:ext cx="988375" cy="9883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5" name="Shape 145"/>
        <p:cNvGrpSpPr/>
        <p:nvPr/>
      </p:nvGrpSpPr>
      <p:grpSpPr>
        <a:xfrm>
          <a:off x="0" y="0"/>
          <a:ext cx="0" cy="0"/>
          <a:chOff x="0" y="0"/>
          <a:chExt cx="0" cy="0"/>
        </a:xfrm>
      </p:grpSpPr>
      <p:sp>
        <p:nvSpPr>
          <p:cNvPr id="146" name="Google Shape;146;p22"/>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2"/>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9" name="Google Shape;149;p2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22"/>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pic>
        <p:nvPicPr>
          <p:cNvPr id="152" name="Google Shape;152;p22"/>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3" name="Shape 153"/>
        <p:cNvGrpSpPr/>
        <p:nvPr/>
      </p:nvGrpSpPr>
      <p:grpSpPr>
        <a:xfrm>
          <a:off x="0" y="0"/>
          <a:ext cx="0" cy="0"/>
          <a:chOff x="0" y="0"/>
          <a:chExt cx="0" cy="0"/>
        </a:xfrm>
      </p:grpSpPr>
      <p:sp>
        <p:nvSpPr>
          <p:cNvPr id="154" name="Google Shape;154;p23"/>
          <p:cNvSpPr txBox="1"/>
          <p:nvPr>
            <p:ph type="title"/>
          </p:nvPr>
        </p:nvSpPr>
        <p:spPr>
          <a:xfrm>
            <a:off x="311700" y="410000"/>
            <a:ext cx="66141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5" name="Google Shape;155;p23"/>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23"/>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7" name="Google Shape;157;p2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grpSp>
        <p:nvGrpSpPr>
          <p:cNvPr id="158" name="Google Shape;158;p23"/>
          <p:cNvGrpSpPr/>
          <p:nvPr/>
        </p:nvGrpSpPr>
        <p:grpSpPr>
          <a:xfrm>
            <a:off x="6971838" y="-12"/>
            <a:ext cx="2174881" cy="1450030"/>
            <a:chOff x="6098378" y="5"/>
            <a:chExt cx="3045625" cy="2030570"/>
          </a:xfrm>
        </p:grpSpPr>
        <p:sp>
          <p:nvSpPr>
            <p:cNvPr id="159" name="Google Shape;159;p2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3" name="Google Shape;163;p23"/>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164" name="Google Shape;164;p23"/>
          <p:cNvPicPr preferRelativeResize="0"/>
          <p:nvPr/>
        </p:nvPicPr>
        <p:blipFill>
          <a:blip r:embed="rId3">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2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7" name="Google Shape;167;p2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pic>
        <p:nvPicPr>
          <p:cNvPr id="168" name="Google Shape;168;p24"/>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9" name="Shape 169"/>
        <p:cNvGrpSpPr/>
        <p:nvPr/>
      </p:nvGrpSpPr>
      <p:grpSpPr>
        <a:xfrm>
          <a:off x="0" y="0"/>
          <a:ext cx="0" cy="0"/>
          <a:chOff x="0" y="0"/>
          <a:chExt cx="0" cy="0"/>
        </a:xfrm>
      </p:grpSpPr>
      <p:sp>
        <p:nvSpPr>
          <p:cNvPr id="170" name="Google Shape;170;p2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1" name="Google Shape;171;p2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
        <p:nvSpPr>
          <p:cNvPr id="172" name="Google Shape;172;p25"/>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p25"/>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4" name="Shape 174"/>
        <p:cNvGrpSpPr/>
        <p:nvPr/>
      </p:nvGrpSpPr>
      <p:grpSpPr>
        <a:xfrm>
          <a:off x="0" y="0"/>
          <a:ext cx="0" cy="0"/>
          <a:chOff x="0" y="0"/>
          <a:chExt cx="0" cy="0"/>
        </a:xfrm>
      </p:grpSpPr>
      <p:sp>
        <p:nvSpPr>
          <p:cNvPr id="175" name="Google Shape;175;p2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sp>
        <p:nvSpPr>
          <p:cNvPr id="177" name="Google Shape;177;p27"/>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7"/>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9" name="Google Shape;179;p27"/>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80" name="Google Shape;180;p2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181" name="Google Shape;181;p2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pic>
        <p:nvPicPr>
          <p:cNvPr id="182" name="Google Shape;182;p27"/>
          <p:cNvPicPr preferRelativeResize="0"/>
          <p:nvPr/>
        </p:nvPicPr>
        <p:blipFill>
          <a:blip r:embed="rId2">
            <a:alphaModFix/>
          </a:blip>
          <a:stretch>
            <a:fillRect/>
          </a:stretch>
        </p:blipFill>
        <p:spPr>
          <a:xfrm>
            <a:off x="8223025" y="-6"/>
            <a:ext cx="920975" cy="914400"/>
          </a:xfrm>
          <a:prstGeom prst="rect">
            <a:avLst/>
          </a:prstGeom>
          <a:noFill/>
          <a:ln>
            <a:noFill/>
          </a:ln>
        </p:spPr>
      </p:pic>
      <p:pic>
        <p:nvPicPr>
          <p:cNvPr id="183" name="Google Shape;183;p27"/>
          <p:cNvPicPr preferRelativeResize="0"/>
          <p:nvPr/>
        </p:nvPicPr>
        <p:blipFill>
          <a:blip r:embed="rId3">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4" name="Shape 184"/>
        <p:cNvGrpSpPr/>
        <p:nvPr/>
      </p:nvGrpSpPr>
      <p:grpSpPr>
        <a:xfrm>
          <a:off x="0" y="0"/>
          <a:ext cx="0" cy="0"/>
          <a:chOff x="0" y="0"/>
          <a:chExt cx="0" cy="0"/>
        </a:xfrm>
      </p:grpSpPr>
      <p:sp>
        <p:nvSpPr>
          <p:cNvPr id="185" name="Google Shape;185;p28"/>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86" name="Google Shape;186;p2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187" name="Shape 187"/>
        <p:cNvGrpSpPr/>
        <p:nvPr/>
      </p:nvGrpSpPr>
      <p:grpSpPr>
        <a:xfrm>
          <a:off x="0" y="0"/>
          <a:ext cx="0" cy="0"/>
          <a:chOff x="0" y="0"/>
          <a:chExt cx="0" cy="0"/>
        </a:xfrm>
      </p:grpSpPr>
      <p:grpSp>
        <p:nvGrpSpPr>
          <p:cNvPr id="188" name="Google Shape;188;p29"/>
          <p:cNvGrpSpPr/>
          <p:nvPr/>
        </p:nvGrpSpPr>
        <p:grpSpPr>
          <a:xfrm>
            <a:off x="6098378" y="5"/>
            <a:ext cx="3045625" cy="2030570"/>
            <a:chOff x="6098378" y="5"/>
            <a:chExt cx="3045625" cy="2030570"/>
          </a:xfrm>
        </p:grpSpPr>
        <p:sp>
          <p:nvSpPr>
            <p:cNvPr id="189" name="Google Shape;189;p29"/>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29"/>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194" name="Google Shape;194;p29"/>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195" name="Google Shape;195;p2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pic>
        <p:nvPicPr>
          <p:cNvPr id="196" name="Google Shape;196;p29"/>
          <p:cNvPicPr preferRelativeResize="0"/>
          <p:nvPr/>
        </p:nvPicPr>
        <p:blipFill>
          <a:blip r:embed="rId2">
            <a:alphaModFix/>
          </a:blip>
          <a:stretch>
            <a:fillRect/>
          </a:stretch>
        </p:blipFill>
        <p:spPr>
          <a:xfrm>
            <a:off x="8460425" y="301096"/>
            <a:ext cx="286575" cy="4298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7" name="Shape 197"/>
        <p:cNvGrpSpPr/>
        <p:nvPr/>
      </p:nvGrpSpPr>
      <p:grpSpPr>
        <a:xfrm>
          <a:off x="0" y="0"/>
          <a:ext cx="0" cy="0"/>
          <a:chOff x="0" y="0"/>
          <a:chExt cx="0" cy="0"/>
        </a:xfrm>
      </p:grpSpPr>
      <p:sp>
        <p:nvSpPr>
          <p:cNvPr id="198" name="Google Shape;198;p3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203" name="Shape 203"/>
        <p:cNvGrpSpPr/>
        <p:nvPr/>
      </p:nvGrpSpPr>
      <p:grpSpPr>
        <a:xfrm>
          <a:off x="0" y="0"/>
          <a:ext cx="0" cy="0"/>
          <a:chOff x="0" y="0"/>
          <a:chExt cx="0" cy="0"/>
        </a:xfrm>
      </p:grpSpPr>
      <p:sp>
        <p:nvSpPr>
          <p:cNvPr id="204" name="Google Shape;204;p32"/>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2"/>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2"/>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2"/>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2"/>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9" name="Google Shape;209;p32"/>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210" name="Google Shape;210;p32"/>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1" name="Google Shape;211;p32"/>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212" name="Shape 212"/>
        <p:cNvGrpSpPr/>
        <p:nvPr/>
      </p:nvGrpSpPr>
      <p:grpSpPr>
        <a:xfrm>
          <a:off x="0" y="0"/>
          <a:ext cx="0" cy="0"/>
          <a:chOff x="0" y="0"/>
          <a:chExt cx="0" cy="0"/>
        </a:xfrm>
      </p:grpSpPr>
      <p:sp>
        <p:nvSpPr>
          <p:cNvPr id="213" name="Google Shape;213;p33"/>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14" name="Google Shape;214;p3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15" name="Google Shape;215;p33"/>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16" name="Google Shape;216;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217" name="Google Shape;217;p33"/>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8" name="Google Shape;218;p33"/>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219" name="Google Shape;219;p33"/>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220" name="Shape 220"/>
        <p:cNvGrpSpPr/>
        <p:nvPr/>
      </p:nvGrpSpPr>
      <p:grpSpPr>
        <a:xfrm>
          <a:off x="0" y="0"/>
          <a:ext cx="0" cy="0"/>
          <a:chOff x="0" y="0"/>
          <a:chExt cx="0" cy="0"/>
        </a:xfrm>
      </p:grpSpPr>
      <p:sp>
        <p:nvSpPr>
          <p:cNvPr id="221" name="Google Shape;221;p34"/>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22" name="Google Shape;222;p34"/>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223" name="Google Shape;223;p34"/>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224" name="Google Shape;224;p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225" name="Google Shape;225;p34"/>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4"/>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 name="Google Shape;227;p34"/>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228" name="Shape 228"/>
        <p:cNvGrpSpPr/>
        <p:nvPr/>
      </p:nvGrpSpPr>
      <p:grpSpPr>
        <a:xfrm>
          <a:off x="0" y="0"/>
          <a:ext cx="0" cy="0"/>
          <a:chOff x="0" y="0"/>
          <a:chExt cx="0" cy="0"/>
        </a:xfrm>
      </p:grpSpPr>
      <p:sp>
        <p:nvSpPr>
          <p:cNvPr id="229" name="Google Shape;229;p35"/>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31" name="Google Shape;231;p3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232" name="Google Shape;232;p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33" name="Google Shape;233;p35"/>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234" name="Shape 234"/>
        <p:cNvGrpSpPr/>
        <p:nvPr/>
      </p:nvGrpSpPr>
      <p:grpSpPr>
        <a:xfrm>
          <a:off x="0" y="0"/>
          <a:ext cx="0" cy="0"/>
          <a:chOff x="0" y="0"/>
          <a:chExt cx="0" cy="0"/>
        </a:xfrm>
      </p:grpSpPr>
      <p:sp>
        <p:nvSpPr>
          <p:cNvPr id="235" name="Google Shape;235;p36"/>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6"/>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37" name="Google Shape;237;p3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38" name="Google Shape;238;p36"/>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700" scaled="0"/>
        </a:gradFill>
      </p:bgPr>
    </p:bg>
    <p:spTree>
      <p:nvGrpSpPr>
        <p:cNvPr id="239" name="Shape 239"/>
        <p:cNvGrpSpPr/>
        <p:nvPr/>
      </p:nvGrpSpPr>
      <p:grpSpPr>
        <a:xfrm>
          <a:off x="0" y="0"/>
          <a:ext cx="0" cy="0"/>
          <a:chOff x="0" y="0"/>
          <a:chExt cx="0" cy="0"/>
        </a:xfrm>
      </p:grpSpPr>
      <p:sp>
        <p:nvSpPr>
          <p:cNvPr id="240" name="Google Shape;240;p37"/>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7"/>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242" name="Google Shape;242;p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43" name="Google Shape;243;p37"/>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4" name="Shape 244"/>
        <p:cNvGrpSpPr/>
        <p:nvPr/>
      </p:nvGrpSpPr>
      <p:grpSpPr>
        <a:xfrm>
          <a:off x="0" y="0"/>
          <a:ext cx="0" cy="0"/>
          <a:chOff x="0" y="0"/>
          <a:chExt cx="0" cy="0"/>
        </a:xfrm>
      </p:grpSpPr>
      <p:sp>
        <p:nvSpPr>
          <p:cNvPr id="245" name="Google Shape;245;p38"/>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6" name="Google Shape;246;p38"/>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7" name="Google Shape;247;p38"/>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8" name="Google Shape;248;p3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grpSp>
        <p:nvGrpSpPr>
          <p:cNvPr id="249" name="Google Shape;249;p38"/>
          <p:cNvGrpSpPr/>
          <p:nvPr/>
        </p:nvGrpSpPr>
        <p:grpSpPr>
          <a:xfrm>
            <a:off x="6971838" y="-12"/>
            <a:ext cx="2174881" cy="1450030"/>
            <a:chOff x="6098378" y="5"/>
            <a:chExt cx="3045625" cy="2030570"/>
          </a:xfrm>
        </p:grpSpPr>
        <p:sp>
          <p:nvSpPr>
            <p:cNvPr id="250" name="Google Shape;250;p38"/>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8"/>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8"/>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8"/>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54" name="Google Shape;254;p38"/>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255" name="Google Shape;255;p38"/>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6" name="Shape 256"/>
        <p:cNvGrpSpPr/>
        <p:nvPr/>
      </p:nvGrpSpPr>
      <p:grpSpPr>
        <a:xfrm>
          <a:off x="0" y="0"/>
          <a:ext cx="0" cy="0"/>
          <a:chOff x="0" y="0"/>
          <a:chExt cx="0" cy="0"/>
        </a:xfrm>
      </p:grpSpPr>
      <p:sp>
        <p:nvSpPr>
          <p:cNvPr id="257" name="Google Shape;257;p39"/>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9"/>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0" name="Google Shape;260;p3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261" name="Google Shape;261;p39"/>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9"/>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263" name="Google Shape;263;p39"/>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6" name="Google Shape;266;p4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67" name="Google Shape;267;p40"/>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8" name="Shape 268"/>
        <p:cNvGrpSpPr/>
        <p:nvPr/>
      </p:nvGrpSpPr>
      <p:grpSpPr>
        <a:xfrm>
          <a:off x="0" y="0"/>
          <a:ext cx="0" cy="0"/>
          <a:chOff x="0" y="0"/>
          <a:chExt cx="0" cy="0"/>
        </a:xfrm>
      </p:grpSpPr>
      <p:sp>
        <p:nvSpPr>
          <p:cNvPr id="269" name="Google Shape;269;p41"/>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1"/>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71" name="Google Shape;271;p41"/>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272" name="Google Shape;272;p4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73" name="Google Shape;273;p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74" name="Google Shape;274;p41"/>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275" name="Google Shape;275;p41"/>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276" name="Shape 276"/>
        <p:cNvGrpSpPr/>
        <p:nvPr/>
      </p:nvGrpSpPr>
      <p:grpSpPr>
        <a:xfrm>
          <a:off x="0" y="0"/>
          <a:ext cx="0" cy="0"/>
          <a:chOff x="0" y="0"/>
          <a:chExt cx="0" cy="0"/>
        </a:xfrm>
      </p:grpSpPr>
      <p:sp>
        <p:nvSpPr>
          <p:cNvPr id="277" name="Google Shape;277;p42"/>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2"/>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279" name="Google Shape;279;p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80" name="Google Shape;280;p42"/>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281" name="Google Shape;281;p42"/>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282" name="Google Shape;282;p42"/>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US"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283" name="Google Shape;283;p42"/>
          <p:cNvSpPr/>
          <p:nvPr>
            <p:ph idx="2" type="pic"/>
          </p:nvPr>
        </p:nvSpPr>
        <p:spPr>
          <a:xfrm>
            <a:off x="337406" y="2569706"/>
            <a:ext cx="3901500" cy="14631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284" name="Shape 284"/>
        <p:cNvGrpSpPr/>
        <p:nvPr/>
      </p:nvGrpSpPr>
      <p:grpSpPr>
        <a:xfrm>
          <a:off x="0" y="0"/>
          <a:ext cx="0" cy="0"/>
          <a:chOff x="0" y="0"/>
          <a:chExt cx="0" cy="0"/>
        </a:xfrm>
      </p:grpSpPr>
      <p:grpSp>
        <p:nvGrpSpPr>
          <p:cNvPr id="285" name="Google Shape;285;p43"/>
          <p:cNvGrpSpPr/>
          <p:nvPr/>
        </p:nvGrpSpPr>
        <p:grpSpPr>
          <a:xfrm>
            <a:off x="6098378" y="5"/>
            <a:ext cx="3045625" cy="2030570"/>
            <a:chOff x="6098378" y="5"/>
            <a:chExt cx="3045625" cy="2030570"/>
          </a:xfrm>
        </p:grpSpPr>
        <p:sp>
          <p:nvSpPr>
            <p:cNvPr id="286" name="Google Shape;286;p4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3"/>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0" name="Google Shape;290;p43"/>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291" name="Google Shape;291;p43"/>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292" name="Google Shape;292;p4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293" name="Google Shape;293;p43"/>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294" name="Shape 294"/>
        <p:cNvGrpSpPr/>
        <p:nvPr/>
      </p:nvGrpSpPr>
      <p:grpSpPr>
        <a:xfrm>
          <a:off x="0" y="0"/>
          <a:ext cx="0" cy="0"/>
          <a:chOff x="0" y="0"/>
          <a:chExt cx="0" cy="0"/>
        </a:xfrm>
      </p:grpSpPr>
      <p:grpSp>
        <p:nvGrpSpPr>
          <p:cNvPr id="295" name="Google Shape;295;p44"/>
          <p:cNvGrpSpPr/>
          <p:nvPr/>
        </p:nvGrpSpPr>
        <p:grpSpPr>
          <a:xfrm>
            <a:off x="6098378" y="5"/>
            <a:ext cx="3045625" cy="2030570"/>
            <a:chOff x="6098378" y="5"/>
            <a:chExt cx="3045625" cy="2030570"/>
          </a:xfrm>
        </p:grpSpPr>
        <p:sp>
          <p:nvSpPr>
            <p:cNvPr id="296" name="Google Shape;296;p4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4"/>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4"/>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4"/>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0" name="Google Shape;300;p44"/>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301" name="Google Shape;301;p4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302" name="Google Shape;302;p44"/>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303" name="Google Shape;303;p44"/>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4" name="Shape 304"/>
        <p:cNvGrpSpPr/>
        <p:nvPr/>
      </p:nvGrpSpPr>
      <p:grpSpPr>
        <a:xfrm>
          <a:off x="0" y="0"/>
          <a:ext cx="0" cy="0"/>
          <a:chOff x="0" y="0"/>
          <a:chExt cx="0" cy="0"/>
        </a:xfrm>
      </p:grpSpPr>
      <p:sp>
        <p:nvSpPr>
          <p:cNvPr id="305" name="Google Shape;305;p4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306" name="Shape 306"/>
        <p:cNvGrpSpPr/>
        <p:nvPr/>
      </p:nvGrpSpPr>
      <p:grpSpPr>
        <a:xfrm>
          <a:off x="0" y="0"/>
          <a:ext cx="0" cy="0"/>
          <a:chOff x="0" y="0"/>
          <a:chExt cx="0" cy="0"/>
        </a:xfrm>
      </p:grpSpPr>
      <p:sp>
        <p:nvSpPr>
          <p:cNvPr id="307" name="Google Shape;307;p46"/>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6"/>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6"/>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6"/>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6"/>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6"/>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3" name="Google Shape;313;p46"/>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314" name="Google Shape;314;p46"/>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315" name="Google Shape;315;p46"/>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6" name="Shape 316"/>
        <p:cNvGrpSpPr/>
        <p:nvPr/>
      </p:nvGrpSpPr>
      <p:grpSpPr>
        <a:xfrm>
          <a:off x="0" y="0"/>
          <a:ext cx="0" cy="0"/>
          <a:chOff x="0" y="0"/>
          <a:chExt cx="0" cy="0"/>
        </a:xfrm>
      </p:grpSpPr>
      <p:sp>
        <p:nvSpPr>
          <p:cNvPr id="317" name="Google Shape;317;p47"/>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318" name="Google Shape;318;p4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 2">
    <p:spTree>
      <p:nvGrpSpPr>
        <p:cNvPr id="319" name="Shape 319"/>
        <p:cNvGrpSpPr/>
        <p:nvPr/>
      </p:nvGrpSpPr>
      <p:grpSpPr>
        <a:xfrm>
          <a:off x="0" y="0"/>
          <a:ext cx="0" cy="0"/>
          <a:chOff x="0" y="0"/>
          <a:chExt cx="0" cy="0"/>
        </a:xfrm>
      </p:grpSpPr>
      <p:sp>
        <p:nvSpPr>
          <p:cNvPr id="320" name="Google Shape;320;p48"/>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SzPts val="3000"/>
              <a:buFont typeface="Century Gothic"/>
              <a:buNone/>
              <a:defRPr b="0" i="0" sz="3000" cap="none">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21" name="Google Shape;321;p48"/>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Image White">
  <p:cSld name="Two Column/Image White">
    <p:bg>
      <p:bgPr>
        <a:solidFill>
          <a:schemeClr val="dk2"/>
        </a:solidFill>
      </p:bgPr>
    </p:bg>
    <p:spTree>
      <p:nvGrpSpPr>
        <p:cNvPr id="322" name="Shape 322"/>
        <p:cNvGrpSpPr/>
        <p:nvPr/>
      </p:nvGrpSpPr>
      <p:grpSpPr>
        <a:xfrm>
          <a:off x="0" y="0"/>
          <a:ext cx="0" cy="0"/>
          <a:chOff x="0" y="0"/>
          <a:chExt cx="0" cy="0"/>
        </a:xfrm>
      </p:grpSpPr>
      <p:sp>
        <p:nvSpPr>
          <p:cNvPr id="323" name="Google Shape;323;p49"/>
          <p:cNvSpPr/>
          <p:nvPr>
            <p:ph idx="2" type="pic"/>
          </p:nvPr>
        </p:nvSpPr>
        <p:spPr>
          <a:xfrm>
            <a:off x="4572000" y="0"/>
            <a:ext cx="4572000" cy="5143500"/>
          </a:xfrm>
          <a:prstGeom prst="rect">
            <a:avLst/>
          </a:prstGeom>
          <a:solidFill>
            <a:srgbClr val="7F7F7F"/>
          </a:solidFill>
          <a:ln>
            <a:noFill/>
          </a:ln>
        </p:spPr>
      </p:sp>
      <p:sp>
        <p:nvSpPr>
          <p:cNvPr id="324" name="Google Shape;324;p49"/>
          <p:cNvSpPr txBox="1"/>
          <p:nvPr>
            <p:ph idx="1" type="body"/>
          </p:nvPr>
        </p:nvSpPr>
        <p:spPr>
          <a:xfrm>
            <a:off x="5143500" y="342900"/>
            <a:ext cx="34290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1800"/>
              </a:spcBef>
              <a:spcAft>
                <a:spcPts val="0"/>
              </a:spcAft>
              <a:buClr>
                <a:schemeClr val="dk1"/>
              </a:buClr>
              <a:buSzPts val="1800"/>
              <a:buChar char="•"/>
              <a:defRPr>
                <a:solidFill>
                  <a:schemeClr val="dk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dk1"/>
              </a:buClr>
              <a:buSzPts val="1500"/>
              <a:buChar char="•"/>
              <a:defRPr>
                <a:solidFill>
                  <a:schemeClr val="dk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
        <p:nvSpPr>
          <p:cNvPr id="325" name="Google Shape;325;p49"/>
          <p:cNvSpPr txBox="1"/>
          <p:nvPr>
            <p:ph idx="3" type="body"/>
          </p:nvPr>
        </p:nvSpPr>
        <p:spPr>
          <a:xfrm>
            <a:off x="960459" y="342900"/>
            <a:ext cx="2571900" cy="4499400"/>
          </a:xfrm>
          <a:prstGeom prst="rect">
            <a:avLst/>
          </a:prstGeom>
          <a:noFill/>
          <a:ln>
            <a:noFill/>
          </a:ln>
        </p:spPr>
        <p:txBody>
          <a:bodyPr anchorCtr="0" anchor="ctr"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chemeClr val="lt1"/>
              </a:buClr>
              <a:buSzPts val="1500"/>
              <a:buChar char="•"/>
              <a:defRPr>
                <a:solidFill>
                  <a:schemeClr val="lt1"/>
                </a:solidFill>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chemeClr val="lt1"/>
              </a:buClr>
              <a:buSzPts val="1400"/>
              <a:buChar char="•"/>
              <a:defRPr/>
            </a:lvl6pPr>
            <a:lvl7pPr indent="-317500" lvl="6" marL="3200400" rtl="0" algn="l">
              <a:lnSpc>
                <a:spcPct val="90000"/>
              </a:lnSpc>
              <a:spcBef>
                <a:spcPts val="400"/>
              </a:spcBef>
              <a:spcAft>
                <a:spcPts val="0"/>
              </a:spcAft>
              <a:buClr>
                <a:schemeClr val="lt1"/>
              </a:buClr>
              <a:buSzPts val="1400"/>
              <a:buChar char="•"/>
              <a:defRPr/>
            </a:lvl7pPr>
            <a:lvl8pPr indent="-317500" lvl="7" marL="3657600" rtl="0" algn="l">
              <a:lnSpc>
                <a:spcPct val="90000"/>
              </a:lnSpc>
              <a:spcBef>
                <a:spcPts val="400"/>
              </a:spcBef>
              <a:spcAft>
                <a:spcPts val="0"/>
              </a:spcAft>
              <a:buClr>
                <a:schemeClr val="lt1"/>
              </a:buClr>
              <a:buSzPts val="1400"/>
              <a:buChar char="•"/>
              <a:defRPr/>
            </a:lvl8pPr>
            <a:lvl9pPr indent="-317500" lvl="8" marL="4114800" rtl="0" algn="l">
              <a:lnSpc>
                <a:spcPct val="90000"/>
              </a:lnSpc>
              <a:spcBef>
                <a:spcPts val="400"/>
              </a:spcBef>
              <a:spcAft>
                <a:spcPts val="0"/>
              </a:spcAft>
              <a:buClr>
                <a:schemeClr val="lt1"/>
              </a:buClr>
              <a:buSzPts val="1400"/>
              <a:buChar char="•"/>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6" name="Shape 326"/>
        <p:cNvGrpSpPr/>
        <p:nvPr/>
      </p:nvGrpSpPr>
      <p:grpSpPr>
        <a:xfrm>
          <a:off x="0" y="0"/>
          <a:ext cx="0" cy="0"/>
          <a:chOff x="0" y="0"/>
          <a:chExt cx="0" cy="0"/>
        </a:xfrm>
      </p:grpSpPr>
      <p:sp>
        <p:nvSpPr>
          <p:cNvPr id="327" name="Google Shape;327;p50"/>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8" name="Google Shape;328;p5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50"/>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0" name="Google Shape;330;p50"/>
          <p:cNvPicPr preferRelativeResize="0"/>
          <p:nvPr/>
        </p:nvPicPr>
        <p:blipFill>
          <a:blip r:embed="rId2">
            <a:alphaModFix/>
          </a:blip>
          <a:stretch>
            <a:fillRect/>
          </a:stretch>
        </p:blipFill>
        <p:spPr>
          <a:xfrm>
            <a:off x="190335" y="4651200"/>
            <a:ext cx="970780" cy="31985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Image">
  <p:cSld name="One Column/Image">
    <p:bg>
      <p:bgPr>
        <a:solidFill>
          <a:schemeClr val="lt1"/>
        </a:solidFill>
      </p:bgPr>
    </p:bg>
    <p:spTree>
      <p:nvGrpSpPr>
        <p:cNvPr id="331" name="Shape 331"/>
        <p:cNvGrpSpPr/>
        <p:nvPr/>
      </p:nvGrpSpPr>
      <p:grpSpPr>
        <a:xfrm>
          <a:off x="0" y="0"/>
          <a:ext cx="0" cy="0"/>
          <a:chOff x="0" y="0"/>
          <a:chExt cx="0" cy="0"/>
        </a:xfrm>
      </p:grpSpPr>
      <p:sp>
        <p:nvSpPr>
          <p:cNvPr id="332" name="Google Shape;332;p51"/>
          <p:cNvSpPr/>
          <p:nvPr>
            <p:ph idx="2" type="pic"/>
          </p:nvPr>
        </p:nvSpPr>
        <p:spPr>
          <a:xfrm>
            <a:off x="4572000" y="0"/>
            <a:ext cx="4572000" cy="5143500"/>
          </a:xfrm>
          <a:prstGeom prst="rect">
            <a:avLst/>
          </a:prstGeom>
          <a:solidFill>
            <a:srgbClr val="7F7F7F"/>
          </a:solidFill>
          <a:ln>
            <a:noFill/>
          </a:ln>
        </p:spPr>
      </p:sp>
      <p:sp>
        <p:nvSpPr>
          <p:cNvPr id="333" name="Google Shape;333;p51"/>
          <p:cNvSpPr txBox="1"/>
          <p:nvPr>
            <p:ph idx="1" type="body"/>
          </p:nvPr>
        </p:nvSpPr>
        <p:spPr>
          <a:xfrm>
            <a:off x="342899" y="1440180"/>
            <a:ext cx="3876000" cy="33948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chemeClr val="lt1"/>
              </a:buClr>
              <a:buSzPts val="1800"/>
              <a:buChar char="•"/>
              <a:defRPr>
                <a:solidFill>
                  <a:schemeClr val="lt1"/>
                </a:solidFill>
              </a:defRPr>
            </a:lvl1pPr>
            <a:lvl2pPr indent="-323850" lvl="1" marL="914400" rtl="0" algn="l">
              <a:lnSpc>
                <a:spcPct val="100000"/>
              </a:lnSpc>
              <a:spcBef>
                <a:spcPts val="900"/>
              </a:spcBef>
              <a:spcAft>
                <a:spcPts val="0"/>
              </a:spcAft>
              <a:buClr>
                <a:schemeClr val="lt1"/>
              </a:buClr>
              <a:buSzPts val="1500"/>
              <a:buChar char="•"/>
              <a:defRPr>
                <a:solidFill>
                  <a:schemeClr val="lt1"/>
                </a:solidFill>
              </a:defRPr>
            </a:lvl2pPr>
            <a:lvl3pPr indent="-323850" lvl="2" marL="1371600" rtl="0" algn="l">
              <a:lnSpc>
                <a:spcPct val="100000"/>
              </a:lnSpc>
              <a:spcBef>
                <a:spcPts val="900"/>
              </a:spcBef>
              <a:spcAft>
                <a:spcPts val="0"/>
              </a:spcAft>
              <a:buClr>
                <a:schemeClr val="lt1"/>
              </a:buClr>
              <a:buSzPts val="1500"/>
              <a:buChar char="•"/>
              <a:defRPr>
                <a:solidFill>
                  <a:schemeClr val="lt1"/>
                </a:solidFill>
              </a:defRPr>
            </a:lvl3pPr>
            <a:lvl4pPr indent="-323850" lvl="3" marL="1828800" rtl="0" algn="l">
              <a:lnSpc>
                <a:spcPct val="100000"/>
              </a:lnSpc>
              <a:spcBef>
                <a:spcPts val="900"/>
              </a:spcBef>
              <a:spcAft>
                <a:spcPts val="0"/>
              </a:spcAft>
              <a:buClr>
                <a:schemeClr val="lt1"/>
              </a:buClr>
              <a:buSzPts val="1500"/>
              <a:buChar char="•"/>
              <a:defRPr>
                <a:solidFill>
                  <a:schemeClr val="lt1"/>
                </a:solidFill>
              </a:defRPr>
            </a:lvl4pPr>
            <a:lvl5pPr indent="-323850" lvl="4" marL="2286000" rtl="0" algn="l">
              <a:lnSpc>
                <a:spcPct val="100000"/>
              </a:lnSpc>
              <a:spcBef>
                <a:spcPts val="900"/>
              </a:spcBef>
              <a:spcAft>
                <a:spcPts val="0"/>
              </a:spcAft>
              <a:buClr>
                <a:schemeClr val="lt1"/>
              </a:buClr>
              <a:buSzPts val="1500"/>
              <a:buChar char="•"/>
              <a:defRPr>
                <a:solidFill>
                  <a:schemeClr val="lt1"/>
                </a:solidFil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34" name="Google Shape;334;p51"/>
          <p:cNvSpPr txBox="1"/>
          <p:nvPr>
            <p:ph type="title"/>
          </p:nvPr>
        </p:nvSpPr>
        <p:spPr>
          <a:xfrm>
            <a:off x="342900" y="342900"/>
            <a:ext cx="3876000" cy="960000"/>
          </a:xfrm>
          <a:prstGeom prst="rect">
            <a:avLst/>
          </a:prstGeom>
          <a:noFill/>
          <a:ln>
            <a:noFill/>
          </a:ln>
        </p:spPr>
        <p:txBody>
          <a:bodyPr anchorCtr="0" anchor="t" bIns="0" lIns="0" spcFirstLastPara="1" rIns="0" wrap="square" tIns="0">
            <a:noAutofit/>
          </a:bodyPr>
          <a:lstStyle>
            <a:lvl1pPr lvl="0" rtl="0" algn="ctr">
              <a:lnSpc>
                <a:spcPct val="90000"/>
              </a:lnSpc>
              <a:spcBef>
                <a:spcPts val="0"/>
              </a:spcBef>
              <a:spcAft>
                <a:spcPts val="0"/>
              </a:spcAft>
              <a:buClr>
                <a:srgbClr val="0070C0"/>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43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335" name="Shape 335"/>
        <p:cNvGrpSpPr/>
        <p:nvPr/>
      </p:nvGrpSpPr>
      <p:grpSpPr>
        <a:xfrm>
          <a:off x="0" y="0"/>
          <a:ext cx="0" cy="0"/>
          <a:chOff x="0" y="0"/>
          <a:chExt cx="0" cy="0"/>
        </a:xfrm>
      </p:grpSpPr>
      <p:sp>
        <p:nvSpPr>
          <p:cNvPr id="336" name="Google Shape;336;p52"/>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7" name="Google Shape;337;p52"/>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38" name="Google Shape;338;p52"/>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339" name="Google Shape;339;p52"/>
          <p:cNvSpPr/>
          <p:nvPr>
            <p:ph idx="2" type="pic"/>
          </p:nvPr>
        </p:nvSpPr>
        <p:spPr>
          <a:xfrm>
            <a:off x="-5" y="-37"/>
            <a:ext cx="2786400" cy="1025700"/>
          </a:xfrm>
          <a:prstGeom prst="rect">
            <a:avLst/>
          </a:prstGeom>
          <a:noFill/>
          <a:ln>
            <a:noFill/>
          </a:ln>
        </p:spPr>
      </p:sp>
      <p:sp>
        <p:nvSpPr>
          <p:cNvPr id="340" name="Google Shape;340;p52"/>
          <p:cNvSpPr/>
          <p:nvPr>
            <p:ph idx="3" type="pic"/>
          </p:nvPr>
        </p:nvSpPr>
        <p:spPr>
          <a:xfrm>
            <a:off x="5465475" y="1135388"/>
            <a:ext cx="3483900" cy="2273700"/>
          </a:xfrm>
          <a:prstGeom prst="rect">
            <a:avLst/>
          </a:prstGeom>
          <a:noFill/>
          <a:ln>
            <a:noFill/>
          </a:ln>
        </p:spPr>
      </p:sp>
      <p:sp>
        <p:nvSpPr>
          <p:cNvPr id="341" name="Google Shape;341;p52"/>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342" name="Google Shape;342;p52"/>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343" name="Google Shape;343;p52"/>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344" name="Google Shape;344;p52"/>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Image">
  <p:cSld name="Section/Image">
    <p:spTree>
      <p:nvGrpSpPr>
        <p:cNvPr id="345" name="Shape 345"/>
        <p:cNvGrpSpPr/>
        <p:nvPr/>
      </p:nvGrpSpPr>
      <p:grpSpPr>
        <a:xfrm>
          <a:off x="0" y="0"/>
          <a:ext cx="0" cy="0"/>
          <a:chOff x="0" y="0"/>
          <a:chExt cx="0" cy="0"/>
        </a:xfrm>
      </p:grpSpPr>
      <p:sp>
        <p:nvSpPr>
          <p:cNvPr id="346" name="Google Shape;346;p53"/>
          <p:cNvSpPr/>
          <p:nvPr>
            <p:ph idx="2" type="pic"/>
          </p:nvPr>
        </p:nvSpPr>
        <p:spPr>
          <a:xfrm>
            <a:off x="0" y="0"/>
            <a:ext cx="9144000" cy="5143500"/>
          </a:xfrm>
          <a:prstGeom prst="rect">
            <a:avLst/>
          </a:prstGeom>
          <a:noFill/>
          <a:ln>
            <a:noFill/>
          </a:ln>
        </p:spPr>
      </p:sp>
      <p:sp>
        <p:nvSpPr>
          <p:cNvPr id="347" name="Google Shape;347;p53"/>
          <p:cNvSpPr txBox="1"/>
          <p:nvPr>
            <p:ph type="title"/>
          </p:nvPr>
        </p:nvSpPr>
        <p:spPr>
          <a:xfrm>
            <a:off x="342900" y="685800"/>
            <a:ext cx="8435400" cy="3771900"/>
          </a:xfrm>
          <a:prstGeom prst="rect">
            <a:avLst/>
          </a:prstGeom>
          <a:noFill/>
          <a:ln>
            <a:noFill/>
          </a:ln>
        </p:spPr>
        <p:txBody>
          <a:bodyPr anchorCtr="0" anchor="ctr"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Statement 1">
    <p:bg>
      <p:bgPr>
        <a:blipFill>
          <a:blip r:embed="rId2">
            <a:alphaModFix/>
          </a:blip>
          <a:stretch>
            <a:fillRect/>
          </a:stretch>
        </a:blipFill>
      </p:bgPr>
    </p:bg>
    <p:spTree>
      <p:nvGrpSpPr>
        <p:cNvPr id="348" name="Shape 348"/>
        <p:cNvGrpSpPr/>
        <p:nvPr/>
      </p:nvGrpSpPr>
      <p:grpSpPr>
        <a:xfrm>
          <a:off x="0" y="0"/>
          <a:ext cx="0" cy="0"/>
          <a:chOff x="0" y="0"/>
          <a:chExt cx="0" cy="0"/>
        </a:xfrm>
      </p:grpSpPr>
      <p:sp>
        <p:nvSpPr>
          <p:cNvPr id="349" name="Google Shape;349;p54"/>
          <p:cNvSpPr txBox="1"/>
          <p:nvPr>
            <p:ph type="title"/>
          </p:nvPr>
        </p:nvSpPr>
        <p:spPr>
          <a:xfrm>
            <a:off x="342900" y="3264932"/>
            <a:ext cx="8435400" cy="15771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Clr>
                <a:schemeClr val="dk1"/>
              </a:buClr>
              <a:buSzPts val="3000"/>
              <a:buFont typeface="Century Gothic"/>
              <a:buNone/>
              <a:defRPr b="0" i="0" sz="3000" cap="none">
                <a:solidFill>
                  <a:schemeClr val="dk1"/>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Block">
  <p:cSld name="OBJECT_2">
    <p:bg>
      <p:bgPr>
        <a:solidFill>
          <a:schemeClr val="lt1"/>
        </a:solidFill>
      </p:bgPr>
    </p:bg>
    <p:spTree>
      <p:nvGrpSpPr>
        <p:cNvPr id="350" name="Shape 350"/>
        <p:cNvGrpSpPr/>
        <p:nvPr/>
      </p:nvGrpSpPr>
      <p:grpSpPr>
        <a:xfrm>
          <a:off x="0" y="0"/>
          <a:ext cx="0" cy="0"/>
          <a:chOff x="0" y="0"/>
          <a:chExt cx="0" cy="0"/>
        </a:xfrm>
      </p:grpSpPr>
      <p:sp>
        <p:nvSpPr>
          <p:cNvPr id="351" name="Google Shape;351;p55"/>
          <p:cNvSpPr txBox="1"/>
          <p:nvPr>
            <p:ph type="title"/>
          </p:nvPr>
        </p:nvSpPr>
        <p:spPr>
          <a:xfrm>
            <a:off x="462713" y="375953"/>
            <a:ext cx="8155200" cy="4683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Clr>
                <a:srgbClr val="009ADE"/>
              </a:buClr>
              <a:buSzPts val="2700"/>
              <a:buFont typeface="Century Gothic"/>
              <a:buNone/>
              <a:defRPr b="0" i="0" sz="2700">
                <a:solidFill>
                  <a:srgbClr val="009ADE"/>
                </a:solidFill>
                <a:latin typeface="Century Gothic"/>
                <a:ea typeface="Century Gothic"/>
                <a:cs typeface="Century Gothic"/>
                <a:sym typeface="Century Gothic"/>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352" name="Google Shape;352;p55"/>
          <p:cNvSpPr txBox="1"/>
          <p:nvPr>
            <p:ph idx="1" type="body"/>
          </p:nvPr>
        </p:nvSpPr>
        <p:spPr>
          <a:xfrm>
            <a:off x="462710" y="1040130"/>
            <a:ext cx="8155200" cy="3327300"/>
          </a:xfrm>
          <a:prstGeom prst="rect">
            <a:avLst/>
          </a:prstGeom>
          <a:noFill/>
          <a:ln>
            <a:noFill/>
          </a:ln>
        </p:spPr>
        <p:txBody>
          <a:bodyPr anchorCtr="0" anchor="t" bIns="0" lIns="0" spcFirstLastPara="1" rIns="0" wrap="square" tIns="0">
            <a:noAutofit/>
          </a:bodyPr>
          <a:lstStyle>
            <a:lvl1pPr indent="-342900" lvl="0" marL="457200" rtl="0" algn="l">
              <a:lnSpc>
                <a:spcPct val="100000"/>
              </a:lnSpc>
              <a:spcBef>
                <a:spcPts val="900"/>
              </a:spcBef>
              <a:spcAft>
                <a:spcPts val="0"/>
              </a:spcAft>
              <a:buClr>
                <a:srgbClr val="434343"/>
              </a:buClr>
              <a:buSzPts val="1800"/>
              <a:buChar char="•"/>
              <a:defRPr>
                <a:latin typeface="Century Gothic"/>
                <a:ea typeface="Century Gothic"/>
                <a:cs typeface="Century Gothic"/>
                <a:sym typeface="Century Gothic"/>
              </a:defRPr>
            </a:lvl1pPr>
            <a:lvl2pPr indent="-323850" lvl="1" marL="9144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2pPr>
            <a:lvl3pPr indent="-323850" lvl="2" marL="13716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3pPr>
            <a:lvl4pPr indent="-323850" lvl="3" marL="18288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4pPr>
            <a:lvl5pPr indent="-323850" lvl="4" marL="2286000" rtl="0" algn="l">
              <a:lnSpc>
                <a:spcPct val="100000"/>
              </a:lnSpc>
              <a:spcBef>
                <a:spcPts val="900"/>
              </a:spcBef>
              <a:spcAft>
                <a:spcPts val="0"/>
              </a:spcAft>
              <a:buClr>
                <a:srgbClr val="434343"/>
              </a:buClr>
              <a:buSzPts val="1500"/>
              <a:buChar char="•"/>
              <a:defRPr>
                <a:latin typeface="Century Gothic"/>
                <a:ea typeface="Century Gothic"/>
                <a:cs typeface="Century Gothic"/>
                <a:sym typeface="Century Gothic"/>
              </a:defRPr>
            </a:lvl5pPr>
            <a:lvl6pPr indent="-317500" lvl="5" marL="2743200" rtl="0" algn="l">
              <a:lnSpc>
                <a:spcPct val="90000"/>
              </a:lnSpc>
              <a:spcBef>
                <a:spcPts val="400"/>
              </a:spcBef>
              <a:spcAft>
                <a:spcPts val="0"/>
              </a:spcAft>
              <a:buClr>
                <a:srgbClr val="434343"/>
              </a:buClr>
              <a:buSzPts val="1400"/>
              <a:buChar char="•"/>
              <a:defRPr/>
            </a:lvl6pPr>
            <a:lvl7pPr indent="-317500" lvl="6" marL="3200400" rtl="0" algn="l">
              <a:lnSpc>
                <a:spcPct val="90000"/>
              </a:lnSpc>
              <a:spcBef>
                <a:spcPts val="400"/>
              </a:spcBef>
              <a:spcAft>
                <a:spcPts val="0"/>
              </a:spcAft>
              <a:buClr>
                <a:srgbClr val="434343"/>
              </a:buClr>
              <a:buSzPts val="1400"/>
              <a:buChar char="•"/>
              <a:defRPr/>
            </a:lvl7pPr>
            <a:lvl8pPr indent="-317500" lvl="7" marL="3657600" rtl="0" algn="l">
              <a:lnSpc>
                <a:spcPct val="90000"/>
              </a:lnSpc>
              <a:spcBef>
                <a:spcPts val="400"/>
              </a:spcBef>
              <a:spcAft>
                <a:spcPts val="0"/>
              </a:spcAft>
              <a:buClr>
                <a:srgbClr val="434343"/>
              </a:buClr>
              <a:buSzPts val="1400"/>
              <a:buChar char="•"/>
              <a:defRPr/>
            </a:lvl8pPr>
            <a:lvl9pPr indent="-317500" lvl="8" marL="4114800" rtl="0" algn="l">
              <a:lnSpc>
                <a:spcPct val="90000"/>
              </a:lnSpc>
              <a:spcBef>
                <a:spcPts val="400"/>
              </a:spcBef>
              <a:spcAft>
                <a:spcPts val="0"/>
              </a:spcAft>
              <a:buClr>
                <a:srgbClr val="434343"/>
              </a:buClr>
              <a:buSzPts val="14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353" name="Shape 353"/>
        <p:cNvGrpSpPr/>
        <p:nvPr/>
      </p:nvGrpSpPr>
      <p:grpSpPr>
        <a:xfrm>
          <a:off x="0" y="0"/>
          <a:ext cx="0" cy="0"/>
          <a:chOff x="0" y="0"/>
          <a:chExt cx="0" cy="0"/>
        </a:xfrm>
      </p:grpSpPr>
      <p:sp>
        <p:nvSpPr>
          <p:cNvPr id="354" name="Google Shape;354;p56"/>
          <p:cNvSpPr txBox="1"/>
          <p:nvPr>
            <p:ph type="ctrTitle"/>
          </p:nvPr>
        </p:nvSpPr>
        <p:spPr>
          <a:xfrm>
            <a:off x="311708" y="744575"/>
            <a:ext cx="8520600" cy="2052600"/>
          </a:xfrm>
          <a:prstGeom prst="rect">
            <a:avLst/>
          </a:prstGeom>
          <a:noFill/>
          <a:ln>
            <a:noFill/>
          </a:ln>
        </p:spPr>
        <p:txBody>
          <a:bodyPr anchorCtr="0" anchor="b" bIns="91525" lIns="91525" spcFirstLastPara="1" rIns="91525" wrap="square" tIns="915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355" name="Google Shape;355;p56"/>
          <p:cNvSpPr txBox="1"/>
          <p:nvPr>
            <p:ph idx="1" type="subTitle"/>
          </p:nvPr>
        </p:nvSpPr>
        <p:spPr>
          <a:xfrm>
            <a:off x="311700" y="2834125"/>
            <a:ext cx="8520600" cy="792600"/>
          </a:xfrm>
          <a:prstGeom prst="rect">
            <a:avLst/>
          </a:prstGeom>
          <a:noFill/>
          <a:ln>
            <a:noFill/>
          </a:ln>
        </p:spPr>
        <p:txBody>
          <a:bodyPr anchorCtr="0" anchor="t" bIns="91525" lIns="91525" spcFirstLastPara="1" rIns="91525" wrap="square" tIns="915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56" name="Google Shape;356;p56"/>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7" name="Shape 357"/>
        <p:cNvGrpSpPr/>
        <p:nvPr/>
      </p:nvGrpSpPr>
      <p:grpSpPr>
        <a:xfrm>
          <a:off x="0" y="0"/>
          <a:ext cx="0" cy="0"/>
          <a:chOff x="0" y="0"/>
          <a:chExt cx="0" cy="0"/>
        </a:xfrm>
      </p:grpSpPr>
      <p:sp>
        <p:nvSpPr>
          <p:cNvPr id="358" name="Google Shape;358;p57"/>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359" name="Google Shape;359;p57"/>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rm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360" name="Google Shape;360;p57"/>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361" name="Google Shape;361;p57"/>
          <p:cNvSpPr txBox="1"/>
          <p:nvPr>
            <p:ph idx="1" type="body"/>
          </p:nvPr>
        </p:nvSpPr>
        <p:spPr>
          <a:xfrm>
            <a:off x="317500" y="943424"/>
            <a:ext cx="8369400" cy="3554700"/>
          </a:xfrm>
          <a:prstGeom prst="rect">
            <a:avLst/>
          </a:prstGeom>
          <a:noFill/>
          <a:ln>
            <a:noFill/>
          </a:ln>
        </p:spPr>
        <p:txBody>
          <a:bodyPr anchorCtr="0" anchor="t" bIns="91425" lIns="91425" spcFirstLastPara="1" rIns="91425" wrap="square" tIns="91425">
            <a:norm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2" name="Google Shape;362;p57"/>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0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descr="OpenMainframe_Logo_Pantone.png" id="363" name="Google Shape;363;p57"/>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364" name="Google Shape;364;p57"/>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6">
    <p:bg>
      <p:bgPr>
        <a:blipFill>
          <a:blip r:embed="rId2">
            <a:alphaModFix/>
          </a:blip>
          <a:stretch>
            <a:fillRect/>
          </a:stretch>
        </a:blipFill>
      </p:bgPr>
    </p:bg>
    <p:spTree>
      <p:nvGrpSpPr>
        <p:cNvPr id="365" name="Shape 365"/>
        <p:cNvGrpSpPr/>
        <p:nvPr/>
      </p:nvGrpSpPr>
      <p:grpSpPr>
        <a:xfrm>
          <a:off x="0" y="0"/>
          <a:ext cx="0" cy="0"/>
          <a:chOff x="0" y="0"/>
          <a:chExt cx="0" cy="0"/>
        </a:xfrm>
      </p:grpSpPr>
      <p:sp>
        <p:nvSpPr>
          <p:cNvPr id="366" name="Google Shape;366;p58"/>
          <p:cNvSpPr txBox="1"/>
          <p:nvPr>
            <p:ph type="ctrTitle"/>
          </p:nvPr>
        </p:nvSpPr>
        <p:spPr>
          <a:xfrm>
            <a:off x="628650" y="727488"/>
            <a:ext cx="7863900" cy="3092700"/>
          </a:xfrm>
          <a:prstGeom prst="rect">
            <a:avLst/>
          </a:prstGeom>
          <a:noFill/>
          <a:ln>
            <a:noFill/>
          </a:ln>
        </p:spPr>
        <p:txBody>
          <a:bodyPr anchorCtr="0" anchor="ctr" bIns="34275" lIns="68575" spcFirstLastPara="1" rIns="68575" wrap="square" tIns="34275">
            <a:normAutofit/>
          </a:bodyPr>
          <a:lstStyle>
            <a:lvl1pPr lvl="0" rtl="0" algn="ctr">
              <a:lnSpc>
                <a:spcPct val="100000"/>
              </a:lnSpc>
              <a:spcBef>
                <a:spcPts val="0"/>
              </a:spcBef>
              <a:spcAft>
                <a:spcPts val="0"/>
              </a:spcAft>
              <a:buClr>
                <a:schemeClr val="lt1"/>
              </a:buClr>
              <a:buSzPts val="3300"/>
              <a:buFont typeface="Open Sans"/>
              <a:buNone/>
              <a:defRPr sz="3300">
                <a:solidFill>
                  <a:schemeClr val="lt1"/>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descr="A picture containing thing&#10;&#10;Description generated with high confidence" id="367" name="Google Shape;367;p58"/>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wo Column">
  <p:cSld name="Text Two Column">
    <p:spTree>
      <p:nvGrpSpPr>
        <p:cNvPr id="368" name="Shape 368"/>
        <p:cNvGrpSpPr/>
        <p:nvPr/>
      </p:nvGrpSpPr>
      <p:grpSpPr>
        <a:xfrm>
          <a:off x="0" y="0"/>
          <a:ext cx="0" cy="0"/>
          <a:chOff x="0" y="0"/>
          <a:chExt cx="0" cy="0"/>
        </a:xfrm>
      </p:grpSpPr>
      <p:sp>
        <p:nvSpPr>
          <p:cNvPr id="369" name="Google Shape;369;p59"/>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0" name="Google Shape;370;p59"/>
          <p:cNvSpPr txBox="1"/>
          <p:nvPr>
            <p:ph idx="1" type="body"/>
          </p:nvPr>
        </p:nvSpPr>
        <p:spPr>
          <a:xfrm>
            <a:off x="468630"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cxnSp>
        <p:nvCxnSpPr>
          <p:cNvPr id="371" name="Google Shape;371;p59"/>
          <p:cNvCxnSpPr/>
          <p:nvPr/>
        </p:nvCxnSpPr>
        <p:spPr>
          <a:xfrm>
            <a:off x="308610" y="273844"/>
            <a:ext cx="0" cy="4581600"/>
          </a:xfrm>
          <a:prstGeom prst="straightConnector1">
            <a:avLst/>
          </a:prstGeom>
          <a:noFill/>
          <a:ln cap="flat" cmpd="sng" w="7150">
            <a:solidFill>
              <a:srgbClr val="168FDF"/>
            </a:solidFill>
            <a:prstDash val="solid"/>
            <a:miter lim="800000"/>
            <a:headEnd len="sm" w="sm" type="none"/>
            <a:tailEnd len="sm" w="sm" type="none"/>
          </a:ln>
        </p:spPr>
      </p:cxnSp>
      <p:sp>
        <p:nvSpPr>
          <p:cNvPr id="372" name="Google Shape;372;p59"/>
          <p:cNvSpPr txBox="1"/>
          <p:nvPr>
            <p:ph idx="2" type="body"/>
          </p:nvPr>
        </p:nvSpPr>
        <p:spPr>
          <a:xfrm>
            <a:off x="4669987" y="1001316"/>
            <a:ext cx="3999300" cy="32634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SzPts val="2100"/>
              <a:buChar char="●"/>
              <a:defRPr sz="2100">
                <a:latin typeface="Open Sans"/>
                <a:ea typeface="Open Sans"/>
                <a:cs typeface="Open Sans"/>
                <a:sym typeface="Open Sans"/>
              </a:defRPr>
            </a:lvl1pPr>
            <a:lvl2pPr indent="-355600" lvl="1" marL="914400" rtl="0" algn="l">
              <a:lnSpc>
                <a:spcPct val="100000"/>
              </a:lnSpc>
              <a:spcBef>
                <a:spcPts val="400"/>
              </a:spcBef>
              <a:spcAft>
                <a:spcPts val="0"/>
              </a:spcAft>
              <a:buSzPts val="2000"/>
              <a:buChar char="○"/>
              <a:defRPr sz="2000">
                <a:latin typeface="Open Sans"/>
                <a:ea typeface="Open Sans"/>
                <a:cs typeface="Open Sans"/>
                <a:sym typeface="Open Sans"/>
              </a:defRPr>
            </a:lvl2pPr>
            <a:lvl3pPr indent="-342900" lvl="2" marL="1371600" rtl="0" algn="l">
              <a:lnSpc>
                <a:spcPct val="100000"/>
              </a:lnSpc>
              <a:spcBef>
                <a:spcPts val="400"/>
              </a:spcBef>
              <a:spcAft>
                <a:spcPts val="0"/>
              </a:spcAft>
              <a:buSzPts val="1800"/>
              <a:buChar char="■"/>
              <a:defRPr sz="1800">
                <a:latin typeface="Open Sans"/>
                <a:ea typeface="Open Sans"/>
                <a:cs typeface="Open Sans"/>
                <a:sym typeface="Open Sans"/>
              </a:defRPr>
            </a:lvl3pPr>
            <a:lvl4pPr indent="-336550" lvl="3" marL="1828800" rtl="0" algn="l">
              <a:lnSpc>
                <a:spcPct val="100000"/>
              </a:lnSpc>
              <a:spcBef>
                <a:spcPts val="400"/>
              </a:spcBef>
              <a:spcAft>
                <a:spcPts val="0"/>
              </a:spcAft>
              <a:buSzPts val="1700"/>
              <a:buChar char="●"/>
              <a:defRPr sz="1700">
                <a:latin typeface="Open Sans"/>
                <a:ea typeface="Open Sans"/>
                <a:cs typeface="Open Sans"/>
                <a:sym typeface="Open Sans"/>
              </a:defRPr>
            </a:lvl4pPr>
            <a:lvl5pPr indent="-323850" lvl="4" marL="2286000" rtl="0" algn="l">
              <a:lnSpc>
                <a:spcPct val="100000"/>
              </a:lnSpc>
              <a:spcBef>
                <a:spcPts val="400"/>
              </a:spcBef>
              <a:spcAft>
                <a:spcPts val="0"/>
              </a:spcAft>
              <a:buSzPts val="1500"/>
              <a:buChar char="○"/>
              <a:defRPr sz="1500">
                <a:latin typeface="Open Sans"/>
                <a:ea typeface="Open Sans"/>
                <a:cs typeface="Open Sans"/>
                <a:sym typeface="Open Sans"/>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pic>
        <p:nvPicPr>
          <p:cNvPr id="373" name="Google Shape;373;p59"/>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374" name="Google Shape;374;p59"/>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b="0" i="0" sz="800">
                <a:solidFill>
                  <a:srgbClr val="2F2F2F"/>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375" name="Google Shape;375;p59"/>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a:solidFill>
                  <a:srgbClr val="2F2F2F"/>
                </a:solidFill>
                <a:latin typeface="Open Sans Light"/>
                <a:ea typeface="Open Sans Light"/>
                <a:cs typeface="Open Sans Light"/>
                <a:sym typeface="Open Sans Light"/>
              </a:defRPr>
            </a:lvl1pPr>
            <a:lvl2pPr indent="0" lvl="1" marL="0" rtl="0" algn="r">
              <a:spcBef>
                <a:spcPts val="0"/>
              </a:spcBef>
              <a:buNone/>
              <a:defRPr b="0" i="0" sz="800">
                <a:solidFill>
                  <a:srgbClr val="2F2F2F"/>
                </a:solidFill>
                <a:latin typeface="Open Sans Light"/>
                <a:ea typeface="Open Sans Light"/>
                <a:cs typeface="Open Sans Light"/>
                <a:sym typeface="Open Sans Light"/>
              </a:defRPr>
            </a:lvl2pPr>
            <a:lvl3pPr indent="0" lvl="2" marL="0" rtl="0" algn="r">
              <a:spcBef>
                <a:spcPts val="0"/>
              </a:spcBef>
              <a:buNone/>
              <a:defRPr b="0" i="0" sz="800">
                <a:solidFill>
                  <a:srgbClr val="2F2F2F"/>
                </a:solidFill>
                <a:latin typeface="Open Sans Light"/>
                <a:ea typeface="Open Sans Light"/>
                <a:cs typeface="Open Sans Light"/>
                <a:sym typeface="Open Sans Light"/>
              </a:defRPr>
            </a:lvl3pPr>
            <a:lvl4pPr indent="0" lvl="3" marL="0" rtl="0" algn="r">
              <a:spcBef>
                <a:spcPts val="0"/>
              </a:spcBef>
              <a:buNone/>
              <a:defRPr b="0" i="0" sz="800">
                <a:solidFill>
                  <a:srgbClr val="2F2F2F"/>
                </a:solidFill>
                <a:latin typeface="Open Sans Light"/>
                <a:ea typeface="Open Sans Light"/>
                <a:cs typeface="Open Sans Light"/>
                <a:sym typeface="Open Sans Light"/>
              </a:defRPr>
            </a:lvl4pPr>
            <a:lvl5pPr indent="0" lvl="4" marL="0" rtl="0" algn="r">
              <a:spcBef>
                <a:spcPts val="0"/>
              </a:spcBef>
              <a:buNone/>
              <a:defRPr b="0" i="0" sz="800">
                <a:solidFill>
                  <a:srgbClr val="2F2F2F"/>
                </a:solidFill>
                <a:latin typeface="Open Sans Light"/>
                <a:ea typeface="Open Sans Light"/>
                <a:cs typeface="Open Sans Light"/>
                <a:sym typeface="Open Sans Light"/>
              </a:defRPr>
            </a:lvl5pPr>
            <a:lvl6pPr indent="0" lvl="5" marL="0" rtl="0" algn="r">
              <a:spcBef>
                <a:spcPts val="0"/>
              </a:spcBef>
              <a:buNone/>
              <a:defRPr b="0" i="0" sz="800">
                <a:solidFill>
                  <a:srgbClr val="2F2F2F"/>
                </a:solidFill>
                <a:latin typeface="Open Sans Light"/>
                <a:ea typeface="Open Sans Light"/>
                <a:cs typeface="Open Sans Light"/>
                <a:sym typeface="Open Sans Light"/>
              </a:defRPr>
            </a:lvl6pPr>
            <a:lvl7pPr indent="0" lvl="6" marL="0" rtl="0" algn="r">
              <a:spcBef>
                <a:spcPts val="0"/>
              </a:spcBef>
              <a:buNone/>
              <a:defRPr b="0" i="0" sz="800">
                <a:solidFill>
                  <a:srgbClr val="2F2F2F"/>
                </a:solidFill>
                <a:latin typeface="Open Sans Light"/>
                <a:ea typeface="Open Sans Light"/>
                <a:cs typeface="Open Sans Light"/>
                <a:sym typeface="Open Sans Light"/>
              </a:defRPr>
            </a:lvl7pPr>
            <a:lvl8pPr indent="0" lvl="7" marL="0" rtl="0" algn="r">
              <a:spcBef>
                <a:spcPts val="0"/>
              </a:spcBef>
              <a:buNone/>
              <a:defRPr b="0" i="0" sz="800">
                <a:solidFill>
                  <a:srgbClr val="2F2F2F"/>
                </a:solidFill>
                <a:latin typeface="Open Sans Light"/>
                <a:ea typeface="Open Sans Light"/>
                <a:cs typeface="Open Sans Light"/>
                <a:sym typeface="Open Sans Light"/>
              </a:defRPr>
            </a:lvl8pPr>
            <a:lvl9pPr indent="0" lvl="8" marL="0" rtl="0" algn="r">
              <a:spcBef>
                <a:spcPts val="0"/>
              </a:spcBef>
              <a:buNone/>
              <a:defRPr b="0" i="0" sz="800">
                <a:solidFill>
                  <a:srgbClr val="2F2F2F"/>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376" name="Google Shape;376;p59"/>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b="0" i="0" sz="800">
                <a:solidFill>
                  <a:schemeClr val="dk1"/>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p:cSld name="Title + Content">
    <p:bg>
      <p:bgPr>
        <a:blipFill>
          <a:blip r:embed="rId2">
            <a:alphaModFix/>
          </a:blip>
          <a:stretch>
            <a:fillRect/>
          </a:stretch>
        </a:blipFill>
      </p:bgPr>
    </p:bg>
    <p:spTree>
      <p:nvGrpSpPr>
        <p:cNvPr id="377" name="Shape 377"/>
        <p:cNvGrpSpPr/>
        <p:nvPr/>
      </p:nvGrpSpPr>
      <p:grpSpPr>
        <a:xfrm>
          <a:off x="0" y="0"/>
          <a:ext cx="0" cy="0"/>
          <a:chOff x="0" y="0"/>
          <a:chExt cx="0" cy="0"/>
        </a:xfrm>
      </p:grpSpPr>
      <p:sp>
        <p:nvSpPr>
          <p:cNvPr id="378" name="Google Shape;378;p60"/>
          <p:cNvSpPr txBox="1"/>
          <p:nvPr>
            <p:ph type="title"/>
          </p:nvPr>
        </p:nvSpPr>
        <p:spPr>
          <a:xfrm>
            <a:off x="328721" y="172040"/>
            <a:ext cx="6526800" cy="868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E1691B"/>
              </a:buClr>
              <a:buSzPts val="2100"/>
              <a:buFont typeface="Arial"/>
              <a:buNone/>
              <a:defRPr b="1" i="0" sz="2100">
                <a:solidFill>
                  <a:srgbClr val="E1691B"/>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9" name="Google Shape;379;p60"/>
          <p:cNvSpPr txBox="1"/>
          <p:nvPr>
            <p:ph idx="1" type="body"/>
          </p:nvPr>
        </p:nvSpPr>
        <p:spPr>
          <a:xfrm>
            <a:off x="323950" y="1165631"/>
            <a:ext cx="8520000" cy="3675300"/>
          </a:xfrm>
          <a:prstGeom prst="rect">
            <a:avLst/>
          </a:prstGeom>
          <a:noFill/>
          <a:ln>
            <a:noFill/>
          </a:ln>
        </p:spPr>
        <p:txBody>
          <a:bodyPr anchorCtr="0" anchor="t" bIns="34275" lIns="68575" spcFirstLastPara="1" rIns="68575" wrap="square" tIns="34275">
            <a:normAutofit/>
          </a:bodyPr>
          <a:lstStyle>
            <a:lvl1pPr indent="-342900" lvl="0" marL="457200" rtl="0" algn="l">
              <a:lnSpc>
                <a:spcPct val="90000"/>
              </a:lnSpc>
              <a:spcBef>
                <a:spcPts val="800"/>
              </a:spcBef>
              <a:spcAft>
                <a:spcPts val="0"/>
              </a:spcAft>
              <a:buClr>
                <a:schemeClr val="dk1"/>
              </a:buClr>
              <a:buSzPts val="1800"/>
              <a:buChar char="●"/>
              <a:defRPr sz="1800">
                <a:latin typeface="Arial"/>
                <a:ea typeface="Arial"/>
                <a:cs typeface="Arial"/>
                <a:sym typeface="Arial"/>
              </a:defRPr>
            </a:lvl1pPr>
            <a:lvl2pPr indent="-336550" lvl="1" marL="914400" rtl="0" algn="l">
              <a:lnSpc>
                <a:spcPct val="90000"/>
              </a:lnSpc>
              <a:spcBef>
                <a:spcPts val="400"/>
              </a:spcBef>
              <a:spcAft>
                <a:spcPts val="0"/>
              </a:spcAft>
              <a:buClr>
                <a:schemeClr val="dk1"/>
              </a:buClr>
              <a:buSzPts val="1700"/>
              <a:buChar char="○"/>
              <a:defRPr sz="1700">
                <a:latin typeface="Arial"/>
                <a:ea typeface="Arial"/>
                <a:cs typeface="Arial"/>
                <a:sym typeface="Arial"/>
              </a:defRPr>
            </a:lvl2pPr>
            <a:lvl3pPr indent="-323850" lvl="2" marL="1371600" rtl="0" algn="l">
              <a:lnSpc>
                <a:spcPct val="90000"/>
              </a:lnSpc>
              <a:spcBef>
                <a:spcPts val="400"/>
              </a:spcBef>
              <a:spcAft>
                <a:spcPts val="0"/>
              </a:spcAft>
              <a:buClr>
                <a:schemeClr val="dk1"/>
              </a:buClr>
              <a:buSzPts val="1500"/>
              <a:buChar char="■"/>
              <a:defRPr>
                <a:latin typeface="Arial"/>
                <a:ea typeface="Arial"/>
                <a:cs typeface="Arial"/>
                <a:sym typeface="Arial"/>
              </a:defRPr>
            </a:lvl3pPr>
            <a:lvl4pPr indent="-323850" lvl="3" marL="1828800" rtl="0" algn="l">
              <a:lnSpc>
                <a:spcPct val="90000"/>
              </a:lnSpc>
              <a:spcBef>
                <a:spcPts val="400"/>
              </a:spcBef>
              <a:spcAft>
                <a:spcPts val="0"/>
              </a:spcAft>
              <a:buClr>
                <a:schemeClr val="dk1"/>
              </a:buClr>
              <a:buSzPts val="1500"/>
              <a:buChar char="●"/>
              <a:defRPr sz="1500">
                <a:latin typeface="Arial"/>
                <a:ea typeface="Arial"/>
                <a:cs typeface="Arial"/>
                <a:sym typeface="Arial"/>
              </a:defRPr>
            </a:lvl4pPr>
            <a:lvl5pPr indent="-317500" lvl="4" marL="2286000" rtl="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380" name="Google Shape;380;p60"/>
          <p:cNvSpPr txBox="1"/>
          <p:nvPr>
            <p:ph idx="12" type="sldNum"/>
          </p:nvPr>
        </p:nvSpPr>
        <p:spPr>
          <a:xfrm>
            <a:off x="8414085" y="4878185"/>
            <a:ext cx="666600" cy="273900"/>
          </a:xfrm>
          <a:prstGeom prst="rect">
            <a:avLst/>
          </a:prstGeom>
          <a:noFill/>
          <a:ln>
            <a:noFill/>
          </a:ln>
        </p:spPr>
        <p:txBody>
          <a:bodyPr anchorCtr="0" anchor="t" bIns="34275" lIns="68575" spcFirstLastPara="1" rIns="68575" wrap="square" tIns="34275">
            <a:normAutofit/>
          </a:bodyPr>
          <a:lstStyle>
            <a:lvl1pPr indent="0" lvl="0" marL="0" marR="0" rtl="0" algn="r">
              <a:spcBef>
                <a:spcPts val="0"/>
              </a:spcBef>
              <a:buNone/>
              <a:defRPr b="1" sz="600">
                <a:solidFill>
                  <a:srgbClr val="000000"/>
                </a:solidFill>
                <a:latin typeface="Arial"/>
                <a:ea typeface="Arial"/>
                <a:cs typeface="Arial"/>
                <a:sym typeface="Arial"/>
              </a:defRPr>
            </a:lvl1pPr>
            <a:lvl2pPr indent="0" lvl="1" marL="0" marR="0" rtl="0" algn="r">
              <a:spcBef>
                <a:spcPts val="0"/>
              </a:spcBef>
              <a:buNone/>
              <a:defRPr b="1" sz="600">
                <a:solidFill>
                  <a:srgbClr val="000000"/>
                </a:solidFill>
                <a:latin typeface="Arial"/>
                <a:ea typeface="Arial"/>
                <a:cs typeface="Arial"/>
                <a:sym typeface="Arial"/>
              </a:defRPr>
            </a:lvl2pPr>
            <a:lvl3pPr indent="0" lvl="2" marL="0" marR="0" rtl="0" algn="r">
              <a:spcBef>
                <a:spcPts val="0"/>
              </a:spcBef>
              <a:buNone/>
              <a:defRPr b="1" sz="600">
                <a:solidFill>
                  <a:srgbClr val="000000"/>
                </a:solidFill>
                <a:latin typeface="Arial"/>
                <a:ea typeface="Arial"/>
                <a:cs typeface="Arial"/>
                <a:sym typeface="Arial"/>
              </a:defRPr>
            </a:lvl3pPr>
            <a:lvl4pPr indent="0" lvl="3" marL="0" marR="0" rtl="0" algn="r">
              <a:spcBef>
                <a:spcPts val="0"/>
              </a:spcBef>
              <a:buNone/>
              <a:defRPr b="1" sz="600">
                <a:solidFill>
                  <a:srgbClr val="000000"/>
                </a:solidFill>
                <a:latin typeface="Arial"/>
                <a:ea typeface="Arial"/>
                <a:cs typeface="Arial"/>
                <a:sym typeface="Arial"/>
              </a:defRPr>
            </a:lvl4pPr>
            <a:lvl5pPr indent="0" lvl="4" marL="0" marR="0" rtl="0" algn="r">
              <a:spcBef>
                <a:spcPts val="0"/>
              </a:spcBef>
              <a:buNone/>
              <a:defRPr b="1" sz="600">
                <a:solidFill>
                  <a:srgbClr val="000000"/>
                </a:solidFill>
                <a:latin typeface="Arial"/>
                <a:ea typeface="Arial"/>
                <a:cs typeface="Arial"/>
                <a:sym typeface="Arial"/>
              </a:defRPr>
            </a:lvl5pPr>
            <a:lvl6pPr indent="0" lvl="5" marL="0" marR="0" rtl="0" algn="r">
              <a:spcBef>
                <a:spcPts val="0"/>
              </a:spcBef>
              <a:buNone/>
              <a:defRPr b="1" sz="600">
                <a:solidFill>
                  <a:srgbClr val="000000"/>
                </a:solidFill>
                <a:latin typeface="Arial"/>
                <a:ea typeface="Arial"/>
                <a:cs typeface="Arial"/>
                <a:sym typeface="Arial"/>
              </a:defRPr>
            </a:lvl6pPr>
            <a:lvl7pPr indent="0" lvl="6" marL="0" marR="0" rtl="0" algn="r">
              <a:spcBef>
                <a:spcPts val="0"/>
              </a:spcBef>
              <a:buNone/>
              <a:defRPr b="1" sz="600">
                <a:solidFill>
                  <a:srgbClr val="000000"/>
                </a:solidFill>
                <a:latin typeface="Arial"/>
                <a:ea typeface="Arial"/>
                <a:cs typeface="Arial"/>
                <a:sym typeface="Arial"/>
              </a:defRPr>
            </a:lvl7pPr>
            <a:lvl8pPr indent="0" lvl="7" marL="0" marR="0" rtl="0" algn="r">
              <a:spcBef>
                <a:spcPts val="0"/>
              </a:spcBef>
              <a:buNone/>
              <a:defRPr b="1" sz="600">
                <a:solidFill>
                  <a:srgbClr val="000000"/>
                </a:solidFill>
                <a:latin typeface="Arial"/>
                <a:ea typeface="Arial"/>
                <a:cs typeface="Arial"/>
                <a:sym typeface="Arial"/>
              </a:defRPr>
            </a:lvl8pPr>
            <a:lvl9pPr indent="0" lvl="8" marL="0" marR="0" rtl="0" algn="r">
              <a:spcBef>
                <a:spcPts val="0"/>
              </a:spcBef>
              <a:buNone/>
              <a:defRPr b="1" sz="6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5" name="Shape 385"/>
        <p:cNvGrpSpPr/>
        <p:nvPr/>
      </p:nvGrpSpPr>
      <p:grpSpPr>
        <a:xfrm>
          <a:off x="0" y="0"/>
          <a:ext cx="0" cy="0"/>
          <a:chOff x="0" y="0"/>
          <a:chExt cx="0" cy="0"/>
        </a:xfrm>
      </p:grpSpPr>
      <p:pic>
        <p:nvPicPr>
          <p:cNvPr id="386" name="Google Shape;386;p6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87" name="Google Shape;387;p62"/>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lt1"/>
              </a:buClr>
              <a:buSzPts val="4200"/>
              <a:buFont typeface="Gill Sans"/>
              <a:buNone/>
              <a:defRPr b="0" i="0" sz="4200" u="none" cap="none" strike="noStrike">
                <a:solidFill>
                  <a:schemeClr val="lt1"/>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8" name="Google Shape;388;p62"/>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FFFFFF"/>
              </a:buClr>
              <a:buSzPts val="1800"/>
              <a:buFont typeface="Arial"/>
              <a:buNone/>
              <a:defRPr b="0" i="1" sz="1800" u="none" cap="none" strike="noStrike">
                <a:solidFill>
                  <a:srgbClr val="FFFFF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descr="OpenMainframe_Logo_White_Knockout.png" id="389" name="Google Shape;389;p62"/>
          <p:cNvPicPr preferRelativeResize="0"/>
          <p:nvPr/>
        </p:nvPicPr>
        <p:blipFill rotWithShape="1">
          <a:blip r:embed="rId3">
            <a:alphaModFix/>
          </a:blip>
          <a:srcRect b="0" l="0" r="0" t="0"/>
          <a:stretch/>
        </p:blipFill>
        <p:spPr>
          <a:xfrm>
            <a:off x="4680841" y="1113329"/>
            <a:ext cx="1442357" cy="428229"/>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0" name="Shape 390"/>
        <p:cNvGrpSpPr/>
        <p:nvPr/>
      </p:nvGrpSpPr>
      <p:grpSpPr>
        <a:xfrm>
          <a:off x="0" y="0"/>
          <a:ext cx="0" cy="0"/>
          <a:chOff x="0" y="0"/>
          <a:chExt cx="0" cy="0"/>
        </a:xfrm>
      </p:grpSpPr>
      <p:sp>
        <p:nvSpPr>
          <p:cNvPr id="391" name="Google Shape;391;p63"/>
          <p:cNvSpPr/>
          <p:nvPr/>
        </p:nvSpPr>
        <p:spPr>
          <a:xfrm>
            <a:off x="0" y="772583"/>
            <a:ext cx="9144000" cy="4371000"/>
          </a:xfrm>
          <a:prstGeom prst="rect">
            <a:avLst/>
          </a:prstGeom>
          <a:solidFill>
            <a:srgbClr val="3664AD">
              <a:alpha val="235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
        <p:nvSpPr>
          <p:cNvPr id="392" name="Google Shape;392;p63"/>
          <p:cNvSpPr txBox="1"/>
          <p:nvPr>
            <p:ph type="title"/>
          </p:nvPr>
        </p:nvSpPr>
        <p:spPr>
          <a:xfrm>
            <a:off x="333992" y="159442"/>
            <a:ext cx="7893900" cy="4473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393" name="Google Shape;393;p63"/>
          <p:cNvPicPr preferRelativeResize="0"/>
          <p:nvPr/>
        </p:nvPicPr>
        <p:blipFill rotWithShape="1">
          <a:blip r:embed="rId2">
            <a:alphaModFix amt="6000"/>
          </a:blip>
          <a:srcRect b="0" l="17595" r="0" t="0"/>
          <a:stretch/>
        </p:blipFill>
        <p:spPr>
          <a:xfrm>
            <a:off x="0" y="775758"/>
            <a:ext cx="6393970" cy="4364563"/>
          </a:xfrm>
          <a:prstGeom prst="rect">
            <a:avLst/>
          </a:prstGeom>
          <a:noFill/>
          <a:ln>
            <a:noFill/>
          </a:ln>
        </p:spPr>
      </p:pic>
      <p:sp>
        <p:nvSpPr>
          <p:cNvPr id="394" name="Google Shape;394;p63"/>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5" name="Google Shape;395;p63"/>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descr="OpenMainframe_Logo_Pantone.png" id="396" name="Google Shape;396;p63"/>
          <p:cNvPicPr preferRelativeResize="0"/>
          <p:nvPr/>
        </p:nvPicPr>
        <p:blipFill rotWithShape="1">
          <a:blip r:embed="rId3">
            <a:alphaModFix/>
          </a:blip>
          <a:srcRect b="0" l="0" r="0" t="0"/>
          <a:stretch/>
        </p:blipFill>
        <p:spPr>
          <a:xfrm>
            <a:off x="8306753" y="100723"/>
            <a:ext cx="469853" cy="518219"/>
          </a:xfrm>
          <a:prstGeom prst="rect">
            <a:avLst/>
          </a:prstGeom>
          <a:noFill/>
          <a:ln>
            <a:noFill/>
          </a:ln>
        </p:spPr>
      </p:pic>
      <p:sp>
        <p:nvSpPr>
          <p:cNvPr id="397" name="Google Shape;397;p63"/>
          <p:cNvSpPr/>
          <p:nvPr/>
        </p:nvSpPr>
        <p:spPr>
          <a:xfrm>
            <a:off x="0" y="5112912"/>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664AD"/>
              </a:solidFill>
              <a:latin typeface="Calibri"/>
              <a:ea typeface="Calibri"/>
              <a:cs typeface="Calibri"/>
              <a:sym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98" name="Shape 398"/>
        <p:cNvGrpSpPr/>
        <p:nvPr/>
      </p:nvGrpSpPr>
      <p:grpSpPr>
        <a:xfrm>
          <a:off x="0" y="0"/>
          <a:ext cx="0" cy="0"/>
          <a:chOff x="0" y="0"/>
          <a:chExt cx="0" cy="0"/>
        </a:xfrm>
      </p:grpSpPr>
      <p:pic>
        <p:nvPicPr>
          <p:cNvPr id="399" name="Google Shape;399;p64"/>
          <p:cNvPicPr preferRelativeResize="0"/>
          <p:nvPr/>
        </p:nvPicPr>
        <p:blipFill rotWithShape="1">
          <a:blip r:embed="rId2">
            <a:alphaModFix/>
          </a:blip>
          <a:srcRect b="0" l="10532" r="0" t="0"/>
          <a:stretch/>
        </p:blipFill>
        <p:spPr>
          <a:xfrm>
            <a:off x="0" y="0"/>
            <a:ext cx="8180918" cy="5143500"/>
          </a:xfrm>
          <a:prstGeom prst="rect">
            <a:avLst/>
          </a:prstGeom>
          <a:noFill/>
          <a:ln>
            <a:noFill/>
          </a:ln>
        </p:spPr>
      </p:pic>
      <p:sp>
        <p:nvSpPr>
          <p:cNvPr id="400" name="Google Shape;400;p64"/>
          <p:cNvSpPr txBox="1"/>
          <p:nvPr>
            <p:ph type="ctrTitle"/>
          </p:nvPr>
        </p:nvSpPr>
        <p:spPr>
          <a:xfrm>
            <a:off x="4553842" y="1643174"/>
            <a:ext cx="4185600" cy="13167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rgbClr val="3664AD"/>
              </a:buClr>
              <a:buSzPts val="4200"/>
              <a:buFont typeface="Gill Sans"/>
              <a:buNone/>
              <a:defRPr b="0" i="0" sz="4200" u="none" cap="none" strike="noStrike">
                <a:solidFill>
                  <a:srgbClr val="3664AD"/>
                </a:solidFill>
                <a:latin typeface="Gill Sans"/>
                <a:ea typeface="Gill Sans"/>
                <a:cs typeface="Gill Sans"/>
                <a:sym typeface="Gill Sans"/>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1" name="Google Shape;401;p64"/>
          <p:cNvSpPr txBox="1"/>
          <p:nvPr>
            <p:ph idx="1" type="subTitle"/>
          </p:nvPr>
        </p:nvSpPr>
        <p:spPr>
          <a:xfrm>
            <a:off x="4571983" y="3005359"/>
            <a:ext cx="4185600" cy="6051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360"/>
              </a:spcBef>
              <a:spcAft>
                <a:spcPts val="0"/>
              </a:spcAft>
              <a:buClr>
                <a:srgbClr val="7F7F7F"/>
              </a:buClr>
              <a:buSzPts val="1800"/>
              <a:buFont typeface="Arial"/>
              <a:buNone/>
              <a:defRPr b="0" i="1" sz="1800" u="none" cap="none" strike="noStrike">
                <a:solidFill>
                  <a:srgbClr val="7F7F7F"/>
                </a:solidFill>
                <a:latin typeface="Gill Sans"/>
                <a:ea typeface="Gill Sans"/>
                <a:cs typeface="Gill Sans"/>
                <a:sym typeface="Gill Sans"/>
              </a:defRPr>
            </a:lvl1pPr>
            <a:lvl2pPr lvl="1" marR="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Gill Sans"/>
                <a:ea typeface="Gill Sans"/>
                <a:cs typeface="Gill Sans"/>
                <a:sym typeface="Gill Sans"/>
              </a:defRPr>
            </a:lvl2pPr>
            <a:lvl3pPr lvl="2"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3pPr>
            <a:lvl4pPr lvl="3"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4pPr>
            <a:lvl5pPr lvl="4" marR="0" algn="ctr">
              <a:lnSpc>
                <a:spcPct val="100000"/>
              </a:lnSpc>
              <a:spcBef>
                <a:spcPts val="320"/>
              </a:spcBef>
              <a:spcAft>
                <a:spcPts val="0"/>
              </a:spcAft>
              <a:buClr>
                <a:srgbClr val="888888"/>
              </a:buClr>
              <a:buSzPts val="1600"/>
              <a:buFont typeface="Arial"/>
              <a:buNone/>
              <a:defRPr b="0" i="0" sz="1600" u="none" cap="none" strike="noStrike">
                <a:solidFill>
                  <a:srgbClr val="888888"/>
                </a:solidFill>
                <a:latin typeface="Gill Sans"/>
                <a:ea typeface="Gill Sans"/>
                <a:cs typeface="Gill Sans"/>
                <a:sym typeface="Gill Sans"/>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pic>
        <p:nvPicPr>
          <p:cNvPr id="402" name="Google Shape;402;p64"/>
          <p:cNvPicPr preferRelativeResize="0"/>
          <p:nvPr/>
        </p:nvPicPr>
        <p:blipFill rotWithShape="1">
          <a:blip r:embed="rId3">
            <a:alphaModFix/>
          </a:blip>
          <a:srcRect b="0" l="0" r="0" t="0"/>
          <a:stretch/>
        </p:blipFill>
        <p:spPr>
          <a:xfrm>
            <a:off x="4701446" y="1113329"/>
            <a:ext cx="1401147" cy="428229"/>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03" name="Shape 403"/>
        <p:cNvGrpSpPr/>
        <p:nvPr/>
      </p:nvGrpSpPr>
      <p:grpSpPr>
        <a:xfrm>
          <a:off x="0" y="0"/>
          <a:ext cx="0" cy="0"/>
          <a:chOff x="0" y="0"/>
          <a:chExt cx="0" cy="0"/>
        </a:xfrm>
      </p:grpSpPr>
      <p:sp>
        <p:nvSpPr>
          <p:cNvPr id="404" name="Google Shape;404;p65"/>
          <p:cNvSpPr/>
          <p:nvPr/>
        </p:nvSpPr>
        <p:spPr>
          <a:xfrm>
            <a:off x="0" y="772583"/>
            <a:ext cx="9144000" cy="4371000"/>
          </a:xfrm>
          <a:prstGeom prst="rect">
            <a:avLst/>
          </a:prstGeom>
          <a:solidFill>
            <a:srgbClr val="3664AD">
              <a:alpha val="274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405" name="Google Shape;405;p65"/>
          <p:cNvSpPr txBox="1"/>
          <p:nvPr>
            <p:ph type="title"/>
          </p:nvPr>
        </p:nvSpPr>
        <p:spPr>
          <a:xfrm>
            <a:off x="333993" y="159442"/>
            <a:ext cx="7893900" cy="447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406" name="Google Shape;406;p65"/>
          <p:cNvPicPr preferRelativeResize="0"/>
          <p:nvPr/>
        </p:nvPicPr>
        <p:blipFill rotWithShape="1">
          <a:blip r:embed="rId2">
            <a:alphaModFix amt="6000"/>
          </a:blip>
          <a:srcRect b="0" l="17595" r="0" t="0"/>
          <a:stretch/>
        </p:blipFill>
        <p:spPr>
          <a:xfrm>
            <a:off x="0" y="775759"/>
            <a:ext cx="6393974" cy="4364563"/>
          </a:xfrm>
          <a:prstGeom prst="rect">
            <a:avLst/>
          </a:prstGeom>
          <a:noFill/>
          <a:ln>
            <a:noFill/>
          </a:ln>
        </p:spPr>
      </p:pic>
      <p:sp>
        <p:nvSpPr>
          <p:cNvPr id="407" name="Google Shape;407;p65"/>
          <p:cNvSpPr txBox="1"/>
          <p:nvPr>
            <p:ph idx="1" type="body"/>
          </p:nvPr>
        </p:nvSpPr>
        <p:spPr>
          <a:xfrm>
            <a:off x="317500" y="943429"/>
            <a:ext cx="8369400" cy="7002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40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20"/>
              </a:spcBef>
              <a:spcAft>
                <a:spcPts val="0"/>
              </a:spcAft>
              <a:buSzPts val="1800"/>
              <a:buChar char="•"/>
              <a:defRPr/>
            </a:lvl3pPr>
            <a:lvl4pPr indent="-342900" lvl="3" marL="1828800" algn="l">
              <a:lnSpc>
                <a:spcPct val="100000"/>
              </a:lnSpc>
              <a:spcBef>
                <a:spcPts val="320"/>
              </a:spcBef>
              <a:spcAft>
                <a:spcPts val="0"/>
              </a:spcAft>
              <a:buSzPts val="1800"/>
              <a:buChar char="–"/>
              <a:defRPr/>
            </a:lvl4pPr>
            <a:lvl5pPr indent="-342900" lvl="4" marL="2286000" algn="l">
              <a:lnSpc>
                <a:spcPct val="100000"/>
              </a:lnSpc>
              <a:spcBef>
                <a:spcPts val="320"/>
              </a:spcBef>
              <a:spcAft>
                <a:spcPts val="0"/>
              </a:spcAft>
              <a:buSzPts val="1800"/>
              <a:buChar char="»"/>
              <a:defRPr/>
            </a:lvl5pPr>
            <a:lvl6pPr indent="-342900" lvl="5" marL="2743200" algn="l">
              <a:lnSpc>
                <a:spcPct val="100000"/>
              </a:lnSpc>
              <a:spcBef>
                <a:spcPts val="400"/>
              </a:spcBef>
              <a:spcAft>
                <a:spcPts val="0"/>
              </a:spcAft>
              <a:buSzPts val="1800"/>
              <a:buChar char="•"/>
              <a:defRPr/>
            </a:lvl6pPr>
            <a:lvl7pPr indent="-342900" lvl="6" marL="3200400" algn="l">
              <a:lnSpc>
                <a:spcPct val="100000"/>
              </a:lnSpc>
              <a:spcBef>
                <a:spcPts val="400"/>
              </a:spcBef>
              <a:spcAft>
                <a:spcPts val="0"/>
              </a:spcAft>
              <a:buSzPts val="1800"/>
              <a:buChar char="•"/>
              <a:defRPr/>
            </a:lvl7pPr>
            <a:lvl8pPr indent="-342900" lvl="7" marL="3657600" algn="l">
              <a:lnSpc>
                <a:spcPct val="100000"/>
              </a:lnSpc>
              <a:spcBef>
                <a:spcPts val="400"/>
              </a:spcBef>
              <a:spcAft>
                <a:spcPts val="0"/>
              </a:spcAft>
              <a:buSzPts val="1800"/>
              <a:buChar char="•"/>
              <a:defRPr/>
            </a:lvl8pPr>
            <a:lvl9pPr indent="-342900" lvl="8" marL="4114800" algn="l">
              <a:lnSpc>
                <a:spcPct val="100000"/>
              </a:lnSpc>
              <a:spcBef>
                <a:spcPts val="400"/>
              </a:spcBef>
              <a:spcAft>
                <a:spcPts val="0"/>
              </a:spcAft>
              <a:buSzPts val="1800"/>
              <a:buChar char="•"/>
              <a:defRPr/>
            </a:lvl9pPr>
          </a:lstStyle>
          <a:p/>
        </p:txBody>
      </p:sp>
      <p:sp>
        <p:nvSpPr>
          <p:cNvPr id="408" name="Google Shape;408;p65"/>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algn="l">
              <a:lnSpc>
                <a:spcPct val="100000"/>
              </a:lnSpc>
              <a:spcBef>
                <a:spcPts val="0"/>
              </a:spcBef>
              <a:spcAft>
                <a:spcPts val="0"/>
              </a:spcAft>
              <a:buClr>
                <a:srgbClr val="000000"/>
              </a:buClr>
              <a:buSzPts val="1400"/>
              <a:buFont typeface="Arial"/>
              <a:buNone/>
              <a:defRPr/>
            </a:lvl1pPr>
            <a:lvl2pPr indent="0" lvl="1" marL="0" algn="l">
              <a:lnSpc>
                <a:spcPct val="100000"/>
              </a:lnSpc>
              <a:spcBef>
                <a:spcPts val="0"/>
              </a:spcBef>
              <a:spcAft>
                <a:spcPts val="0"/>
              </a:spcAft>
              <a:buClr>
                <a:srgbClr val="000000"/>
              </a:buClr>
              <a:buSzPts val="1400"/>
              <a:buFont typeface="Arial"/>
              <a:buNone/>
              <a:defRPr/>
            </a:lvl2pPr>
            <a:lvl3pPr indent="0" lvl="2" marL="0" algn="l">
              <a:lnSpc>
                <a:spcPct val="100000"/>
              </a:lnSpc>
              <a:spcBef>
                <a:spcPts val="0"/>
              </a:spcBef>
              <a:spcAft>
                <a:spcPts val="0"/>
              </a:spcAft>
              <a:buClr>
                <a:srgbClr val="000000"/>
              </a:buClr>
              <a:buSzPts val="1400"/>
              <a:buFont typeface="Arial"/>
              <a:buNone/>
              <a:defRPr/>
            </a:lvl3pPr>
            <a:lvl4pPr indent="0" lvl="3" marL="0" algn="l">
              <a:lnSpc>
                <a:spcPct val="100000"/>
              </a:lnSpc>
              <a:spcBef>
                <a:spcPts val="0"/>
              </a:spcBef>
              <a:spcAft>
                <a:spcPts val="0"/>
              </a:spcAft>
              <a:buClr>
                <a:srgbClr val="000000"/>
              </a:buClr>
              <a:buSzPts val="1400"/>
              <a:buFont typeface="Arial"/>
              <a:buNone/>
              <a:defRPr/>
            </a:lvl4pPr>
            <a:lvl5pPr indent="0" lvl="4" marL="0" algn="l">
              <a:lnSpc>
                <a:spcPct val="100000"/>
              </a:lnSpc>
              <a:spcBef>
                <a:spcPts val="0"/>
              </a:spcBef>
              <a:spcAft>
                <a:spcPts val="0"/>
              </a:spcAft>
              <a:buClr>
                <a:srgbClr val="000000"/>
              </a:buClr>
              <a:buSzPts val="1400"/>
              <a:buFont typeface="Arial"/>
              <a:buNone/>
              <a:defRPr/>
            </a:lvl5pPr>
            <a:lvl6pPr indent="0" lvl="5" marL="0" algn="l">
              <a:lnSpc>
                <a:spcPct val="100000"/>
              </a:lnSpc>
              <a:spcBef>
                <a:spcPts val="0"/>
              </a:spcBef>
              <a:spcAft>
                <a:spcPts val="0"/>
              </a:spcAft>
              <a:buClr>
                <a:srgbClr val="000000"/>
              </a:buClr>
              <a:buSzPts val="1400"/>
              <a:buFont typeface="Arial"/>
              <a:buNone/>
              <a:defRPr/>
            </a:lvl6pPr>
            <a:lvl7pPr indent="0" lvl="6" marL="0" algn="l">
              <a:lnSpc>
                <a:spcPct val="100000"/>
              </a:lnSpc>
              <a:spcBef>
                <a:spcPts val="0"/>
              </a:spcBef>
              <a:spcAft>
                <a:spcPts val="0"/>
              </a:spcAft>
              <a:buClr>
                <a:srgbClr val="000000"/>
              </a:buClr>
              <a:buSzPts val="1400"/>
              <a:buFont typeface="Arial"/>
              <a:buNone/>
              <a:defRPr/>
            </a:lvl7pPr>
            <a:lvl8pPr indent="0" lvl="7" marL="0" algn="l">
              <a:lnSpc>
                <a:spcPct val="100000"/>
              </a:lnSpc>
              <a:spcBef>
                <a:spcPts val="0"/>
              </a:spcBef>
              <a:spcAft>
                <a:spcPts val="0"/>
              </a:spcAft>
              <a:buClr>
                <a:srgbClr val="000000"/>
              </a:buClr>
              <a:buSzPts val="1400"/>
              <a:buFont typeface="Arial"/>
              <a:buNone/>
              <a:defRPr/>
            </a:lvl8pPr>
            <a:lvl9pPr indent="0" lvl="8" marL="0" algn="l">
              <a:lnSpc>
                <a:spcPct val="100000"/>
              </a:lnSpc>
              <a:spcBef>
                <a:spcPts val="0"/>
              </a:spcBef>
              <a:spcAft>
                <a:spcPts val="0"/>
              </a:spcAft>
              <a:buClr>
                <a:srgbClr val="000000"/>
              </a:buClr>
              <a:buSzPts val="1400"/>
              <a:buFont typeface="Arial"/>
              <a:buNone/>
              <a:defRPr/>
            </a:lvl9pPr>
          </a:lstStyle>
          <a:p>
            <a:pPr indent="0" lvl="0" marL="0" rtl="0" algn="l">
              <a:spcBef>
                <a:spcPts val="0"/>
              </a:spcBef>
              <a:spcAft>
                <a:spcPts val="0"/>
              </a:spcAft>
              <a:buNone/>
            </a:pPr>
            <a:fld id="{00000000-1234-1234-1234-123412341234}" type="slidenum">
              <a:rPr lang="en-US"/>
              <a:t>‹#›</a:t>
            </a:fld>
            <a:endParaRPr/>
          </a:p>
        </p:txBody>
      </p:sp>
      <p:pic>
        <p:nvPicPr>
          <p:cNvPr descr="OpenMainframe_Logo_Pantone.png" id="409" name="Google Shape;409;p65"/>
          <p:cNvPicPr preferRelativeResize="0"/>
          <p:nvPr/>
        </p:nvPicPr>
        <p:blipFill rotWithShape="1">
          <a:blip r:embed="rId3">
            <a:alphaModFix/>
          </a:blip>
          <a:srcRect b="30188" l="0" r="80655" t="0"/>
          <a:stretch/>
        </p:blipFill>
        <p:spPr>
          <a:xfrm>
            <a:off x="8306753" y="100724"/>
            <a:ext cx="469852" cy="518218"/>
          </a:xfrm>
          <a:prstGeom prst="rect">
            <a:avLst/>
          </a:prstGeom>
          <a:noFill/>
          <a:ln>
            <a:noFill/>
          </a:ln>
        </p:spPr>
      </p:pic>
      <p:sp>
        <p:nvSpPr>
          <p:cNvPr id="410" name="Google Shape;410;p65"/>
          <p:cNvSpPr/>
          <p:nvPr/>
        </p:nvSpPr>
        <p:spPr>
          <a:xfrm>
            <a:off x="0" y="5112913"/>
            <a:ext cx="9144000" cy="50700"/>
          </a:xfrm>
          <a:prstGeom prst="rect">
            <a:avLst/>
          </a:prstGeom>
          <a:solidFill>
            <a:srgbClr val="3664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664AD"/>
              </a:solidFill>
              <a:latin typeface="Arial"/>
              <a:ea typeface="Arial"/>
              <a:cs typeface="Arial"/>
              <a:sym typeface="Arial"/>
            </a:endParaRPr>
          </a:p>
        </p:txBody>
      </p:sp>
      <p:sp>
        <p:nvSpPr>
          <p:cNvPr id="411" name="Google Shape;411;p65"/>
          <p:cNvSpPr/>
          <p:nvPr>
            <p:ph idx="2" type="pic"/>
          </p:nvPr>
        </p:nvSpPr>
        <p:spPr>
          <a:xfrm>
            <a:off x="645366" y="2053362"/>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12" name="Google Shape;412;p65"/>
          <p:cNvSpPr/>
          <p:nvPr>
            <p:ph idx="3" type="pic"/>
          </p:nvPr>
        </p:nvSpPr>
        <p:spPr>
          <a:xfrm>
            <a:off x="3580606" y="2056430"/>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13" name="Google Shape;413;p65"/>
          <p:cNvSpPr/>
          <p:nvPr>
            <p:ph idx="4" type="pic"/>
          </p:nvPr>
        </p:nvSpPr>
        <p:spPr>
          <a:xfrm>
            <a:off x="6515847" y="2052907"/>
            <a:ext cx="1982700" cy="1984500"/>
          </a:xfrm>
          <a:prstGeom prst="ellipse">
            <a:avLst/>
          </a:prstGeom>
          <a:noFill/>
          <a:ln>
            <a:noFill/>
          </a:ln>
        </p:spPr>
        <p:txBody>
          <a:bodyPr anchorCtr="0" anchor="t" bIns="91425" lIns="91425" spcFirstLastPara="1" rIns="91425" wrap="square" tIns="91425">
            <a:noAutofit/>
          </a:bodyPr>
          <a:lstStyle>
            <a:lvl1pPr lvl="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lvl="1"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lvl="3"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lvl="4"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alf Width">
  <p:cSld name="Text Half Width">
    <p:spTree>
      <p:nvGrpSpPr>
        <p:cNvPr id="414" name="Shape 414"/>
        <p:cNvGrpSpPr/>
        <p:nvPr/>
      </p:nvGrpSpPr>
      <p:grpSpPr>
        <a:xfrm>
          <a:off x="0" y="0"/>
          <a:ext cx="0" cy="0"/>
          <a:chOff x="0" y="0"/>
          <a:chExt cx="0" cy="0"/>
        </a:xfrm>
      </p:grpSpPr>
      <p:sp>
        <p:nvSpPr>
          <p:cNvPr id="415" name="Google Shape;415;p66"/>
          <p:cNvSpPr txBox="1"/>
          <p:nvPr>
            <p:ph type="title"/>
          </p:nvPr>
        </p:nvSpPr>
        <p:spPr>
          <a:xfrm>
            <a:off x="468630" y="273844"/>
            <a:ext cx="80466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16" name="Google Shape;416;p66"/>
          <p:cNvSpPr txBox="1"/>
          <p:nvPr>
            <p:ph idx="1" type="body"/>
          </p:nvPr>
        </p:nvSpPr>
        <p:spPr>
          <a:xfrm>
            <a:off x="468630" y="1001316"/>
            <a:ext cx="39510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317500" lvl="4" marL="2286000" algn="l">
              <a:lnSpc>
                <a:spcPct val="100000"/>
              </a:lnSpc>
              <a:spcBef>
                <a:spcPts val="400"/>
              </a:spcBef>
              <a:spcAft>
                <a:spcPts val="0"/>
              </a:spcAft>
              <a:buSzPts val="1400"/>
              <a:buChar char="»"/>
              <a:defRPr sz="14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17" name="Google Shape;417;p66"/>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418" name="Google Shape;418;p66"/>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419" name="Google Shape;419;p66"/>
          <p:cNvSpPr txBox="1"/>
          <p:nvPr>
            <p:ph idx="10" type="dt"/>
          </p:nvPr>
        </p:nvSpPr>
        <p:spPr>
          <a:xfrm>
            <a:off x="7696200" y="4937760"/>
            <a:ext cx="11655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20" name="Google Shape;420;p66"/>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21" name="Google Shape;421;p66"/>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Text Full Width">
    <p:spTree>
      <p:nvGrpSpPr>
        <p:cNvPr id="422" name="Shape 422"/>
        <p:cNvGrpSpPr/>
        <p:nvPr/>
      </p:nvGrpSpPr>
      <p:grpSpPr>
        <a:xfrm>
          <a:off x="0" y="0"/>
          <a:ext cx="0" cy="0"/>
          <a:chOff x="0" y="0"/>
          <a:chExt cx="0" cy="0"/>
        </a:xfrm>
      </p:grpSpPr>
      <p:sp>
        <p:nvSpPr>
          <p:cNvPr id="423" name="Google Shape;423;p67"/>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424" name="Google Shape;424;p67"/>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Autofit/>
          </a:bodyPr>
          <a:lstStyle>
            <a:lvl1pPr indent="-336550" lvl="0" marL="457200" algn="l">
              <a:lnSpc>
                <a:spcPct val="100000"/>
              </a:lnSpc>
              <a:spcBef>
                <a:spcPts val="800"/>
              </a:spcBef>
              <a:spcAft>
                <a:spcPts val="0"/>
              </a:spcAft>
              <a:buSzPts val="1700"/>
              <a:buChar char="•"/>
              <a:defRPr sz="1700"/>
            </a:lvl1pPr>
            <a:lvl2pPr indent="-323850" lvl="1" marL="914400" algn="l">
              <a:lnSpc>
                <a:spcPct val="100000"/>
              </a:lnSpc>
              <a:spcBef>
                <a:spcPts val="400"/>
              </a:spcBef>
              <a:spcAft>
                <a:spcPts val="0"/>
              </a:spcAft>
              <a:buSzPts val="1500"/>
              <a:buChar char="–"/>
              <a:defRPr sz="1500"/>
            </a:lvl2pPr>
            <a:lvl3pPr indent="-317500" lvl="2" marL="1371600" algn="l">
              <a:lnSpc>
                <a:spcPct val="100000"/>
              </a:lnSpc>
              <a:spcBef>
                <a:spcPts val="400"/>
              </a:spcBef>
              <a:spcAft>
                <a:spcPts val="0"/>
              </a:spcAft>
              <a:buSzPts val="1400"/>
              <a:buChar char="•"/>
              <a:defRPr sz="1400"/>
            </a:lvl3pPr>
            <a:lvl4pPr indent="-304800" lvl="3" marL="1828800" algn="l">
              <a:lnSpc>
                <a:spcPct val="100000"/>
              </a:lnSpc>
              <a:spcBef>
                <a:spcPts val="400"/>
              </a:spcBef>
              <a:spcAft>
                <a:spcPts val="0"/>
              </a:spcAft>
              <a:buSzPts val="1200"/>
              <a:buChar char="–"/>
              <a:defRPr sz="1200"/>
            </a:lvl4pPr>
            <a:lvl5pPr indent="-298450" lvl="4" marL="2286000" algn="l">
              <a:lnSpc>
                <a:spcPct val="100000"/>
              </a:lnSpc>
              <a:spcBef>
                <a:spcPts val="400"/>
              </a:spcBef>
              <a:spcAft>
                <a:spcPts val="0"/>
              </a:spcAft>
              <a:buSzPts val="1100"/>
              <a:buChar char="»"/>
              <a:defRPr sz="1100"/>
            </a:lvl5pPr>
            <a:lvl6pPr indent="-317500" lvl="5" marL="2743200" algn="l">
              <a:lnSpc>
                <a:spcPct val="90000"/>
              </a:lnSpc>
              <a:spcBef>
                <a:spcPts val="400"/>
              </a:spcBef>
              <a:spcAft>
                <a:spcPts val="0"/>
              </a:spcAft>
              <a:buClr>
                <a:schemeClr val="dk1"/>
              </a:buClr>
              <a:buSzPts val="1400"/>
              <a:buChar char="•"/>
              <a:defRPr sz="1100"/>
            </a:lvl6pPr>
            <a:lvl7pPr indent="-317500" lvl="6" marL="3200400" algn="l">
              <a:lnSpc>
                <a:spcPct val="90000"/>
              </a:lnSpc>
              <a:spcBef>
                <a:spcPts val="400"/>
              </a:spcBef>
              <a:spcAft>
                <a:spcPts val="0"/>
              </a:spcAft>
              <a:buClr>
                <a:schemeClr val="dk1"/>
              </a:buClr>
              <a:buSzPts val="1400"/>
              <a:buChar char="•"/>
              <a:defRPr sz="1100"/>
            </a:lvl7pPr>
            <a:lvl8pPr indent="-317500" lvl="7" marL="3657600" algn="l">
              <a:lnSpc>
                <a:spcPct val="90000"/>
              </a:lnSpc>
              <a:spcBef>
                <a:spcPts val="400"/>
              </a:spcBef>
              <a:spcAft>
                <a:spcPts val="0"/>
              </a:spcAft>
              <a:buClr>
                <a:schemeClr val="dk1"/>
              </a:buClr>
              <a:buSzPts val="1400"/>
              <a:buChar char="•"/>
              <a:defRPr sz="1100"/>
            </a:lvl8pPr>
            <a:lvl9pPr indent="-317500" lvl="8" marL="4114800" algn="l">
              <a:lnSpc>
                <a:spcPct val="90000"/>
              </a:lnSpc>
              <a:spcBef>
                <a:spcPts val="400"/>
              </a:spcBef>
              <a:spcAft>
                <a:spcPts val="0"/>
              </a:spcAft>
              <a:buClr>
                <a:schemeClr val="dk1"/>
              </a:buClr>
              <a:buSzPts val="1400"/>
              <a:buChar char="•"/>
              <a:defRPr sz="1100"/>
            </a:lvl9pPr>
          </a:lstStyle>
          <a:p/>
        </p:txBody>
      </p:sp>
      <p:cxnSp>
        <p:nvCxnSpPr>
          <p:cNvPr id="425" name="Google Shape;425;p67"/>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426" name="Google Shape;426;p67"/>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427" name="Google Shape;427;p67"/>
          <p:cNvSpPr txBox="1"/>
          <p:nvPr>
            <p:ph idx="10" type="dt"/>
          </p:nvPr>
        </p:nvSpPr>
        <p:spPr>
          <a:xfrm>
            <a:off x="7518400" y="4937760"/>
            <a:ext cx="13431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28" name="Google Shape;428;p67"/>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29" name="Google Shape;429;p6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rgbClr val="2F2F2F"/>
                </a:solidFill>
                <a:latin typeface="Gill Sans"/>
                <a:ea typeface="Gill Sans"/>
                <a:cs typeface="Gill Sans"/>
                <a:sym typeface="Gill Sans"/>
              </a:defRPr>
            </a:lvl1pPr>
            <a:lvl2pPr indent="0" lvl="1" marL="0" algn="r">
              <a:spcBef>
                <a:spcPts val="0"/>
              </a:spcBef>
              <a:buNone/>
              <a:defRPr b="0" i="0" sz="800" u="none" cap="none" strike="noStrike">
                <a:solidFill>
                  <a:srgbClr val="2F2F2F"/>
                </a:solidFill>
                <a:latin typeface="Gill Sans"/>
                <a:ea typeface="Gill Sans"/>
                <a:cs typeface="Gill Sans"/>
                <a:sym typeface="Gill Sans"/>
              </a:defRPr>
            </a:lvl2pPr>
            <a:lvl3pPr indent="0" lvl="2" marL="0" algn="r">
              <a:spcBef>
                <a:spcPts val="0"/>
              </a:spcBef>
              <a:buNone/>
              <a:defRPr b="0" i="0" sz="800" u="none" cap="none" strike="noStrike">
                <a:solidFill>
                  <a:srgbClr val="2F2F2F"/>
                </a:solidFill>
                <a:latin typeface="Gill Sans"/>
                <a:ea typeface="Gill Sans"/>
                <a:cs typeface="Gill Sans"/>
                <a:sym typeface="Gill Sans"/>
              </a:defRPr>
            </a:lvl3pPr>
            <a:lvl4pPr indent="0" lvl="3" marL="0" algn="r">
              <a:spcBef>
                <a:spcPts val="0"/>
              </a:spcBef>
              <a:buNone/>
              <a:defRPr b="0" i="0" sz="800" u="none" cap="none" strike="noStrike">
                <a:solidFill>
                  <a:srgbClr val="2F2F2F"/>
                </a:solidFill>
                <a:latin typeface="Gill Sans"/>
                <a:ea typeface="Gill Sans"/>
                <a:cs typeface="Gill Sans"/>
                <a:sym typeface="Gill Sans"/>
              </a:defRPr>
            </a:lvl4pPr>
            <a:lvl5pPr indent="0" lvl="4" marL="0" algn="r">
              <a:spcBef>
                <a:spcPts val="0"/>
              </a:spcBef>
              <a:buNone/>
              <a:defRPr b="0" i="0" sz="800" u="none" cap="none" strike="noStrike">
                <a:solidFill>
                  <a:srgbClr val="2F2F2F"/>
                </a:solidFill>
                <a:latin typeface="Gill Sans"/>
                <a:ea typeface="Gill Sans"/>
                <a:cs typeface="Gill Sans"/>
                <a:sym typeface="Gill Sans"/>
              </a:defRPr>
            </a:lvl5pPr>
            <a:lvl6pPr indent="0" lvl="5" marL="0" algn="r">
              <a:spcBef>
                <a:spcPts val="0"/>
              </a:spcBef>
              <a:buNone/>
              <a:defRPr b="0" i="0" sz="800" u="none" cap="none" strike="noStrike">
                <a:solidFill>
                  <a:srgbClr val="2F2F2F"/>
                </a:solidFill>
                <a:latin typeface="Gill Sans"/>
                <a:ea typeface="Gill Sans"/>
                <a:cs typeface="Gill Sans"/>
                <a:sym typeface="Gill Sans"/>
              </a:defRPr>
            </a:lvl6pPr>
            <a:lvl7pPr indent="0" lvl="6" marL="0" algn="r">
              <a:spcBef>
                <a:spcPts val="0"/>
              </a:spcBef>
              <a:buNone/>
              <a:defRPr b="0" i="0" sz="800" u="none" cap="none" strike="noStrike">
                <a:solidFill>
                  <a:srgbClr val="2F2F2F"/>
                </a:solidFill>
                <a:latin typeface="Gill Sans"/>
                <a:ea typeface="Gill Sans"/>
                <a:cs typeface="Gill Sans"/>
                <a:sym typeface="Gill Sans"/>
              </a:defRPr>
            </a:lvl7pPr>
            <a:lvl8pPr indent="0" lvl="7" marL="0" algn="r">
              <a:spcBef>
                <a:spcPts val="0"/>
              </a:spcBef>
              <a:buNone/>
              <a:defRPr b="0" i="0" sz="800" u="none" cap="none" strike="noStrike">
                <a:solidFill>
                  <a:srgbClr val="2F2F2F"/>
                </a:solidFill>
                <a:latin typeface="Gill Sans"/>
                <a:ea typeface="Gill Sans"/>
                <a:cs typeface="Gill Sans"/>
                <a:sym typeface="Gill Sans"/>
              </a:defRPr>
            </a:lvl8pPr>
            <a:lvl9pPr indent="0" lvl="8" mar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30" name="Shape 430"/>
        <p:cNvGrpSpPr/>
        <p:nvPr/>
      </p:nvGrpSpPr>
      <p:grpSpPr>
        <a:xfrm>
          <a:off x="0" y="0"/>
          <a:ext cx="0" cy="0"/>
          <a:chOff x="0" y="0"/>
          <a:chExt cx="0" cy="0"/>
        </a:xfrm>
      </p:grpSpPr>
      <p:sp>
        <p:nvSpPr>
          <p:cNvPr id="431" name="Google Shape;431;p68"/>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cxnSp>
        <p:nvCxnSpPr>
          <p:cNvPr id="432" name="Google Shape;432;p68"/>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433" name="Google Shape;433;p68"/>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434" name="Google Shape;434;p68"/>
          <p:cNvSpPr txBox="1"/>
          <p:nvPr>
            <p:ph idx="10" type="dt"/>
          </p:nvPr>
        </p:nvSpPr>
        <p:spPr>
          <a:xfrm>
            <a:off x="7628467" y="4937760"/>
            <a:ext cx="12330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35" name="Google Shape;435;p68"/>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36" name="Google Shape;436;p68"/>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Light">
  <p:cSld name="Transition Light">
    <p:spTree>
      <p:nvGrpSpPr>
        <p:cNvPr id="437" name="Shape 437"/>
        <p:cNvGrpSpPr/>
        <p:nvPr/>
      </p:nvGrpSpPr>
      <p:grpSpPr>
        <a:xfrm>
          <a:off x="0" y="0"/>
          <a:ext cx="0" cy="0"/>
          <a:chOff x="0" y="0"/>
          <a:chExt cx="0" cy="0"/>
        </a:xfrm>
      </p:grpSpPr>
      <p:sp>
        <p:nvSpPr>
          <p:cNvPr id="438" name="Google Shape;438;p69"/>
          <p:cNvSpPr txBox="1"/>
          <p:nvPr>
            <p:ph type="title"/>
          </p:nvPr>
        </p:nvSpPr>
        <p:spPr>
          <a:xfrm>
            <a:off x="457200" y="1835944"/>
            <a:ext cx="8229600" cy="994200"/>
          </a:xfrm>
          <a:prstGeom prst="rect">
            <a:avLst/>
          </a:prstGeom>
          <a:noFill/>
          <a:ln>
            <a:noFill/>
          </a:ln>
        </p:spPr>
        <p:txBody>
          <a:bodyPr anchorCtr="0" anchor="ctr" bIns="34275" lIns="68575" spcFirstLastPara="1" rIns="68575" wrap="square" tIns="34275">
            <a:noAutofit/>
          </a:bodyPr>
          <a:lstStyle>
            <a:lvl1pPr lvl="0" algn="ctr">
              <a:lnSpc>
                <a:spcPct val="90000"/>
              </a:lnSpc>
              <a:spcBef>
                <a:spcPts val="0"/>
              </a:spcBef>
              <a:spcAft>
                <a:spcPts val="0"/>
              </a:spcAft>
              <a:buClr>
                <a:srgbClr val="168FDF"/>
              </a:buClr>
              <a:buSzPts val="1800"/>
              <a:buFont typeface="Gill Sans"/>
              <a:buNone/>
              <a:defRPr sz="1100">
                <a:solidFill>
                  <a:srgbClr val="168FDF"/>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pic>
        <p:nvPicPr>
          <p:cNvPr id="439" name="Google Shape;439;p69"/>
          <p:cNvPicPr preferRelativeResize="0"/>
          <p:nvPr/>
        </p:nvPicPr>
        <p:blipFill rotWithShape="1">
          <a:blip r:embed="rId2">
            <a:alphaModFix/>
          </a:blip>
          <a:srcRect b="0" l="0" r="0" t="0"/>
          <a:stretch/>
        </p:blipFill>
        <p:spPr>
          <a:xfrm>
            <a:off x="3555434" y="4342572"/>
            <a:ext cx="2033132" cy="121351"/>
          </a:xfrm>
          <a:prstGeom prst="rect">
            <a:avLst/>
          </a:prstGeom>
          <a:noFill/>
          <a:ln>
            <a:noFill/>
          </a:ln>
        </p:spPr>
      </p:pic>
      <p:sp>
        <p:nvSpPr>
          <p:cNvPr id="440" name="Google Shape;440;p69"/>
          <p:cNvSpPr txBox="1"/>
          <p:nvPr>
            <p:ph idx="10" type="dt"/>
          </p:nvPr>
        </p:nvSpPr>
        <p:spPr>
          <a:xfrm>
            <a:off x="7687733" y="4937760"/>
            <a:ext cx="1173900" cy="2058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41" name="Google Shape;441;p69"/>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solidFill>
                  <a:srgbClr val="2F2F2F"/>
                </a:solidFill>
                <a:latin typeface="Gill Sans"/>
                <a:ea typeface="Gill Sans"/>
                <a:cs typeface="Gill Sans"/>
                <a:sym typeface="Gill Sans"/>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442" name="Google Shape;442;p69"/>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rgbClr val="2F2F2F"/>
                </a:solidFill>
                <a:latin typeface="Gill Sans"/>
                <a:ea typeface="Gill Sans"/>
                <a:cs typeface="Gill Sans"/>
                <a:sym typeface="Gill Sans"/>
              </a:defRPr>
            </a:lvl1pPr>
            <a:lvl2pPr indent="0" lvl="1" marL="0" algn="r">
              <a:spcBef>
                <a:spcPts val="0"/>
              </a:spcBef>
              <a:buNone/>
              <a:defRPr sz="800">
                <a:solidFill>
                  <a:srgbClr val="2F2F2F"/>
                </a:solidFill>
                <a:latin typeface="Gill Sans"/>
                <a:ea typeface="Gill Sans"/>
                <a:cs typeface="Gill Sans"/>
                <a:sym typeface="Gill Sans"/>
              </a:defRPr>
            </a:lvl2pPr>
            <a:lvl3pPr indent="0" lvl="2" marL="0" algn="r">
              <a:spcBef>
                <a:spcPts val="0"/>
              </a:spcBef>
              <a:buNone/>
              <a:defRPr sz="800">
                <a:solidFill>
                  <a:srgbClr val="2F2F2F"/>
                </a:solidFill>
                <a:latin typeface="Gill Sans"/>
                <a:ea typeface="Gill Sans"/>
                <a:cs typeface="Gill Sans"/>
                <a:sym typeface="Gill Sans"/>
              </a:defRPr>
            </a:lvl3pPr>
            <a:lvl4pPr indent="0" lvl="3" marL="0" algn="r">
              <a:spcBef>
                <a:spcPts val="0"/>
              </a:spcBef>
              <a:buNone/>
              <a:defRPr sz="800">
                <a:solidFill>
                  <a:srgbClr val="2F2F2F"/>
                </a:solidFill>
                <a:latin typeface="Gill Sans"/>
                <a:ea typeface="Gill Sans"/>
                <a:cs typeface="Gill Sans"/>
                <a:sym typeface="Gill Sans"/>
              </a:defRPr>
            </a:lvl4pPr>
            <a:lvl5pPr indent="0" lvl="4" marL="0" algn="r">
              <a:spcBef>
                <a:spcPts val="0"/>
              </a:spcBef>
              <a:buNone/>
              <a:defRPr sz="800">
                <a:solidFill>
                  <a:srgbClr val="2F2F2F"/>
                </a:solidFill>
                <a:latin typeface="Gill Sans"/>
                <a:ea typeface="Gill Sans"/>
                <a:cs typeface="Gill Sans"/>
                <a:sym typeface="Gill Sans"/>
              </a:defRPr>
            </a:lvl5pPr>
            <a:lvl6pPr indent="0" lvl="5" marL="0" algn="r">
              <a:spcBef>
                <a:spcPts val="0"/>
              </a:spcBef>
              <a:buNone/>
              <a:defRPr sz="800">
                <a:solidFill>
                  <a:srgbClr val="2F2F2F"/>
                </a:solidFill>
                <a:latin typeface="Gill Sans"/>
                <a:ea typeface="Gill Sans"/>
                <a:cs typeface="Gill Sans"/>
                <a:sym typeface="Gill Sans"/>
              </a:defRPr>
            </a:lvl6pPr>
            <a:lvl7pPr indent="0" lvl="6" marL="0" algn="r">
              <a:spcBef>
                <a:spcPts val="0"/>
              </a:spcBef>
              <a:buNone/>
              <a:defRPr sz="800">
                <a:solidFill>
                  <a:srgbClr val="2F2F2F"/>
                </a:solidFill>
                <a:latin typeface="Gill Sans"/>
                <a:ea typeface="Gill Sans"/>
                <a:cs typeface="Gill Sans"/>
                <a:sym typeface="Gill Sans"/>
              </a:defRPr>
            </a:lvl7pPr>
            <a:lvl8pPr indent="0" lvl="7" marL="0" algn="r">
              <a:spcBef>
                <a:spcPts val="0"/>
              </a:spcBef>
              <a:buNone/>
              <a:defRPr sz="800">
                <a:solidFill>
                  <a:srgbClr val="2F2F2F"/>
                </a:solidFill>
                <a:latin typeface="Gill Sans"/>
                <a:ea typeface="Gill Sans"/>
                <a:cs typeface="Gill Sans"/>
                <a:sym typeface="Gill Sans"/>
              </a:defRPr>
            </a:lvl8pPr>
            <a:lvl9pPr indent="0" lvl="8" marL="0" algn="r">
              <a:spcBef>
                <a:spcPts val="0"/>
              </a:spcBef>
              <a:buNone/>
              <a:defRPr sz="8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3" name="Shape 443"/>
        <p:cNvGrpSpPr/>
        <p:nvPr/>
      </p:nvGrpSpPr>
      <p:grpSpPr>
        <a:xfrm>
          <a:off x="0" y="0"/>
          <a:ext cx="0" cy="0"/>
          <a:chOff x="0" y="0"/>
          <a:chExt cx="0" cy="0"/>
        </a:xfrm>
      </p:grpSpPr>
      <p:sp>
        <p:nvSpPr>
          <p:cNvPr id="444" name="Google Shape;444;p70"/>
          <p:cNvSpPr txBox="1"/>
          <p:nvPr>
            <p:ph type="title"/>
          </p:nvPr>
        </p:nvSpPr>
        <p:spPr>
          <a:xfrm>
            <a:off x="311700" y="231021"/>
            <a:ext cx="8520600" cy="5649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200"/>
              <a:buFont typeface="Arial"/>
              <a:buNone/>
              <a:defRPr b="0" i="0" sz="3200" u="none" cap="none" strike="noStrike">
                <a:solidFill>
                  <a:srgbClr val="595959"/>
                </a:solidFill>
                <a:latin typeface="Arial"/>
                <a:ea typeface="Arial"/>
                <a:cs typeface="Arial"/>
                <a:sym typeface="Arial"/>
              </a:defRPr>
            </a:lvl1pPr>
            <a:lvl2pPr lvl="1" rtl="0">
              <a:spcBef>
                <a:spcPts val="0"/>
              </a:spcBef>
              <a:spcAft>
                <a:spcPts val="0"/>
              </a:spcAft>
              <a:buClr>
                <a:schemeClr val="dk1"/>
              </a:buClr>
              <a:buSzPts val="2800"/>
              <a:buFont typeface="Arial"/>
              <a:buNone/>
              <a:defRPr sz="2800">
                <a:solidFill>
                  <a:schemeClr val="dk1"/>
                </a:solidFill>
              </a:defRPr>
            </a:lvl2pPr>
            <a:lvl3pPr lvl="2" rtl="0">
              <a:spcBef>
                <a:spcPts val="0"/>
              </a:spcBef>
              <a:spcAft>
                <a:spcPts val="0"/>
              </a:spcAft>
              <a:buClr>
                <a:schemeClr val="dk1"/>
              </a:buClr>
              <a:buSzPts val="2800"/>
              <a:buFont typeface="Arial"/>
              <a:buNone/>
              <a:defRPr sz="2800">
                <a:solidFill>
                  <a:schemeClr val="dk1"/>
                </a:solidFill>
              </a:defRPr>
            </a:lvl3pPr>
            <a:lvl4pPr lvl="3" rtl="0">
              <a:spcBef>
                <a:spcPts val="0"/>
              </a:spcBef>
              <a:spcAft>
                <a:spcPts val="0"/>
              </a:spcAft>
              <a:buClr>
                <a:schemeClr val="dk1"/>
              </a:buClr>
              <a:buSzPts val="2800"/>
              <a:buFont typeface="Arial"/>
              <a:buNone/>
              <a:defRPr sz="2800">
                <a:solidFill>
                  <a:schemeClr val="dk1"/>
                </a:solidFill>
              </a:defRPr>
            </a:lvl4pPr>
            <a:lvl5pPr lvl="4" rtl="0">
              <a:spcBef>
                <a:spcPts val="0"/>
              </a:spcBef>
              <a:spcAft>
                <a:spcPts val="0"/>
              </a:spcAft>
              <a:buClr>
                <a:schemeClr val="dk1"/>
              </a:buClr>
              <a:buSzPts val="2800"/>
              <a:buFont typeface="Arial"/>
              <a:buNone/>
              <a:defRPr sz="2800">
                <a:solidFill>
                  <a:schemeClr val="dk1"/>
                </a:solidFill>
              </a:defRPr>
            </a:lvl5pPr>
            <a:lvl6pPr lvl="5" rtl="0">
              <a:spcBef>
                <a:spcPts val="0"/>
              </a:spcBef>
              <a:spcAft>
                <a:spcPts val="0"/>
              </a:spcAft>
              <a:buClr>
                <a:schemeClr val="dk1"/>
              </a:buClr>
              <a:buSzPts val="2800"/>
              <a:buFont typeface="Arial"/>
              <a:buNone/>
              <a:defRPr sz="2800">
                <a:solidFill>
                  <a:schemeClr val="dk1"/>
                </a:solidFill>
              </a:defRPr>
            </a:lvl6pPr>
            <a:lvl7pPr lvl="6" rtl="0">
              <a:spcBef>
                <a:spcPts val="0"/>
              </a:spcBef>
              <a:spcAft>
                <a:spcPts val="0"/>
              </a:spcAft>
              <a:buClr>
                <a:schemeClr val="dk1"/>
              </a:buClr>
              <a:buSzPts val="2800"/>
              <a:buFont typeface="Arial"/>
              <a:buNone/>
              <a:defRPr sz="2800">
                <a:solidFill>
                  <a:schemeClr val="dk1"/>
                </a:solidFill>
              </a:defRPr>
            </a:lvl7pPr>
            <a:lvl8pPr lvl="7" rtl="0">
              <a:spcBef>
                <a:spcPts val="0"/>
              </a:spcBef>
              <a:spcAft>
                <a:spcPts val="0"/>
              </a:spcAft>
              <a:buClr>
                <a:schemeClr val="dk1"/>
              </a:buClr>
              <a:buSzPts val="2800"/>
              <a:buFont typeface="Arial"/>
              <a:buNone/>
              <a:defRPr sz="2800">
                <a:solidFill>
                  <a:schemeClr val="dk1"/>
                </a:solidFill>
              </a:defRPr>
            </a:lvl8pPr>
            <a:lvl9pPr lvl="8" rtl="0">
              <a:spcBef>
                <a:spcPts val="0"/>
              </a:spcBef>
              <a:spcAft>
                <a:spcPts val="0"/>
              </a:spcAft>
              <a:buClr>
                <a:schemeClr val="dk1"/>
              </a:buClr>
              <a:buSzPts val="2800"/>
              <a:buFont typeface="Arial"/>
              <a:buNone/>
              <a:defRPr sz="2800">
                <a:solidFill>
                  <a:schemeClr val="dk1"/>
                </a:solidFill>
              </a:defRPr>
            </a:lvl9pPr>
          </a:lstStyle>
          <a:p/>
        </p:txBody>
      </p:sp>
      <p:sp>
        <p:nvSpPr>
          <p:cNvPr id="445" name="Google Shape;445;p70"/>
          <p:cNvSpPr/>
          <p:nvPr/>
        </p:nvSpPr>
        <p:spPr>
          <a:xfrm>
            <a:off x="0" y="391275"/>
            <a:ext cx="359100" cy="357300"/>
          </a:xfrm>
          <a:prstGeom prst="rect">
            <a:avLst/>
          </a:prstGeom>
          <a:solidFill>
            <a:srgbClr val="6DCC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6" name="Google Shape;446;p70"/>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CUSTOM">
    <p:spTree>
      <p:nvGrpSpPr>
        <p:cNvPr id="447" name="Shape 447"/>
        <p:cNvGrpSpPr/>
        <p:nvPr/>
      </p:nvGrpSpPr>
      <p:grpSpPr>
        <a:xfrm>
          <a:off x="0" y="0"/>
          <a:ext cx="0" cy="0"/>
          <a:chOff x="0" y="0"/>
          <a:chExt cx="0" cy="0"/>
        </a:xfrm>
      </p:grpSpPr>
      <p:sp>
        <p:nvSpPr>
          <p:cNvPr id="448" name="Google Shape;448;p71"/>
          <p:cNvSpPr txBox="1"/>
          <p:nvPr>
            <p:ph type="title"/>
          </p:nvPr>
        </p:nvSpPr>
        <p:spPr>
          <a:xfrm>
            <a:off x="311700" y="231021"/>
            <a:ext cx="8520600" cy="564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9" name="Google Shape;449;p71"/>
          <p:cNvSpPr txBox="1"/>
          <p:nvPr>
            <p:ph idx="1" type="body"/>
          </p:nvPr>
        </p:nvSpPr>
        <p:spPr>
          <a:xfrm>
            <a:off x="311150" y="1114425"/>
            <a:ext cx="8521800" cy="3533700"/>
          </a:xfrm>
          <a:prstGeom prst="rect">
            <a:avLst/>
          </a:prstGeom>
          <a:noFill/>
          <a:ln>
            <a:noFill/>
          </a:ln>
        </p:spPr>
        <p:txBody>
          <a:bodyPr anchorCtr="0" anchor="t" bIns="91425" lIns="91425" spcFirstLastPara="1" rIns="91425" wrap="square" tIns="91425">
            <a:noAutofit/>
          </a:bodyPr>
          <a:lstStyle>
            <a:lvl1pPr indent="-381000" lvl="0" marL="457200" rtl="0" algn="l">
              <a:lnSpc>
                <a:spcPct val="115000"/>
              </a:lnSpc>
              <a:spcBef>
                <a:spcPts val="600"/>
              </a:spcBef>
              <a:spcAft>
                <a:spcPts val="0"/>
              </a:spcAft>
              <a:buClr>
                <a:srgbClr val="595959"/>
              </a:buClr>
              <a:buSzPts val="2400"/>
              <a:buFont typeface="Arial"/>
              <a:buChar char="•"/>
              <a:defRPr sz="2400">
                <a:solidFill>
                  <a:srgbClr val="595959"/>
                </a:solidFill>
              </a:defRPr>
            </a:lvl1pPr>
            <a:lvl2pPr indent="-342900" lvl="1" marL="914400" rtl="0" algn="l">
              <a:lnSpc>
                <a:spcPct val="115000"/>
              </a:lnSpc>
              <a:spcBef>
                <a:spcPts val="0"/>
              </a:spcBef>
              <a:spcAft>
                <a:spcPts val="0"/>
              </a:spcAft>
              <a:buClr>
                <a:srgbClr val="595959"/>
              </a:buClr>
              <a:buSzPts val="1800"/>
              <a:buFont typeface="Arial"/>
              <a:buChar char="•"/>
              <a:defRPr sz="1800">
                <a:solidFill>
                  <a:srgbClr val="595959"/>
                </a:solidFill>
              </a:defRPr>
            </a:lvl2pPr>
            <a:lvl3pPr indent="-342900" lvl="2" marL="1371600" rtl="0" algn="l">
              <a:lnSpc>
                <a:spcPct val="115000"/>
              </a:lnSpc>
              <a:spcBef>
                <a:spcPts val="0"/>
              </a:spcBef>
              <a:spcAft>
                <a:spcPts val="0"/>
              </a:spcAft>
              <a:buClr>
                <a:srgbClr val="595959"/>
              </a:buClr>
              <a:buSzPts val="1800"/>
              <a:buFont typeface="Arial"/>
              <a:buChar char="•"/>
              <a:defRPr sz="1800">
                <a:solidFill>
                  <a:srgbClr val="595959"/>
                </a:solidFill>
              </a:defRPr>
            </a:lvl3pPr>
            <a:lvl4pPr indent="-342900" lvl="3" marL="1828800" rtl="0" algn="l">
              <a:lnSpc>
                <a:spcPct val="115000"/>
              </a:lnSpc>
              <a:spcBef>
                <a:spcPts val="0"/>
              </a:spcBef>
              <a:spcAft>
                <a:spcPts val="0"/>
              </a:spcAft>
              <a:buClr>
                <a:srgbClr val="595959"/>
              </a:buClr>
              <a:buSzPts val="1800"/>
              <a:buFont typeface="Arial"/>
              <a:buChar char="•"/>
              <a:defRPr sz="1800">
                <a:solidFill>
                  <a:srgbClr val="595959"/>
                </a:solidFill>
              </a:defRPr>
            </a:lvl4pPr>
            <a:lvl5pPr indent="-342900" lvl="4" marL="2286000" rtl="0" algn="l">
              <a:lnSpc>
                <a:spcPct val="115000"/>
              </a:lnSpc>
              <a:spcBef>
                <a:spcPts val="0"/>
              </a:spcBef>
              <a:spcAft>
                <a:spcPts val="0"/>
              </a:spcAft>
              <a:buClr>
                <a:srgbClr val="595959"/>
              </a:buClr>
              <a:buSzPts val="1800"/>
              <a:buFont typeface="Arial"/>
              <a:buChar char="•"/>
              <a:defRPr sz="1800">
                <a:solidFill>
                  <a:srgbClr val="595959"/>
                </a:solidFill>
              </a:defRPr>
            </a:lvl5pPr>
            <a:lvl6pPr indent="-342900" lvl="5" marL="2743200" rtl="0" algn="l">
              <a:lnSpc>
                <a:spcPct val="115000"/>
              </a:lnSpc>
              <a:spcBef>
                <a:spcPts val="0"/>
              </a:spcBef>
              <a:spcAft>
                <a:spcPts val="0"/>
              </a:spcAft>
              <a:buClr>
                <a:srgbClr val="595959"/>
              </a:buClr>
              <a:buSzPts val="1800"/>
              <a:buChar char="•"/>
              <a:defRPr>
                <a:solidFill>
                  <a:srgbClr val="595959"/>
                </a:solidFill>
              </a:defRPr>
            </a:lvl6pPr>
            <a:lvl7pPr indent="-342900" lvl="6" marL="3200400" rtl="0" algn="l">
              <a:lnSpc>
                <a:spcPct val="115000"/>
              </a:lnSpc>
              <a:spcBef>
                <a:spcPts val="0"/>
              </a:spcBef>
              <a:spcAft>
                <a:spcPts val="0"/>
              </a:spcAft>
              <a:buClr>
                <a:srgbClr val="595959"/>
              </a:buClr>
              <a:buSzPts val="1800"/>
              <a:buChar char="•"/>
              <a:defRPr>
                <a:solidFill>
                  <a:srgbClr val="595959"/>
                </a:solidFill>
              </a:defRPr>
            </a:lvl7pPr>
            <a:lvl8pPr indent="-342900" lvl="7" marL="3657600" rtl="0" algn="l">
              <a:lnSpc>
                <a:spcPct val="115000"/>
              </a:lnSpc>
              <a:spcBef>
                <a:spcPts val="0"/>
              </a:spcBef>
              <a:spcAft>
                <a:spcPts val="0"/>
              </a:spcAft>
              <a:buClr>
                <a:srgbClr val="595959"/>
              </a:buClr>
              <a:buSzPts val="1800"/>
              <a:buChar char="•"/>
              <a:defRPr>
                <a:solidFill>
                  <a:srgbClr val="595959"/>
                </a:solidFill>
              </a:defRPr>
            </a:lvl8pPr>
            <a:lvl9pPr indent="-342900" lvl="8" marL="4114800" rtl="0" algn="l">
              <a:lnSpc>
                <a:spcPct val="115000"/>
              </a:lnSpc>
              <a:spcBef>
                <a:spcPts val="0"/>
              </a:spcBef>
              <a:spcAft>
                <a:spcPts val="0"/>
              </a:spcAft>
              <a:buClr>
                <a:srgbClr val="595959"/>
              </a:buClr>
              <a:buSzPts val="1800"/>
              <a:buChar char="•"/>
              <a:defRPr>
                <a:solidFill>
                  <a:srgbClr val="595959"/>
                </a:solidFill>
              </a:defRPr>
            </a:lvl9pPr>
          </a:lstStyle>
          <a:p/>
        </p:txBody>
      </p:sp>
      <p:sp>
        <p:nvSpPr>
          <p:cNvPr id="450" name="Google Shape;450;p71"/>
          <p:cNvSpPr txBox="1"/>
          <p:nvPr>
            <p:ph idx="12" type="sldNum"/>
          </p:nvPr>
        </p:nvSpPr>
        <p:spPr>
          <a:xfrm>
            <a:off x="8556775" y="4868450"/>
            <a:ext cx="548700" cy="273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434343"/>
              </a:buClr>
              <a:buSzPts val="250"/>
              <a:buFont typeface="Arial"/>
              <a:buNone/>
              <a:defRPr b="0" i="0" sz="10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451" name="Shape 451"/>
        <p:cNvGrpSpPr/>
        <p:nvPr/>
      </p:nvGrpSpPr>
      <p:grpSpPr>
        <a:xfrm>
          <a:off x="0" y="0"/>
          <a:ext cx="0" cy="0"/>
          <a:chOff x="0" y="0"/>
          <a:chExt cx="0" cy="0"/>
        </a:xfrm>
      </p:grpSpPr>
      <p:pic>
        <p:nvPicPr>
          <p:cNvPr id="452" name="Google Shape;452;p72"/>
          <p:cNvPicPr preferRelativeResize="0"/>
          <p:nvPr/>
        </p:nvPicPr>
        <p:blipFill rotWithShape="1">
          <a:blip r:embed="rId2">
            <a:alphaModFix/>
          </a:blip>
          <a:srcRect b="0" l="0" r="0" t="0"/>
          <a:stretch/>
        </p:blipFill>
        <p:spPr>
          <a:xfrm flipH="1">
            <a:off x="0" y="0"/>
            <a:ext cx="9144000" cy="5143500"/>
          </a:xfrm>
          <a:prstGeom prst="rect">
            <a:avLst/>
          </a:prstGeom>
          <a:noFill/>
          <a:ln>
            <a:noFill/>
          </a:ln>
        </p:spPr>
      </p:pic>
      <p:sp>
        <p:nvSpPr>
          <p:cNvPr id="453" name="Google Shape;453;p72"/>
          <p:cNvSpPr/>
          <p:nvPr/>
        </p:nvSpPr>
        <p:spPr>
          <a:xfrm rot="-5400000">
            <a:off x="1754398" y="-1754405"/>
            <a:ext cx="5143500" cy="8652300"/>
          </a:xfrm>
          <a:prstGeom prst="rect">
            <a:avLst/>
          </a:prstGeom>
          <a:gradFill>
            <a:gsLst>
              <a:gs pos="0">
                <a:srgbClr val="000000">
                  <a:alpha val="51373"/>
                </a:srgbClr>
              </a:gs>
              <a:gs pos="100000">
                <a:srgbClr val="000000">
                  <a:alpha val="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454" name="Google Shape;454;p72"/>
          <p:cNvSpPr/>
          <p:nvPr/>
        </p:nvSpPr>
        <p:spPr>
          <a:xfrm>
            <a:off x="328343" y="2131439"/>
            <a:ext cx="4275600" cy="7107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455" name="Google Shape;455;p72"/>
          <p:cNvSpPr txBox="1"/>
          <p:nvPr>
            <p:ph type="title"/>
          </p:nvPr>
        </p:nvSpPr>
        <p:spPr>
          <a:xfrm>
            <a:off x="328343" y="2103528"/>
            <a:ext cx="7539600" cy="738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4000" u="none" cap="none" strike="noStrike">
                <a:solidFill>
                  <a:schemeClr val="dk2"/>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456" name="Google Shape;456;p72"/>
          <p:cNvSpPr/>
          <p:nvPr/>
        </p:nvSpPr>
        <p:spPr>
          <a:xfrm>
            <a:off x="328343" y="2897933"/>
            <a:ext cx="3987900" cy="691500"/>
          </a:xfrm>
          <a:prstGeom prst="rect">
            <a:avLst/>
          </a:prstGeom>
          <a:solidFill>
            <a:srgbClr val="030A1C">
              <a:alpha val="7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400" u="none" cap="none" strike="noStrike">
              <a:solidFill>
                <a:schemeClr val="lt1"/>
              </a:solidFill>
              <a:latin typeface="Arial"/>
              <a:ea typeface="Arial"/>
              <a:cs typeface="Arial"/>
              <a:sym typeface="Arial"/>
            </a:endParaRPr>
          </a:p>
        </p:txBody>
      </p:sp>
      <p:sp>
        <p:nvSpPr>
          <p:cNvPr id="457" name="Google Shape;457;p72"/>
          <p:cNvSpPr txBox="1"/>
          <p:nvPr>
            <p:ph idx="1" type="body"/>
          </p:nvPr>
        </p:nvSpPr>
        <p:spPr>
          <a:xfrm>
            <a:off x="328762" y="2897538"/>
            <a:ext cx="3987600" cy="69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2000"/>
              <a:buFont typeface="Arial"/>
              <a:buNone/>
              <a:defRPr b="0" i="0" sz="1700" u="none" cap="none" strike="noStrike">
                <a:solidFill>
                  <a:schemeClr val="dk2"/>
                </a:solidFill>
                <a:latin typeface="Arial"/>
                <a:ea typeface="Arial"/>
                <a:cs typeface="Arial"/>
                <a:sym typeface="Arial"/>
              </a:defRPr>
            </a:lvl1pPr>
            <a:lvl2pPr indent="-228600" lvl="1" marL="914400" marR="0" rtl="0" algn="l">
              <a:lnSpc>
                <a:spcPct val="115000"/>
              </a:lnSpc>
              <a:spcBef>
                <a:spcPts val="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sp>
        <p:nvSpPr>
          <p:cNvPr id="458" name="Google Shape;458;p72"/>
          <p:cNvSpPr txBox="1"/>
          <p:nvPr>
            <p:ph idx="2" type="body"/>
          </p:nvPr>
        </p:nvSpPr>
        <p:spPr>
          <a:xfrm>
            <a:off x="328612" y="3725262"/>
            <a:ext cx="3987900" cy="452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459" name="Google Shape;459;p72"/>
          <p:cNvPicPr preferRelativeResize="0"/>
          <p:nvPr/>
        </p:nvPicPr>
        <p:blipFill rotWithShape="1">
          <a:blip r:embed="rId3">
            <a:alphaModFix/>
          </a:blip>
          <a:srcRect b="0" l="0" r="0" t="0"/>
          <a:stretch/>
        </p:blipFill>
        <p:spPr>
          <a:xfrm>
            <a:off x="328343" y="318681"/>
            <a:ext cx="3063900" cy="60810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solidFill>
          <a:srgbClr val="F6F6F6"/>
        </a:solidFill>
      </p:bgPr>
    </p:bg>
    <p:spTree>
      <p:nvGrpSpPr>
        <p:cNvPr id="460" name="Shape 460"/>
        <p:cNvGrpSpPr/>
        <p:nvPr/>
      </p:nvGrpSpPr>
      <p:grpSpPr>
        <a:xfrm>
          <a:off x="0" y="0"/>
          <a:ext cx="0" cy="0"/>
          <a:chOff x="0" y="0"/>
          <a:chExt cx="0" cy="0"/>
        </a:xfrm>
      </p:grpSpPr>
      <p:sp>
        <p:nvSpPr>
          <p:cNvPr id="461" name="Google Shape;461;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3000"/>
              <a:buFont typeface="Arial"/>
              <a:buNone/>
              <a:defRPr b="0" i="0" sz="3200" u="none" cap="none" strike="noStrike">
                <a:solidFill>
                  <a:srgbClr val="333333"/>
                </a:solidFill>
                <a:latin typeface="Arial"/>
                <a:ea typeface="Arial"/>
                <a:cs typeface="Arial"/>
                <a:sym typeface="Arial"/>
              </a:defRPr>
            </a:lvl1pPr>
            <a:lvl2pPr indent="0" lvl="1" rtl="0">
              <a:spcBef>
                <a:spcPts val="0"/>
              </a:spcBef>
              <a:spcAft>
                <a:spcPts val="0"/>
              </a:spcAft>
              <a:buClr>
                <a:schemeClr val="dk1"/>
              </a:buClr>
              <a:buSzPts val="1800"/>
              <a:buFont typeface="Arial"/>
              <a:buNone/>
              <a:defRPr sz="2800">
                <a:solidFill>
                  <a:schemeClr val="dk1"/>
                </a:solidFill>
              </a:defRPr>
            </a:lvl2pPr>
            <a:lvl3pPr indent="0" lvl="2" rtl="0">
              <a:spcBef>
                <a:spcPts val="0"/>
              </a:spcBef>
              <a:spcAft>
                <a:spcPts val="0"/>
              </a:spcAft>
              <a:buClr>
                <a:schemeClr val="dk1"/>
              </a:buClr>
              <a:buSzPts val="1800"/>
              <a:buFont typeface="Arial"/>
              <a:buNone/>
              <a:defRPr sz="2800">
                <a:solidFill>
                  <a:schemeClr val="dk1"/>
                </a:solidFill>
              </a:defRPr>
            </a:lvl3pPr>
            <a:lvl4pPr indent="0" lvl="3" rtl="0">
              <a:spcBef>
                <a:spcPts val="0"/>
              </a:spcBef>
              <a:spcAft>
                <a:spcPts val="0"/>
              </a:spcAft>
              <a:buClr>
                <a:schemeClr val="dk1"/>
              </a:buClr>
              <a:buSzPts val="1800"/>
              <a:buFont typeface="Arial"/>
              <a:buNone/>
              <a:defRPr sz="2800">
                <a:solidFill>
                  <a:schemeClr val="dk1"/>
                </a:solidFill>
              </a:defRPr>
            </a:lvl4pPr>
            <a:lvl5pPr indent="0" lvl="4" rtl="0">
              <a:spcBef>
                <a:spcPts val="0"/>
              </a:spcBef>
              <a:spcAft>
                <a:spcPts val="0"/>
              </a:spcAft>
              <a:buClr>
                <a:schemeClr val="dk1"/>
              </a:buClr>
              <a:buSzPts val="1800"/>
              <a:buFont typeface="Arial"/>
              <a:buNone/>
              <a:defRPr sz="2800">
                <a:solidFill>
                  <a:schemeClr val="dk1"/>
                </a:solidFill>
              </a:defRPr>
            </a:lvl5pPr>
            <a:lvl6pPr indent="0" lvl="5" rtl="0">
              <a:spcBef>
                <a:spcPts val="0"/>
              </a:spcBef>
              <a:spcAft>
                <a:spcPts val="0"/>
              </a:spcAft>
              <a:buClr>
                <a:schemeClr val="dk1"/>
              </a:buClr>
              <a:buSzPts val="1800"/>
              <a:buFont typeface="Arial"/>
              <a:buNone/>
              <a:defRPr sz="2800">
                <a:solidFill>
                  <a:schemeClr val="dk1"/>
                </a:solidFill>
              </a:defRPr>
            </a:lvl6pPr>
            <a:lvl7pPr indent="0" lvl="6" rtl="0">
              <a:spcBef>
                <a:spcPts val="0"/>
              </a:spcBef>
              <a:spcAft>
                <a:spcPts val="0"/>
              </a:spcAft>
              <a:buClr>
                <a:schemeClr val="dk1"/>
              </a:buClr>
              <a:buSzPts val="1800"/>
              <a:buFont typeface="Arial"/>
              <a:buNone/>
              <a:defRPr sz="2800">
                <a:solidFill>
                  <a:schemeClr val="dk1"/>
                </a:solidFill>
              </a:defRPr>
            </a:lvl7pPr>
            <a:lvl8pPr indent="0" lvl="7" rtl="0">
              <a:spcBef>
                <a:spcPts val="0"/>
              </a:spcBef>
              <a:spcAft>
                <a:spcPts val="0"/>
              </a:spcAft>
              <a:buClr>
                <a:schemeClr val="dk1"/>
              </a:buClr>
              <a:buSzPts val="1800"/>
              <a:buFont typeface="Arial"/>
              <a:buNone/>
              <a:defRPr sz="2800">
                <a:solidFill>
                  <a:schemeClr val="dk1"/>
                </a:solidFill>
              </a:defRPr>
            </a:lvl8pPr>
            <a:lvl9pPr indent="0" lvl="8" rtl="0">
              <a:spcBef>
                <a:spcPts val="0"/>
              </a:spcBef>
              <a:spcAft>
                <a:spcPts val="0"/>
              </a:spcAft>
              <a:buClr>
                <a:schemeClr val="dk1"/>
              </a:buClr>
              <a:buSzPts val="1800"/>
              <a:buFont typeface="Arial"/>
              <a:buNone/>
              <a:defRPr sz="2800">
                <a:solidFill>
                  <a:schemeClr val="dk1"/>
                </a:solidFill>
              </a:defRPr>
            </a:lvl9pPr>
          </a:lstStyle>
          <a:p/>
        </p:txBody>
      </p:sp>
      <p:sp>
        <p:nvSpPr>
          <p:cNvPr id="462" name="Google Shape;462;p73"/>
          <p:cNvSpPr txBox="1"/>
          <p:nvPr>
            <p:ph idx="12" type="sldNum"/>
          </p:nvPr>
        </p:nvSpPr>
        <p:spPr>
          <a:xfrm>
            <a:off x="8556782" y="4648251"/>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1pPr>
            <a:lvl2pPr indent="0" lvl="1"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2pPr>
            <a:lvl3pPr indent="0" lvl="2"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3pPr>
            <a:lvl4pPr indent="0" lvl="3"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4pPr>
            <a:lvl5pPr indent="0" lvl="4"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5pPr>
            <a:lvl6pPr indent="0" lvl="5"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6pPr>
            <a:lvl7pPr indent="0" lvl="6"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7pPr>
            <a:lvl8pPr indent="0" lvl="7"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8pPr>
            <a:lvl9pPr indent="0" lvl="8" marL="0" marR="0" rtl="0" algn="l">
              <a:lnSpc>
                <a:spcPct val="100000"/>
              </a:lnSpc>
              <a:spcBef>
                <a:spcPts val="0"/>
              </a:spcBef>
              <a:spcAft>
                <a:spcPts val="0"/>
              </a:spcAft>
              <a:buClr>
                <a:srgbClr val="434343"/>
              </a:buClr>
              <a:buFont typeface="Arial"/>
              <a:buNone/>
              <a:defRPr b="0" i="0" sz="1000" u="none" cap="none" strike="noStrike">
                <a:solidFill>
                  <a:srgbClr val="434343"/>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solidFill>
                <a:srgbClr val="001F8E"/>
              </a:solidFill>
              <a:latin typeface="Gill Sans"/>
              <a:ea typeface="Gill Sans"/>
              <a:cs typeface="Gill Sans"/>
              <a:sym typeface="Gill Sans"/>
            </a:endParaRPr>
          </a:p>
        </p:txBody>
      </p:sp>
      <p:sp>
        <p:nvSpPr>
          <p:cNvPr id="463" name="Google Shape;463;p73"/>
          <p:cNvSpPr txBox="1"/>
          <p:nvPr>
            <p:ph idx="11" type="ftr"/>
          </p:nvPr>
        </p:nvSpPr>
        <p:spPr>
          <a:xfrm>
            <a:off x="2387016" y="4703626"/>
            <a:ext cx="4370100" cy="2745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chemeClr val="lt2"/>
              </a:buClr>
              <a:buSzPts val="1400"/>
              <a:buFont typeface="Arial"/>
              <a:buNone/>
              <a:defRPr b="0" i="0" sz="1000" u="none" cap="none" strike="noStrike">
                <a:solidFill>
                  <a:schemeClr val="lt2"/>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4" name="Google Shape;464;p73"/>
          <p:cNvSpPr txBox="1"/>
          <p:nvPr>
            <p:ph idx="1" type="body"/>
          </p:nvPr>
        </p:nvSpPr>
        <p:spPr>
          <a:xfrm>
            <a:off x="311145" y="1204912"/>
            <a:ext cx="8521200" cy="31821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2000"/>
              <a:buFont typeface="Arial"/>
              <a:buNone/>
              <a:defRPr b="0" i="0" sz="1800" u="none" cap="none" strike="noStrike">
                <a:solidFill>
                  <a:schemeClr val="lt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800"/>
              <a:buFont typeface="Arial"/>
              <a:buNone/>
              <a:defRPr b="0" i="0" sz="1400" u="none" cap="none" strike="noStrike">
                <a:solidFill>
                  <a:schemeClr val="lt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600"/>
              <a:buFont typeface="Arial"/>
              <a:buNone/>
              <a:defRPr b="0" i="0" sz="1400" u="none" cap="none" strike="noStrike">
                <a:solidFill>
                  <a:schemeClr val="lt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20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2000"/>
              <a:buFont typeface="Arial"/>
              <a:buNone/>
              <a:defRPr b="0" i="0" sz="1400" u="none" cap="none" strike="noStrike">
                <a:solidFill>
                  <a:schemeClr val="dk2"/>
                </a:solidFill>
                <a:latin typeface="Arial"/>
                <a:ea typeface="Arial"/>
                <a:cs typeface="Arial"/>
                <a:sym typeface="Arial"/>
              </a:defRPr>
            </a:lvl9pPr>
          </a:lstStyle>
          <a:p/>
        </p:txBody>
      </p:sp>
      <p:pic>
        <p:nvPicPr>
          <p:cNvPr id="465" name="Google Shape;465;p73"/>
          <p:cNvPicPr preferRelativeResize="0"/>
          <p:nvPr/>
        </p:nvPicPr>
        <p:blipFill rotWithShape="1">
          <a:blip r:embed="rId2">
            <a:alphaModFix/>
          </a:blip>
          <a:srcRect b="0" l="0" r="0" t="0"/>
          <a:stretch/>
        </p:blipFill>
        <p:spPr>
          <a:xfrm>
            <a:off x="412745" y="4588196"/>
            <a:ext cx="1576200" cy="31290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bg>
      <p:bgPr>
        <a:blipFill rotWithShape="1">
          <a:blip r:embed="rId2">
            <a:alphaModFix/>
          </a:blip>
          <a:stretch>
            <a:fillRect b="0" l="0" r="0" t="0"/>
          </a:stretch>
        </a:blipFill>
      </p:bgPr>
    </p:bg>
    <p:spTree>
      <p:nvGrpSpPr>
        <p:cNvPr id="466" name="Shape 466"/>
        <p:cNvGrpSpPr/>
        <p:nvPr/>
      </p:nvGrpSpPr>
      <p:grpSpPr>
        <a:xfrm>
          <a:off x="0" y="0"/>
          <a:ext cx="0" cy="0"/>
          <a:chOff x="0" y="0"/>
          <a:chExt cx="0" cy="0"/>
        </a:xfrm>
      </p:grpSpPr>
      <p:pic>
        <p:nvPicPr>
          <p:cNvPr id="467" name="Google Shape;467;p74"/>
          <p:cNvPicPr preferRelativeResize="0"/>
          <p:nvPr/>
        </p:nvPicPr>
        <p:blipFill rotWithShape="1">
          <a:blip r:embed="rId3">
            <a:alphaModFix/>
          </a:blip>
          <a:srcRect b="27575" l="18064" r="17445" t="44932"/>
          <a:stretch/>
        </p:blipFill>
        <p:spPr>
          <a:xfrm>
            <a:off x="215950" y="4308350"/>
            <a:ext cx="3239699" cy="786301"/>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
  <p:cSld name="OBJECT_1">
    <p:spTree>
      <p:nvGrpSpPr>
        <p:cNvPr id="468" name="Shape 468"/>
        <p:cNvGrpSpPr/>
        <p:nvPr/>
      </p:nvGrpSpPr>
      <p:grpSpPr>
        <a:xfrm>
          <a:off x="0" y="0"/>
          <a:ext cx="0" cy="0"/>
          <a:chOff x="0" y="0"/>
          <a:chExt cx="0" cy="0"/>
        </a:xfrm>
      </p:grpSpPr>
      <p:sp>
        <p:nvSpPr>
          <p:cNvPr id="469" name="Google Shape;469;p75"/>
          <p:cNvSpPr/>
          <p:nvPr/>
        </p:nvSpPr>
        <p:spPr>
          <a:xfrm>
            <a:off x="0" y="772583"/>
            <a:ext cx="9144000" cy="4371000"/>
          </a:xfrm>
          <a:prstGeom prst="rect">
            <a:avLst/>
          </a:prstGeom>
          <a:solidFill>
            <a:srgbClr val="3664AD">
              <a:alpha val="275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pic>
        <p:nvPicPr>
          <p:cNvPr id="470" name="Google Shape;470;p75"/>
          <p:cNvPicPr preferRelativeResize="0"/>
          <p:nvPr/>
        </p:nvPicPr>
        <p:blipFill rotWithShape="1">
          <a:blip r:embed="rId2">
            <a:alphaModFix amt="6000"/>
          </a:blip>
          <a:srcRect b="0" l="17594" r="0" t="0"/>
          <a:stretch/>
        </p:blipFill>
        <p:spPr>
          <a:xfrm>
            <a:off x="1" y="775759"/>
            <a:ext cx="6393974" cy="4364561"/>
          </a:xfrm>
          <a:prstGeom prst="rect">
            <a:avLst/>
          </a:prstGeom>
          <a:noFill/>
          <a:ln>
            <a:noFill/>
          </a:ln>
        </p:spPr>
      </p:pic>
      <p:sp>
        <p:nvSpPr>
          <p:cNvPr id="471" name="Google Shape;471;p75"/>
          <p:cNvSpPr txBox="1"/>
          <p:nvPr>
            <p:ph type="title"/>
          </p:nvPr>
        </p:nvSpPr>
        <p:spPr>
          <a:xfrm>
            <a:off x="333994" y="159442"/>
            <a:ext cx="7893900" cy="4470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Clr>
                <a:srgbClr val="262626"/>
              </a:buClr>
              <a:buSzPts val="3000"/>
              <a:buFont typeface="Gill Sans"/>
              <a:buNone/>
              <a:defRPr b="1" i="0" sz="3000" u="none" cap="none" strike="noStrike">
                <a:solidFill>
                  <a:srgbClr val="262626"/>
                </a:solidFill>
                <a:latin typeface="Gill Sans"/>
                <a:ea typeface="Gill Sans"/>
                <a:cs typeface="Gill Sans"/>
                <a:sym typeface="Gill Sans"/>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472" name="Google Shape;472;p75"/>
          <p:cNvSpPr txBox="1"/>
          <p:nvPr>
            <p:ph idx="1" type="body"/>
          </p:nvPr>
        </p:nvSpPr>
        <p:spPr>
          <a:xfrm>
            <a:off x="317497" y="943425"/>
            <a:ext cx="4007700" cy="314340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OpenMainframe_Logo_Pantone.png" id="473" name="Google Shape;473;p75"/>
          <p:cNvPicPr preferRelativeResize="0"/>
          <p:nvPr/>
        </p:nvPicPr>
        <p:blipFill rotWithShape="1">
          <a:blip r:embed="rId3">
            <a:alphaModFix/>
          </a:blip>
          <a:srcRect b="30187" l="0" r="80655" t="0"/>
          <a:stretch/>
        </p:blipFill>
        <p:spPr>
          <a:xfrm>
            <a:off x="8306753" y="100724"/>
            <a:ext cx="469860" cy="518220"/>
          </a:xfrm>
          <a:prstGeom prst="rect">
            <a:avLst/>
          </a:prstGeom>
          <a:noFill/>
          <a:ln>
            <a:noFill/>
          </a:ln>
        </p:spPr>
      </p:pic>
      <p:sp>
        <p:nvSpPr>
          <p:cNvPr id="474" name="Google Shape;474;p75"/>
          <p:cNvSpPr/>
          <p:nvPr/>
        </p:nvSpPr>
        <p:spPr>
          <a:xfrm>
            <a:off x="0" y="5112913"/>
            <a:ext cx="9144000" cy="50700"/>
          </a:xfrm>
          <a:prstGeom prst="rect">
            <a:avLst/>
          </a:prstGeom>
          <a:solidFill>
            <a:srgbClr val="3664A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800" u="none" cap="none" strike="noStrike">
              <a:solidFill>
                <a:srgbClr val="3664AD"/>
              </a:solidFill>
              <a:latin typeface="Calibri"/>
              <a:ea typeface="Calibri"/>
              <a:cs typeface="Calibri"/>
              <a:sym typeface="Calibri"/>
            </a:endParaRPr>
          </a:p>
        </p:txBody>
      </p:sp>
      <p:sp>
        <p:nvSpPr>
          <p:cNvPr id="475" name="Google Shape;475;p75"/>
          <p:cNvSpPr txBox="1"/>
          <p:nvPr>
            <p:ph idx="2" type="body"/>
          </p:nvPr>
        </p:nvSpPr>
        <p:spPr>
          <a:xfrm>
            <a:off x="4707659" y="943425"/>
            <a:ext cx="4100700" cy="3143400"/>
          </a:xfrm>
          <a:prstGeom prst="rect">
            <a:avLst/>
          </a:prstGeom>
          <a:noFill/>
          <a:ln>
            <a:noFill/>
          </a:ln>
        </p:spPr>
        <p:txBody>
          <a:bodyPr anchorCtr="0" anchor="t" bIns="34275" lIns="68575" spcFirstLastPara="1" rIns="68575" wrap="square" tIns="34275">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spcBef>
                <a:spcPts val="40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spcBef>
                <a:spcPts val="30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76" name="Google Shape;476;p75"/>
          <p:cNvSpPr txBox="1"/>
          <p:nvPr>
            <p:ph idx="12" type="sldNum"/>
          </p:nvPr>
        </p:nvSpPr>
        <p:spPr>
          <a:xfrm>
            <a:off x="8227787" y="4803548"/>
            <a:ext cx="5805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1000" u="none" cap="none" strike="noStrike">
                <a:solidFill>
                  <a:srgbClr val="000000"/>
                </a:solidFill>
                <a:latin typeface="Gill Sans"/>
                <a:ea typeface="Gill Sans"/>
                <a:cs typeface="Gill Sans"/>
                <a:sym typeface="Gill Sans"/>
              </a:defRPr>
            </a:lvl1pPr>
            <a:lvl2pPr indent="0" lvl="1" marL="0" marR="0" rtl="0" algn="r">
              <a:spcBef>
                <a:spcPts val="0"/>
              </a:spcBef>
              <a:buNone/>
              <a:defRPr b="0" i="0" sz="1000" u="none" cap="none" strike="noStrike">
                <a:solidFill>
                  <a:srgbClr val="000000"/>
                </a:solidFill>
                <a:latin typeface="Gill Sans"/>
                <a:ea typeface="Gill Sans"/>
                <a:cs typeface="Gill Sans"/>
                <a:sym typeface="Gill Sans"/>
              </a:defRPr>
            </a:lvl2pPr>
            <a:lvl3pPr indent="0" lvl="2" marL="0" marR="0" rtl="0" algn="r">
              <a:spcBef>
                <a:spcPts val="0"/>
              </a:spcBef>
              <a:buNone/>
              <a:defRPr b="0" i="0" sz="1000" u="none" cap="none" strike="noStrike">
                <a:solidFill>
                  <a:srgbClr val="000000"/>
                </a:solidFill>
                <a:latin typeface="Gill Sans"/>
                <a:ea typeface="Gill Sans"/>
                <a:cs typeface="Gill Sans"/>
                <a:sym typeface="Gill Sans"/>
              </a:defRPr>
            </a:lvl3pPr>
            <a:lvl4pPr indent="0" lvl="3" marL="0" marR="0" rtl="0" algn="r">
              <a:spcBef>
                <a:spcPts val="0"/>
              </a:spcBef>
              <a:buNone/>
              <a:defRPr b="0" i="0" sz="1000" u="none" cap="none" strike="noStrike">
                <a:solidFill>
                  <a:srgbClr val="000000"/>
                </a:solidFill>
                <a:latin typeface="Gill Sans"/>
                <a:ea typeface="Gill Sans"/>
                <a:cs typeface="Gill Sans"/>
                <a:sym typeface="Gill Sans"/>
              </a:defRPr>
            </a:lvl4pPr>
            <a:lvl5pPr indent="0" lvl="4" marL="0" marR="0" rtl="0" algn="r">
              <a:spcBef>
                <a:spcPts val="0"/>
              </a:spcBef>
              <a:buNone/>
              <a:defRPr b="0" i="0" sz="1000" u="none" cap="none" strike="noStrike">
                <a:solidFill>
                  <a:srgbClr val="000000"/>
                </a:solidFill>
                <a:latin typeface="Gill Sans"/>
                <a:ea typeface="Gill Sans"/>
                <a:cs typeface="Gill Sans"/>
                <a:sym typeface="Gill Sans"/>
              </a:defRPr>
            </a:lvl5pPr>
            <a:lvl6pPr indent="0" lvl="5" marL="0" marR="0" rtl="0" algn="r">
              <a:spcBef>
                <a:spcPts val="0"/>
              </a:spcBef>
              <a:buNone/>
              <a:defRPr b="0" i="0" sz="1000" u="none" cap="none" strike="noStrike">
                <a:solidFill>
                  <a:srgbClr val="000000"/>
                </a:solidFill>
                <a:latin typeface="Gill Sans"/>
                <a:ea typeface="Gill Sans"/>
                <a:cs typeface="Gill Sans"/>
                <a:sym typeface="Gill Sans"/>
              </a:defRPr>
            </a:lvl6pPr>
            <a:lvl7pPr indent="0" lvl="6" marL="0" marR="0" rtl="0" algn="r">
              <a:spcBef>
                <a:spcPts val="0"/>
              </a:spcBef>
              <a:buNone/>
              <a:defRPr b="0" i="0" sz="1000" u="none" cap="none" strike="noStrike">
                <a:solidFill>
                  <a:srgbClr val="000000"/>
                </a:solidFill>
                <a:latin typeface="Gill Sans"/>
                <a:ea typeface="Gill Sans"/>
                <a:cs typeface="Gill Sans"/>
                <a:sym typeface="Gill Sans"/>
              </a:defRPr>
            </a:lvl7pPr>
            <a:lvl8pPr indent="0" lvl="7" marL="0" marR="0" rtl="0" algn="r">
              <a:spcBef>
                <a:spcPts val="0"/>
              </a:spcBef>
              <a:buNone/>
              <a:defRPr b="0" i="0" sz="1000" u="none" cap="none" strike="noStrike">
                <a:solidFill>
                  <a:srgbClr val="000000"/>
                </a:solidFill>
                <a:latin typeface="Gill Sans"/>
                <a:ea typeface="Gill Sans"/>
                <a:cs typeface="Gill Sans"/>
                <a:sym typeface="Gill Sans"/>
              </a:defRPr>
            </a:lvl8pPr>
            <a:lvl9pPr indent="0" lvl="8" marL="0" marR="0" rtl="0" algn="r">
              <a:spcBef>
                <a:spcPts val="0"/>
              </a:spcBef>
              <a:buNone/>
              <a:defRPr b="0" i="0" sz="1000" u="none" cap="none" strike="noStrike">
                <a:solidFill>
                  <a:srgbClr val="000000"/>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1 column">
  <p:cSld name="Blank">
    <p:bg>
      <p:bgPr>
        <a:blipFill>
          <a:blip r:embed="rId2">
            <a:alphaModFix amt="0"/>
          </a:blip>
          <a:stretch>
            <a:fillRect/>
          </a:stretch>
        </a:blipFill>
      </p:bgPr>
    </p:bg>
    <p:spTree>
      <p:nvGrpSpPr>
        <p:cNvPr id="477" name="Shape 477"/>
        <p:cNvGrpSpPr/>
        <p:nvPr/>
      </p:nvGrpSpPr>
      <p:grpSpPr>
        <a:xfrm>
          <a:off x="0" y="0"/>
          <a:ext cx="0" cy="0"/>
          <a:chOff x="0" y="0"/>
          <a:chExt cx="0" cy="0"/>
        </a:xfrm>
      </p:grpSpPr>
      <p:pic>
        <p:nvPicPr>
          <p:cNvPr descr="A picture containing graphical user interface&#10;&#10;Description automatically generated" id="478" name="Google Shape;478;p7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79" name="Google Shape;479;p76"/>
          <p:cNvSpPr txBox="1"/>
          <p:nvPr>
            <p:ph idx="12" type="sldNum"/>
          </p:nvPr>
        </p:nvSpPr>
        <p:spPr>
          <a:xfrm>
            <a:off x="8056485" y="4767263"/>
            <a:ext cx="4587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80" name="Google Shape;480;p76"/>
          <p:cNvSpPr txBox="1"/>
          <p:nvPr>
            <p:ph idx="1" type="body"/>
          </p:nvPr>
        </p:nvSpPr>
        <p:spPr>
          <a:xfrm>
            <a:off x="418706" y="1203581"/>
            <a:ext cx="8267700" cy="3446100"/>
          </a:xfrm>
          <a:prstGeom prst="rect">
            <a:avLst/>
          </a:prstGeom>
          <a:noFill/>
          <a:ln>
            <a:noFill/>
          </a:ln>
        </p:spPr>
        <p:txBody>
          <a:bodyPr anchorCtr="0" anchor="t" bIns="34275" lIns="68575" spcFirstLastPara="1" rIns="68575" wrap="square" tIns="34275">
            <a:normAutofit/>
          </a:bodyPr>
          <a:lstStyle>
            <a:lvl1pPr indent="-361950" lvl="0" marL="457200" rtl="0" algn="l">
              <a:lnSpc>
                <a:spcPct val="100000"/>
              </a:lnSpc>
              <a:spcBef>
                <a:spcPts val="800"/>
              </a:spcBef>
              <a:spcAft>
                <a:spcPts val="0"/>
              </a:spcAft>
              <a:buClr>
                <a:srgbClr val="B49823"/>
              </a:buClr>
              <a:buSzPts val="2100"/>
              <a:buFont typeface="Calibri"/>
              <a:buChar char="▪"/>
              <a:defRPr sz="2100">
                <a:solidFill>
                  <a:srgbClr val="7F7F7F"/>
                </a:solidFill>
                <a:latin typeface="Calibri"/>
                <a:ea typeface="Calibri"/>
                <a:cs typeface="Calibri"/>
                <a:sym typeface="Calibri"/>
              </a:defRPr>
            </a:lvl1pPr>
            <a:lvl2pPr indent="-342900" lvl="1" marL="914400" rtl="0" algn="l">
              <a:lnSpc>
                <a:spcPct val="100000"/>
              </a:lnSpc>
              <a:spcBef>
                <a:spcPts val="400"/>
              </a:spcBef>
              <a:spcAft>
                <a:spcPts val="0"/>
              </a:spcAft>
              <a:buClr>
                <a:srgbClr val="B49823"/>
              </a:buClr>
              <a:buSzPts val="1800"/>
              <a:buFont typeface="Calibri"/>
              <a:buChar char="•"/>
              <a:defRPr sz="1800">
                <a:solidFill>
                  <a:srgbClr val="7F7F7F"/>
                </a:solidFill>
                <a:latin typeface="Calibri"/>
                <a:ea typeface="Calibri"/>
                <a:cs typeface="Calibri"/>
                <a:sym typeface="Calibri"/>
              </a:defRPr>
            </a:lvl2pPr>
            <a:lvl3pPr indent="-323850" lvl="2" marL="1371600" rtl="0" algn="l">
              <a:lnSpc>
                <a:spcPct val="100000"/>
              </a:lnSpc>
              <a:spcBef>
                <a:spcPts val="400"/>
              </a:spcBef>
              <a:spcAft>
                <a:spcPts val="0"/>
              </a:spcAft>
              <a:buClr>
                <a:srgbClr val="B49823"/>
              </a:buClr>
              <a:buSzPts val="1500"/>
              <a:buFont typeface="Calibri"/>
              <a:buChar char="▪"/>
              <a:defRPr sz="1500">
                <a:solidFill>
                  <a:srgbClr val="7F7F7F"/>
                </a:solidFill>
                <a:latin typeface="Calibri"/>
                <a:ea typeface="Calibri"/>
                <a:cs typeface="Calibri"/>
                <a:sym typeface="Calibri"/>
              </a:defRPr>
            </a:lvl3pPr>
            <a:lvl4pPr indent="-317500" lvl="3" marL="18288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4pPr>
            <a:lvl5pPr indent="-317500" lvl="4" marL="2286000" rtl="0" algn="l">
              <a:lnSpc>
                <a:spcPct val="100000"/>
              </a:lnSpc>
              <a:spcBef>
                <a:spcPts val="400"/>
              </a:spcBef>
              <a:spcAft>
                <a:spcPts val="0"/>
              </a:spcAft>
              <a:buClr>
                <a:srgbClr val="B49823"/>
              </a:buClr>
              <a:buSzPts val="1400"/>
              <a:buFont typeface="Calibri"/>
              <a:buChar char="▪"/>
              <a:defRPr>
                <a:solidFill>
                  <a:srgbClr val="7F7F7F"/>
                </a:solidFill>
                <a:latin typeface="Calibri"/>
                <a:ea typeface="Calibri"/>
                <a:cs typeface="Calibri"/>
                <a:sym typeface="Calibri"/>
              </a:defRPr>
            </a:lvl5pPr>
            <a:lvl6pPr indent="-317500" lvl="5" marL="2743200" rtl="0" algn="l">
              <a:lnSpc>
                <a:spcPct val="90000"/>
              </a:lnSpc>
              <a:spcBef>
                <a:spcPts val="400"/>
              </a:spcBef>
              <a:spcAft>
                <a:spcPts val="0"/>
              </a:spcAft>
              <a:buClr>
                <a:srgbClr val="B49823"/>
              </a:buClr>
              <a:buSzPts val="1400"/>
              <a:buFont typeface="Calibri"/>
              <a:buChar char="•"/>
              <a:defRPr>
                <a:solidFill>
                  <a:srgbClr val="7F7F7F"/>
                </a:solidFill>
              </a:defRPr>
            </a:lvl6pPr>
            <a:lvl7pPr indent="-317500" lvl="6" marL="3200400" rtl="0" algn="l">
              <a:lnSpc>
                <a:spcPct val="90000"/>
              </a:lnSpc>
              <a:spcBef>
                <a:spcPts val="400"/>
              </a:spcBef>
              <a:spcAft>
                <a:spcPts val="0"/>
              </a:spcAft>
              <a:buClr>
                <a:srgbClr val="B49823"/>
              </a:buClr>
              <a:buSzPts val="1400"/>
              <a:buFont typeface="Calibri"/>
              <a:buChar char="•"/>
              <a:defRPr>
                <a:solidFill>
                  <a:srgbClr val="7F7F7F"/>
                </a:solidFill>
              </a:defRPr>
            </a:lvl7pPr>
            <a:lvl8pPr indent="-317500" lvl="7" marL="3657600" rtl="0" algn="l">
              <a:lnSpc>
                <a:spcPct val="90000"/>
              </a:lnSpc>
              <a:spcBef>
                <a:spcPts val="400"/>
              </a:spcBef>
              <a:spcAft>
                <a:spcPts val="0"/>
              </a:spcAft>
              <a:buClr>
                <a:srgbClr val="B49823"/>
              </a:buClr>
              <a:buSzPts val="1400"/>
              <a:buFont typeface="Calibri"/>
              <a:buChar char="•"/>
              <a:defRPr>
                <a:solidFill>
                  <a:srgbClr val="7F7F7F"/>
                </a:solidFill>
              </a:defRPr>
            </a:lvl8pPr>
            <a:lvl9pPr indent="-317500" lvl="8" marL="4114800" rtl="0" algn="l">
              <a:lnSpc>
                <a:spcPct val="90000"/>
              </a:lnSpc>
              <a:spcBef>
                <a:spcPts val="400"/>
              </a:spcBef>
              <a:spcAft>
                <a:spcPts val="0"/>
              </a:spcAft>
              <a:buClr>
                <a:srgbClr val="B49823"/>
              </a:buClr>
              <a:buSzPts val="1400"/>
              <a:buFont typeface="Calibri"/>
              <a:buChar char="•"/>
              <a:defRPr>
                <a:solidFill>
                  <a:srgbClr val="7F7F7F"/>
                </a:solidFill>
              </a:defRPr>
            </a:lvl9pPr>
          </a:lstStyle>
          <a:p/>
        </p:txBody>
      </p:sp>
      <p:sp>
        <p:nvSpPr>
          <p:cNvPr id="481" name="Google Shape;481;p76"/>
          <p:cNvSpPr txBox="1"/>
          <p:nvPr>
            <p:ph type="title"/>
          </p:nvPr>
        </p:nvSpPr>
        <p:spPr>
          <a:xfrm>
            <a:off x="1590863" y="0"/>
            <a:ext cx="5962200" cy="8298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SzPts val="2400"/>
              <a:buFont typeface="Calibri"/>
              <a:buNone/>
              <a:defRPr sz="2400">
                <a:latin typeface="Calibri"/>
                <a:ea typeface="Calibri"/>
                <a:cs typeface="Calibri"/>
                <a:sym typeface="Calibri"/>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486" name="Shape 486"/>
        <p:cNvGrpSpPr/>
        <p:nvPr/>
      </p:nvGrpSpPr>
      <p:grpSpPr>
        <a:xfrm>
          <a:off x="0" y="0"/>
          <a:ext cx="0" cy="0"/>
          <a:chOff x="0" y="0"/>
          <a:chExt cx="0" cy="0"/>
        </a:xfrm>
      </p:grpSpPr>
      <p:sp>
        <p:nvSpPr>
          <p:cNvPr id="487" name="Google Shape;487;p78"/>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488" name="Google Shape;488;p78"/>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489" name="Google Shape;489;p78"/>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490" name="Google Shape;490;p7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491" name="Google Shape;491;p78"/>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78"/>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3" name="Google Shape;493;p78"/>
          <p:cNvPicPr preferRelativeResize="0"/>
          <p:nvPr/>
        </p:nvPicPr>
        <p:blipFill rotWithShape="1">
          <a:blip r:embed="rId3">
            <a:alphaModFix/>
          </a:blip>
          <a:srcRect b="0" l="0" r="0" t="0"/>
          <a:stretch/>
        </p:blipFill>
        <p:spPr>
          <a:xfrm>
            <a:off x="705588" y="4235030"/>
            <a:ext cx="1194674" cy="393600"/>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4" name="Shape 494"/>
        <p:cNvGrpSpPr/>
        <p:nvPr/>
      </p:nvGrpSpPr>
      <p:grpSpPr>
        <a:xfrm>
          <a:off x="0" y="0"/>
          <a:ext cx="0" cy="0"/>
          <a:chOff x="0" y="0"/>
          <a:chExt cx="0" cy="0"/>
        </a:xfrm>
      </p:grpSpPr>
      <p:sp>
        <p:nvSpPr>
          <p:cNvPr id="495" name="Google Shape;495;p7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6" name="Google Shape;496;p7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497" name="Google Shape;497;p79"/>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accent1"/>
        </a:solidFill>
      </p:bgPr>
    </p:bg>
    <p:spTree>
      <p:nvGrpSpPr>
        <p:cNvPr id="498" name="Shape 498"/>
        <p:cNvGrpSpPr/>
        <p:nvPr/>
      </p:nvGrpSpPr>
      <p:grpSpPr>
        <a:xfrm>
          <a:off x="0" y="0"/>
          <a:ext cx="0" cy="0"/>
          <a:chOff x="0" y="0"/>
          <a:chExt cx="0" cy="0"/>
        </a:xfrm>
      </p:grpSpPr>
      <p:sp>
        <p:nvSpPr>
          <p:cNvPr id="499" name="Google Shape;499;p8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None/>
              <a:defRPr>
                <a:solidFill>
                  <a:schemeClr val="lt1"/>
                </a:solidFill>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500" name="Google Shape;500;p8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01" name="Google Shape;501;p80"/>
          <p:cNvPicPr preferRelativeResize="0"/>
          <p:nvPr/>
        </p:nvPicPr>
        <p:blipFill rotWithShape="1">
          <a:blip r:embed="rId2">
            <a:alphaModFix/>
          </a:blip>
          <a:srcRect b="0" l="0" r="0" t="0"/>
          <a:stretch/>
        </p:blipFill>
        <p:spPr>
          <a:xfrm>
            <a:off x="200988" y="4651205"/>
            <a:ext cx="969263" cy="319857"/>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502" name="Shape 502"/>
        <p:cNvGrpSpPr/>
        <p:nvPr/>
      </p:nvGrpSpPr>
      <p:grpSpPr>
        <a:xfrm>
          <a:off x="0" y="0"/>
          <a:ext cx="0" cy="0"/>
          <a:chOff x="0" y="0"/>
          <a:chExt cx="0" cy="0"/>
        </a:xfrm>
      </p:grpSpPr>
      <p:sp>
        <p:nvSpPr>
          <p:cNvPr id="503" name="Google Shape;503;p81"/>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81"/>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05" name="Google Shape;505;p8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506" name="Google Shape;506;p8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07" name="Google Shape;507;p81"/>
          <p:cNvPicPr preferRelativeResize="0"/>
          <p:nvPr/>
        </p:nvPicPr>
        <p:blipFill rotWithShape="1">
          <a:blip r:embed="rId2">
            <a:alphaModFix/>
          </a:blip>
          <a:srcRect b="0" l="0" r="0" t="0"/>
          <a:stretch/>
        </p:blipFill>
        <p:spPr>
          <a:xfrm>
            <a:off x="703825" y="4236350"/>
            <a:ext cx="1186599" cy="39095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8" name="Shape 508"/>
        <p:cNvGrpSpPr/>
        <p:nvPr/>
      </p:nvGrpSpPr>
      <p:grpSpPr>
        <a:xfrm>
          <a:off x="0" y="0"/>
          <a:ext cx="0" cy="0"/>
          <a:chOff x="0" y="0"/>
          <a:chExt cx="0" cy="0"/>
        </a:xfrm>
      </p:grpSpPr>
      <p:sp>
        <p:nvSpPr>
          <p:cNvPr id="509" name="Google Shape;509;p82"/>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82"/>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8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12" name="Google Shape;512;p8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513" name="Google Shape;513;p82"/>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82"/>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515" name="Google Shape;515;p82"/>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16" name="Shape 516"/>
        <p:cNvGrpSpPr/>
        <p:nvPr/>
      </p:nvGrpSpPr>
      <p:grpSpPr>
        <a:xfrm>
          <a:off x="0" y="0"/>
          <a:ext cx="0" cy="0"/>
          <a:chOff x="0" y="0"/>
          <a:chExt cx="0" cy="0"/>
        </a:xfrm>
      </p:grpSpPr>
      <p:sp>
        <p:nvSpPr>
          <p:cNvPr id="517" name="Google Shape;517;p83"/>
          <p:cNvSpPr/>
          <p:nvPr/>
        </p:nvSpPr>
        <p:spPr>
          <a:xfrm>
            <a:off x="8418600" y="0"/>
            <a:ext cx="725400" cy="7254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8" name="Google Shape;518;p83"/>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sp>
        <p:nvSpPr>
          <p:cNvPr id="519" name="Google Shape;519;p8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dk2"/>
                </a:solidFill>
                <a:latin typeface="Open Sans Medium"/>
                <a:ea typeface="Open Sans Medium"/>
                <a:cs typeface="Open Sans Medium"/>
                <a:sym typeface="Open Sans Medium"/>
              </a:defRPr>
            </a:lvl1pPr>
            <a:lvl2pPr lvl="1">
              <a:buNone/>
              <a:defRPr sz="1300">
                <a:solidFill>
                  <a:schemeClr val="dk2"/>
                </a:solidFill>
                <a:latin typeface="Open Sans Medium"/>
                <a:ea typeface="Open Sans Medium"/>
                <a:cs typeface="Open Sans Medium"/>
                <a:sym typeface="Open Sans Medium"/>
              </a:defRPr>
            </a:lvl2pPr>
            <a:lvl3pPr lvl="2">
              <a:buNone/>
              <a:defRPr sz="1300">
                <a:solidFill>
                  <a:schemeClr val="dk2"/>
                </a:solidFill>
                <a:latin typeface="Open Sans Medium"/>
                <a:ea typeface="Open Sans Medium"/>
                <a:cs typeface="Open Sans Medium"/>
                <a:sym typeface="Open Sans Medium"/>
              </a:defRPr>
            </a:lvl3pPr>
            <a:lvl4pPr lvl="3">
              <a:buNone/>
              <a:defRPr sz="1300">
                <a:solidFill>
                  <a:schemeClr val="dk2"/>
                </a:solidFill>
                <a:latin typeface="Open Sans Medium"/>
                <a:ea typeface="Open Sans Medium"/>
                <a:cs typeface="Open Sans Medium"/>
                <a:sym typeface="Open Sans Medium"/>
              </a:defRPr>
            </a:lvl4pPr>
            <a:lvl5pPr lvl="4">
              <a:buNone/>
              <a:defRPr sz="1300">
                <a:solidFill>
                  <a:schemeClr val="dk2"/>
                </a:solidFill>
                <a:latin typeface="Open Sans Medium"/>
                <a:ea typeface="Open Sans Medium"/>
                <a:cs typeface="Open Sans Medium"/>
                <a:sym typeface="Open Sans Medium"/>
              </a:defRPr>
            </a:lvl5pPr>
            <a:lvl6pPr lvl="5">
              <a:buNone/>
              <a:defRPr sz="1300">
                <a:solidFill>
                  <a:schemeClr val="dk2"/>
                </a:solidFill>
                <a:latin typeface="Open Sans Medium"/>
                <a:ea typeface="Open Sans Medium"/>
                <a:cs typeface="Open Sans Medium"/>
                <a:sym typeface="Open Sans Medium"/>
              </a:defRPr>
            </a:lvl6pPr>
            <a:lvl7pPr lvl="6">
              <a:buNone/>
              <a:defRPr sz="1300">
                <a:solidFill>
                  <a:schemeClr val="dk2"/>
                </a:solidFill>
                <a:latin typeface="Open Sans Medium"/>
                <a:ea typeface="Open Sans Medium"/>
                <a:cs typeface="Open Sans Medium"/>
                <a:sym typeface="Open Sans Medium"/>
              </a:defRPr>
            </a:lvl7pPr>
            <a:lvl8pPr lvl="7">
              <a:buNone/>
              <a:defRPr sz="1300">
                <a:solidFill>
                  <a:schemeClr val="dk2"/>
                </a:solidFill>
                <a:latin typeface="Open Sans Medium"/>
                <a:ea typeface="Open Sans Medium"/>
                <a:cs typeface="Open Sans Medium"/>
                <a:sym typeface="Open Sans Medium"/>
              </a:defRPr>
            </a:lvl8pPr>
            <a:lvl9pPr lvl="8">
              <a:buNone/>
              <a:defRPr sz="1300">
                <a:solidFill>
                  <a:schemeClr val="dk2"/>
                </a:solidFill>
                <a:latin typeface="Open Sans Medium"/>
                <a:ea typeface="Open Sans Medium"/>
                <a:cs typeface="Open Sans Medium"/>
                <a:sym typeface="Open Sans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0" name="Shape 520"/>
        <p:cNvGrpSpPr/>
        <p:nvPr/>
      </p:nvGrpSpPr>
      <p:grpSpPr>
        <a:xfrm>
          <a:off x="0" y="0"/>
          <a:ext cx="0" cy="0"/>
          <a:chOff x="0" y="0"/>
          <a:chExt cx="0" cy="0"/>
        </a:xfrm>
      </p:grpSpPr>
      <p:sp>
        <p:nvSpPr>
          <p:cNvPr id="521" name="Google Shape;521;p84"/>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2" name="Google Shape;522;p84"/>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3" name="Google Shape;523;p84"/>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4" name="Google Shape;524;p8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grpSp>
        <p:nvGrpSpPr>
          <p:cNvPr id="525" name="Google Shape;525;p84"/>
          <p:cNvGrpSpPr/>
          <p:nvPr/>
        </p:nvGrpSpPr>
        <p:grpSpPr>
          <a:xfrm>
            <a:off x="6971838" y="-12"/>
            <a:ext cx="2174881" cy="1450030"/>
            <a:chOff x="6098378" y="5"/>
            <a:chExt cx="3045625" cy="2030570"/>
          </a:xfrm>
        </p:grpSpPr>
        <p:sp>
          <p:nvSpPr>
            <p:cNvPr id="526" name="Google Shape;526;p84"/>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84"/>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84"/>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84"/>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30" name="Google Shape;530;p84"/>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531" name="Google Shape;531;p84"/>
          <p:cNvPicPr preferRelativeResize="0"/>
          <p:nvPr/>
        </p:nvPicPr>
        <p:blipFill rotWithShape="1">
          <a:blip r:embed="rId3">
            <a:alphaModFix/>
          </a:blip>
          <a:srcRect b="0" l="0" r="0" t="0"/>
          <a:stretch/>
        </p:blipFill>
        <p:spPr>
          <a:xfrm>
            <a:off x="190335" y="4651200"/>
            <a:ext cx="970780" cy="319850"/>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532" name="Shape 532"/>
        <p:cNvGrpSpPr/>
        <p:nvPr/>
      </p:nvGrpSpPr>
      <p:grpSpPr>
        <a:xfrm>
          <a:off x="0" y="0"/>
          <a:ext cx="0" cy="0"/>
          <a:chOff x="0" y="0"/>
          <a:chExt cx="0" cy="0"/>
        </a:xfrm>
      </p:grpSpPr>
      <p:sp>
        <p:nvSpPr>
          <p:cNvPr id="533" name="Google Shape;533;p85"/>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85"/>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35" name="Google Shape;535;p8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36" name="Google Shape;536;p85"/>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537" name="Shape 537"/>
        <p:cNvGrpSpPr/>
        <p:nvPr/>
      </p:nvGrpSpPr>
      <p:grpSpPr>
        <a:xfrm>
          <a:off x="0" y="0"/>
          <a:ext cx="0" cy="0"/>
          <a:chOff x="0" y="0"/>
          <a:chExt cx="0" cy="0"/>
        </a:xfrm>
      </p:grpSpPr>
      <p:sp>
        <p:nvSpPr>
          <p:cNvPr id="538" name="Google Shape;538;p86"/>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39" name="Google Shape;539;p86"/>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540" name="Google Shape;540;p86"/>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541" name="Google Shape;541;p8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542" name="Google Shape;542;p86"/>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3" name="Google Shape;543;p86"/>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544" name="Google Shape;544;p86"/>
          <p:cNvPicPr preferRelativeResize="0"/>
          <p:nvPr/>
        </p:nvPicPr>
        <p:blipFill rotWithShape="1">
          <a:blip r:embed="rId4">
            <a:alphaModFix/>
          </a:blip>
          <a:srcRect b="0" l="0" r="0" t="0"/>
          <a:stretch/>
        </p:blipFill>
        <p:spPr>
          <a:xfrm>
            <a:off x="705588" y="4235030"/>
            <a:ext cx="1194674" cy="393600"/>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545" name="Shape 545"/>
        <p:cNvGrpSpPr/>
        <p:nvPr/>
      </p:nvGrpSpPr>
      <p:grpSpPr>
        <a:xfrm>
          <a:off x="0" y="0"/>
          <a:ext cx="0" cy="0"/>
          <a:chOff x="0" y="0"/>
          <a:chExt cx="0" cy="0"/>
        </a:xfrm>
      </p:grpSpPr>
      <p:pic>
        <p:nvPicPr>
          <p:cNvPr id="546" name="Google Shape;546;p87"/>
          <p:cNvPicPr preferRelativeResize="0"/>
          <p:nvPr/>
        </p:nvPicPr>
        <p:blipFill rotWithShape="1">
          <a:blip r:embed="rId2">
            <a:alphaModFix/>
          </a:blip>
          <a:srcRect b="0" l="0" r="0" t="0"/>
          <a:stretch/>
        </p:blipFill>
        <p:spPr>
          <a:xfrm>
            <a:off x="2814275" y="1956545"/>
            <a:ext cx="2759801" cy="909260"/>
          </a:xfrm>
          <a:prstGeom prst="rect">
            <a:avLst/>
          </a:prstGeom>
          <a:noFill/>
          <a:ln>
            <a:noFill/>
          </a:ln>
        </p:spPr>
      </p:pic>
      <p:sp>
        <p:nvSpPr>
          <p:cNvPr id="547" name="Google Shape;547;p87"/>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87"/>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87"/>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87"/>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87"/>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2" name="Google Shape;552;p87"/>
          <p:cNvPicPr preferRelativeResize="0"/>
          <p:nvPr/>
        </p:nvPicPr>
        <p:blipFill rotWithShape="1">
          <a:blip r:embed="rId3">
            <a:alphaModFix/>
          </a:blip>
          <a:srcRect b="0" l="0" r="0" t="0"/>
          <a:stretch/>
        </p:blipFill>
        <p:spPr>
          <a:xfrm>
            <a:off x="8398214" y="1165560"/>
            <a:ext cx="476350" cy="714544"/>
          </a:xfrm>
          <a:prstGeom prst="rect">
            <a:avLst/>
          </a:prstGeom>
          <a:noFill/>
          <a:ln>
            <a:noFill/>
          </a:ln>
        </p:spPr>
      </p:pic>
      <p:sp>
        <p:nvSpPr>
          <p:cNvPr id="553" name="Google Shape;553;p87"/>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8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dk2"/>
                </a:solidFill>
                <a:latin typeface="Open Sans Medium"/>
                <a:ea typeface="Open Sans Medium"/>
                <a:cs typeface="Open Sans Medium"/>
                <a:sym typeface="Open Sans Medium"/>
              </a:defRPr>
            </a:lvl1pPr>
            <a:lvl2pPr lvl="1">
              <a:buNone/>
              <a:defRPr sz="1300">
                <a:solidFill>
                  <a:schemeClr val="dk2"/>
                </a:solidFill>
                <a:latin typeface="Open Sans Medium"/>
                <a:ea typeface="Open Sans Medium"/>
                <a:cs typeface="Open Sans Medium"/>
                <a:sym typeface="Open Sans Medium"/>
              </a:defRPr>
            </a:lvl2pPr>
            <a:lvl3pPr lvl="2">
              <a:buNone/>
              <a:defRPr sz="1300">
                <a:solidFill>
                  <a:schemeClr val="dk2"/>
                </a:solidFill>
                <a:latin typeface="Open Sans Medium"/>
                <a:ea typeface="Open Sans Medium"/>
                <a:cs typeface="Open Sans Medium"/>
                <a:sym typeface="Open Sans Medium"/>
              </a:defRPr>
            </a:lvl3pPr>
            <a:lvl4pPr lvl="3">
              <a:buNone/>
              <a:defRPr sz="1300">
                <a:solidFill>
                  <a:schemeClr val="dk2"/>
                </a:solidFill>
                <a:latin typeface="Open Sans Medium"/>
                <a:ea typeface="Open Sans Medium"/>
                <a:cs typeface="Open Sans Medium"/>
                <a:sym typeface="Open Sans Medium"/>
              </a:defRPr>
            </a:lvl4pPr>
            <a:lvl5pPr lvl="4">
              <a:buNone/>
              <a:defRPr sz="1300">
                <a:solidFill>
                  <a:schemeClr val="dk2"/>
                </a:solidFill>
                <a:latin typeface="Open Sans Medium"/>
                <a:ea typeface="Open Sans Medium"/>
                <a:cs typeface="Open Sans Medium"/>
                <a:sym typeface="Open Sans Medium"/>
              </a:defRPr>
            </a:lvl5pPr>
            <a:lvl6pPr lvl="5">
              <a:buNone/>
              <a:defRPr sz="1300">
                <a:solidFill>
                  <a:schemeClr val="dk2"/>
                </a:solidFill>
                <a:latin typeface="Open Sans Medium"/>
                <a:ea typeface="Open Sans Medium"/>
                <a:cs typeface="Open Sans Medium"/>
                <a:sym typeface="Open Sans Medium"/>
              </a:defRPr>
            </a:lvl6pPr>
            <a:lvl7pPr lvl="6">
              <a:buNone/>
              <a:defRPr sz="1300">
                <a:solidFill>
                  <a:schemeClr val="dk2"/>
                </a:solidFill>
                <a:latin typeface="Open Sans Medium"/>
                <a:ea typeface="Open Sans Medium"/>
                <a:cs typeface="Open Sans Medium"/>
                <a:sym typeface="Open Sans Medium"/>
              </a:defRPr>
            </a:lvl7pPr>
            <a:lvl8pPr lvl="7">
              <a:buNone/>
              <a:defRPr sz="1300">
                <a:solidFill>
                  <a:schemeClr val="dk2"/>
                </a:solidFill>
                <a:latin typeface="Open Sans Medium"/>
                <a:ea typeface="Open Sans Medium"/>
                <a:cs typeface="Open Sans Medium"/>
                <a:sym typeface="Open Sans Medium"/>
              </a:defRPr>
            </a:lvl8pPr>
            <a:lvl9pPr lvl="8">
              <a:buNone/>
              <a:defRPr sz="1300">
                <a:solidFill>
                  <a:schemeClr val="dk2"/>
                </a:solidFill>
                <a:latin typeface="Open Sans Medium"/>
                <a:ea typeface="Open Sans Medium"/>
                <a:cs typeface="Open Sans Medium"/>
                <a:sym typeface="Open Sans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555" name="Shape 555"/>
        <p:cNvGrpSpPr/>
        <p:nvPr/>
      </p:nvGrpSpPr>
      <p:grpSpPr>
        <a:xfrm>
          <a:off x="0" y="0"/>
          <a:ext cx="0" cy="0"/>
          <a:chOff x="0" y="0"/>
          <a:chExt cx="0" cy="0"/>
        </a:xfrm>
      </p:grpSpPr>
      <p:sp>
        <p:nvSpPr>
          <p:cNvPr id="556" name="Google Shape;556;p88"/>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7" name="Google Shape;557;p88"/>
          <p:cNvPicPr preferRelativeResize="0"/>
          <p:nvPr/>
        </p:nvPicPr>
        <p:blipFill rotWithShape="1">
          <a:blip r:embed="rId2">
            <a:alphaModFix/>
          </a:blip>
          <a:srcRect b="0" l="0" r="0" t="0"/>
          <a:stretch/>
        </p:blipFill>
        <p:spPr>
          <a:xfrm>
            <a:off x="3033025" y="1976425"/>
            <a:ext cx="2759801" cy="909250"/>
          </a:xfrm>
          <a:prstGeom prst="rect">
            <a:avLst/>
          </a:prstGeom>
          <a:noFill/>
          <a:ln>
            <a:noFill/>
          </a:ln>
        </p:spPr>
      </p:pic>
      <p:sp>
        <p:nvSpPr>
          <p:cNvPr id="558" name="Google Shape;558;p88"/>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88"/>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88"/>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88"/>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88"/>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3" name="Google Shape;563;p88"/>
          <p:cNvPicPr preferRelativeResize="0"/>
          <p:nvPr/>
        </p:nvPicPr>
        <p:blipFill rotWithShape="1">
          <a:blip r:embed="rId3">
            <a:alphaModFix/>
          </a:blip>
          <a:srcRect b="0" l="0" r="0" t="0"/>
          <a:stretch/>
        </p:blipFill>
        <p:spPr>
          <a:xfrm>
            <a:off x="8398214" y="1165560"/>
            <a:ext cx="476350" cy="714544"/>
          </a:xfrm>
          <a:prstGeom prst="rect">
            <a:avLst/>
          </a:prstGeom>
          <a:noFill/>
          <a:ln>
            <a:noFill/>
          </a:ln>
        </p:spPr>
      </p:pic>
      <p:pic>
        <p:nvPicPr>
          <p:cNvPr id="564" name="Google Shape;564;p88"/>
          <p:cNvPicPr preferRelativeResize="0"/>
          <p:nvPr/>
        </p:nvPicPr>
        <p:blipFill rotWithShape="1">
          <a:blip r:embed="rId4">
            <a:alphaModFix/>
          </a:blip>
          <a:srcRect b="0" l="0" r="0" t="0"/>
          <a:stretch/>
        </p:blipFill>
        <p:spPr>
          <a:xfrm rot="10800000">
            <a:off x="-4" y="4155124"/>
            <a:ext cx="988375" cy="988375"/>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565" name="Shape 565"/>
        <p:cNvGrpSpPr/>
        <p:nvPr/>
      </p:nvGrpSpPr>
      <p:grpSpPr>
        <a:xfrm>
          <a:off x="0" y="0"/>
          <a:ext cx="0" cy="0"/>
          <a:chOff x="0" y="0"/>
          <a:chExt cx="0" cy="0"/>
        </a:xfrm>
      </p:grpSpPr>
      <p:sp>
        <p:nvSpPr>
          <p:cNvPr id="566" name="Google Shape;566;p89"/>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89"/>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568" name="Google Shape;568;p8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69" name="Google Shape;569;p89"/>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70" name="Shape 570"/>
        <p:cNvGrpSpPr/>
        <p:nvPr/>
      </p:nvGrpSpPr>
      <p:grpSpPr>
        <a:xfrm>
          <a:off x="0" y="0"/>
          <a:ext cx="0" cy="0"/>
          <a:chOff x="0" y="0"/>
          <a:chExt cx="0" cy="0"/>
        </a:xfrm>
      </p:grpSpPr>
      <p:sp>
        <p:nvSpPr>
          <p:cNvPr id="571" name="Google Shape;571;p9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72" name="Google Shape;572;p9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573" name="Google Shape;573;p90"/>
          <p:cNvSpPr/>
          <p:nvPr/>
        </p:nvSpPr>
        <p:spPr>
          <a:xfrm>
            <a:off x="8418600" y="0"/>
            <a:ext cx="725400" cy="7254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74" name="Google Shape;574;p90"/>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5" name="Shape 575"/>
        <p:cNvGrpSpPr/>
        <p:nvPr/>
      </p:nvGrpSpPr>
      <p:grpSpPr>
        <a:xfrm>
          <a:off x="0" y="0"/>
          <a:ext cx="0" cy="0"/>
          <a:chOff x="0" y="0"/>
          <a:chExt cx="0" cy="0"/>
        </a:xfrm>
      </p:grpSpPr>
      <p:sp>
        <p:nvSpPr>
          <p:cNvPr id="576" name="Google Shape;576;p91"/>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91"/>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578" name="Google Shape;578;p91"/>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579" name="Google Shape;579;p9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80" name="Google Shape;580;p9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81" name="Google Shape;581;p91"/>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582" name="Google Shape;582;p91"/>
          <p:cNvPicPr preferRelativeResize="0"/>
          <p:nvPr/>
        </p:nvPicPr>
        <p:blipFill rotWithShape="1">
          <a:blip r:embed="rId3">
            <a:alphaModFix/>
          </a:blip>
          <a:srcRect b="0" l="0" r="0" t="0"/>
          <a:stretch/>
        </p:blipFill>
        <p:spPr>
          <a:xfrm>
            <a:off x="190335" y="4651200"/>
            <a:ext cx="970780" cy="31985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583" name="Shape 583"/>
        <p:cNvGrpSpPr/>
        <p:nvPr/>
      </p:nvGrpSpPr>
      <p:grpSpPr>
        <a:xfrm>
          <a:off x="0" y="0"/>
          <a:ext cx="0" cy="0"/>
          <a:chOff x="0" y="0"/>
          <a:chExt cx="0" cy="0"/>
        </a:xfrm>
      </p:grpSpPr>
      <p:sp>
        <p:nvSpPr>
          <p:cNvPr id="584" name="Google Shape;584;p92"/>
          <p:cNvSpPr/>
          <p:nvPr/>
        </p:nvSpPr>
        <p:spPr>
          <a:xfrm>
            <a:off x="4572000" y="-17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92"/>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4200"/>
              <a:buNone/>
              <a:defRPr sz="4200"/>
            </a:lvl1pPr>
            <a:lvl2pPr lvl="1" rtl="0" algn="l">
              <a:lnSpc>
                <a:spcPct val="100000"/>
              </a:lnSpc>
              <a:spcBef>
                <a:spcPts val="0"/>
              </a:spcBef>
              <a:spcAft>
                <a:spcPts val="0"/>
              </a:spcAft>
              <a:buSzPts val="4200"/>
              <a:buNone/>
              <a:defRPr sz="4200"/>
            </a:lvl2pPr>
            <a:lvl3pPr lvl="2" rtl="0" algn="l">
              <a:lnSpc>
                <a:spcPct val="100000"/>
              </a:lnSpc>
              <a:spcBef>
                <a:spcPts val="0"/>
              </a:spcBef>
              <a:spcAft>
                <a:spcPts val="0"/>
              </a:spcAft>
              <a:buSzPts val="4200"/>
              <a:buNone/>
              <a:defRPr sz="4200"/>
            </a:lvl3pPr>
            <a:lvl4pPr lvl="3" rtl="0" algn="l">
              <a:lnSpc>
                <a:spcPct val="100000"/>
              </a:lnSpc>
              <a:spcBef>
                <a:spcPts val="0"/>
              </a:spcBef>
              <a:spcAft>
                <a:spcPts val="0"/>
              </a:spcAft>
              <a:buSzPts val="4200"/>
              <a:buNone/>
              <a:defRPr sz="4200"/>
            </a:lvl4pPr>
            <a:lvl5pPr lvl="4" rtl="0" algn="l">
              <a:lnSpc>
                <a:spcPct val="100000"/>
              </a:lnSpc>
              <a:spcBef>
                <a:spcPts val="0"/>
              </a:spcBef>
              <a:spcAft>
                <a:spcPts val="0"/>
              </a:spcAft>
              <a:buSzPts val="4200"/>
              <a:buNone/>
              <a:defRPr sz="4200"/>
            </a:lvl5pPr>
            <a:lvl6pPr lvl="5" rtl="0" algn="l">
              <a:lnSpc>
                <a:spcPct val="100000"/>
              </a:lnSpc>
              <a:spcBef>
                <a:spcPts val="0"/>
              </a:spcBef>
              <a:spcAft>
                <a:spcPts val="0"/>
              </a:spcAft>
              <a:buSzPts val="4200"/>
              <a:buNone/>
              <a:defRPr sz="4200"/>
            </a:lvl6pPr>
            <a:lvl7pPr lvl="6" rtl="0" algn="l">
              <a:lnSpc>
                <a:spcPct val="100000"/>
              </a:lnSpc>
              <a:spcBef>
                <a:spcPts val="0"/>
              </a:spcBef>
              <a:spcAft>
                <a:spcPts val="0"/>
              </a:spcAft>
              <a:buSzPts val="4200"/>
              <a:buNone/>
              <a:defRPr sz="4200"/>
            </a:lvl7pPr>
            <a:lvl8pPr lvl="7" rtl="0" algn="l">
              <a:lnSpc>
                <a:spcPct val="100000"/>
              </a:lnSpc>
              <a:spcBef>
                <a:spcPts val="0"/>
              </a:spcBef>
              <a:spcAft>
                <a:spcPts val="0"/>
              </a:spcAft>
              <a:buSzPts val="4200"/>
              <a:buNone/>
              <a:defRPr sz="4200"/>
            </a:lvl8pPr>
            <a:lvl9pPr lvl="8" rtl="0" algn="l">
              <a:lnSpc>
                <a:spcPct val="100000"/>
              </a:lnSpc>
              <a:spcBef>
                <a:spcPts val="0"/>
              </a:spcBef>
              <a:spcAft>
                <a:spcPts val="0"/>
              </a:spcAft>
              <a:buSzPts val="4200"/>
              <a:buNone/>
              <a:defRPr sz="4200"/>
            </a:lvl9pPr>
          </a:lstStyle>
          <a:p/>
        </p:txBody>
      </p:sp>
      <p:sp>
        <p:nvSpPr>
          <p:cNvPr id="586" name="Google Shape;586;p92"/>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100"/>
              <a:buNone/>
              <a:defRPr sz="2100"/>
            </a:lvl2pPr>
            <a:lvl3pPr lvl="2" rtl="0" algn="l">
              <a:lnSpc>
                <a:spcPct val="100000"/>
              </a:lnSpc>
              <a:spcBef>
                <a:spcPts val="0"/>
              </a:spcBef>
              <a:spcAft>
                <a:spcPts val="0"/>
              </a:spcAft>
              <a:buSzPts val="2100"/>
              <a:buNone/>
              <a:defRPr sz="2100"/>
            </a:lvl3pPr>
            <a:lvl4pPr lvl="3" rtl="0" algn="l">
              <a:lnSpc>
                <a:spcPct val="100000"/>
              </a:lnSpc>
              <a:spcBef>
                <a:spcPts val="0"/>
              </a:spcBef>
              <a:spcAft>
                <a:spcPts val="0"/>
              </a:spcAft>
              <a:buSzPts val="2100"/>
              <a:buNone/>
              <a:defRPr sz="2100"/>
            </a:lvl4pPr>
            <a:lvl5pPr lvl="4" rtl="0" algn="l">
              <a:lnSpc>
                <a:spcPct val="100000"/>
              </a:lnSpc>
              <a:spcBef>
                <a:spcPts val="0"/>
              </a:spcBef>
              <a:spcAft>
                <a:spcPts val="0"/>
              </a:spcAft>
              <a:buSzPts val="2100"/>
              <a:buNone/>
              <a:defRPr sz="2100"/>
            </a:lvl5pPr>
            <a:lvl6pPr lvl="5" rtl="0" algn="l">
              <a:lnSpc>
                <a:spcPct val="100000"/>
              </a:lnSpc>
              <a:spcBef>
                <a:spcPts val="0"/>
              </a:spcBef>
              <a:spcAft>
                <a:spcPts val="0"/>
              </a:spcAft>
              <a:buSzPts val="2100"/>
              <a:buNone/>
              <a:defRPr sz="2100"/>
            </a:lvl6pPr>
            <a:lvl7pPr lvl="6" rtl="0" algn="l">
              <a:lnSpc>
                <a:spcPct val="100000"/>
              </a:lnSpc>
              <a:spcBef>
                <a:spcPts val="0"/>
              </a:spcBef>
              <a:spcAft>
                <a:spcPts val="0"/>
              </a:spcAft>
              <a:buSzPts val="2100"/>
              <a:buNone/>
              <a:defRPr sz="2100"/>
            </a:lvl7pPr>
            <a:lvl8pPr lvl="7" rtl="0" algn="l">
              <a:lnSpc>
                <a:spcPct val="100000"/>
              </a:lnSpc>
              <a:spcBef>
                <a:spcPts val="0"/>
              </a:spcBef>
              <a:spcAft>
                <a:spcPts val="0"/>
              </a:spcAft>
              <a:buSzPts val="2100"/>
              <a:buNone/>
              <a:defRPr sz="2100"/>
            </a:lvl8pPr>
            <a:lvl9pPr lvl="8" rtl="0" algn="l">
              <a:lnSpc>
                <a:spcPct val="100000"/>
              </a:lnSpc>
              <a:spcBef>
                <a:spcPts val="0"/>
              </a:spcBef>
              <a:spcAft>
                <a:spcPts val="0"/>
              </a:spcAft>
              <a:buSzPts val="2100"/>
              <a:buNone/>
              <a:defRPr sz="2100"/>
            </a:lvl9pPr>
          </a:lstStyle>
          <a:p/>
        </p:txBody>
      </p:sp>
      <p:sp>
        <p:nvSpPr>
          <p:cNvPr id="587" name="Google Shape;587;p9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pic>
        <p:nvPicPr>
          <p:cNvPr id="588" name="Google Shape;588;p92"/>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sp>
        <p:nvSpPr>
          <p:cNvPr id="589" name="Google Shape;589;p92"/>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atin typeface="Open Sans Medium"/>
                <a:ea typeface="Open Sans Medium"/>
                <a:cs typeface="Open Sans Medium"/>
                <a:sym typeface="Open Sans Medium"/>
              </a:defRPr>
            </a:lvl1pPr>
            <a:lvl2pPr lvl="1">
              <a:buNone/>
              <a:defRPr sz="1300">
                <a:latin typeface="Open Sans Medium"/>
                <a:ea typeface="Open Sans Medium"/>
                <a:cs typeface="Open Sans Medium"/>
                <a:sym typeface="Open Sans Medium"/>
              </a:defRPr>
            </a:lvl2pPr>
            <a:lvl3pPr lvl="2">
              <a:buNone/>
              <a:defRPr sz="1300">
                <a:latin typeface="Open Sans Medium"/>
                <a:ea typeface="Open Sans Medium"/>
                <a:cs typeface="Open Sans Medium"/>
                <a:sym typeface="Open Sans Medium"/>
              </a:defRPr>
            </a:lvl3pPr>
            <a:lvl4pPr lvl="3">
              <a:buNone/>
              <a:defRPr sz="1300">
                <a:latin typeface="Open Sans Medium"/>
                <a:ea typeface="Open Sans Medium"/>
                <a:cs typeface="Open Sans Medium"/>
                <a:sym typeface="Open Sans Medium"/>
              </a:defRPr>
            </a:lvl4pPr>
            <a:lvl5pPr lvl="4">
              <a:buNone/>
              <a:defRPr sz="1300">
                <a:latin typeface="Open Sans Medium"/>
                <a:ea typeface="Open Sans Medium"/>
                <a:cs typeface="Open Sans Medium"/>
                <a:sym typeface="Open Sans Medium"/>
              </a:defRPr>
            </a:lvl5pPr>
            <a:lvl6pPr lvl="5">
              <a:buNone/>
              <a:defRPr sz="1300">
                <a:latin typeface="Open Sans Medium"/>
                <a:ea typeface="Open Sans Medium"/>
                <a:cs typeface="Open Sans Medium"/>
                <a:sym typeface="Open Sans Medium"/>
              </a:defRPr>
            </a:lvl6pPr>
            <a:lvl7pPr lvl="6">
              <a:buNone/>
              <a:defRPr sz="1300">
                <a:latin typeface="Open Sans Medium"/>
                <a:ea typeface="Open Sans Medium"/>
                <a:cs typeface="Open Sans Medium"/>
                <a:sym typeface="Open Sans Medium"/>
              </a:defRPr>
            </a:lvl7pPr>
            <a:lvl8pPr lvl="7">
              <a:buNone/>
              <a:defRPr sz="1300">
                <a:latin typeface="Open Sans Medium"/>
                <a:ea typeface="Open Sans Medium"/>
                <a:cs typeface="Open Sans Medium"/>
                <a:sym typeface="Open Sans Medium"/>
              </a:defRPr>
            </a:lvl8pPr>
            <a:lvl9pPr lvl="8">
              <a:buNone/>
              <a:defRPr sz="1300">
                <a:latin typeface="Open Sans Medium"/>
                <a:ea typeface="Open Sans Medium"/>
                <a:cs typeface="Open Sans Medium"/>
                <a:sym typeface="Open Sans Mediu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590" name="Shape 590"/>
        <p:cNvGrpSpPr/>
        <p:nvPr/>
      </p:nvGrpSpPr>
      <p:grpSpPr>
        <a:xfrm>
          <a:off x="0" y="0"/>
          <a:ext cx="0" cy="0"/>
          <a:chOff x="0" y="0"/>
          <a:chExt cx="0" cy="0"/>
        </a:xfrm>
      </p:grpSpPr>
      <p:grpSp>
        <p:nvGrpSpPr>
          <p:cNvPr id="591" name="Google Shape;591;p93"/>
          <p:cNvGrpSpPr/>
          <p:nvPr/>
        </p:nvGrpSpPr>
        <p:grpSpPr>
          <a:xfrm>
            <a:off x="6098378" y="5"/>
            <a:ext cx="3045625" cy="2030570"/>
            <a:chOff x="6098378" y="5"/>
            <a:chExt cx="3045625" cy="2030570"/>
          </a:xfrm>
        </p:grpSpPr>
        <p:sp>
          <p:nvSpPr>
            <p:cNvPr id="592" name="Google Shape;592;p9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9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93"/>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9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6" name="Google Shape;596;p93"/>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597" name="Google Shape;597;p93"/>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598" name="Google Shape;598;p9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599" name="Google Shape;599;p93"/>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0" name="Shape 600"/>
        <p:cNvGrpSpPr/>
        <p:nvPr/>
      </p:nvGrpSpPr>
      <p:grpSpPr>
        <a:xfrm>
          <a:off x="0" y="0"/>
          <a:ext cx="0" cy="0"/>
          <a:chOff x="0" y="0"/>
          <a:chExt cx="0" cy="0"/>
        </a:xfrm>
      </p:grpSpPr>
      <p:sp>
        <p:nvSpPr>
          <p:cNvPr id="601" name="Google Shape;601;p9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p:cSld name="1_Text Full Width">
    <p:spTree>
      <p:nvGrpSpPr>
        <p:cNvPr id="602" name="Shape 602"/>
        <p:cNvGrpSpPr/>
        <p:nvPr/>
      </p:nvGrpSpPr>
      <p:grpSpPr>
        <a:xfrm>
          <a:off x="0" y="0"/>
          <a:ext cx="0" cy="0"/>
          <a:chOff x="0" y="0"/>
          <a:chExt cx="0" cy="0"/>
        </a:xfrm>
      </p:grpSpPr>
      <p:sp>
        <p:nvSpPr>
          <p:cNvPr id="603" name="Google Shape;603;p95"/>
          <p:cNvSpPr txBox="1"/>
          <p:nvPr>
            <p:ph type="title"/>
          </p:nvPr>
        </p:nvSpPr>
        <p:spPr>
          <a:xfrm>
            <a:off x="468631" y="273845"/>
            <a:ext cx="8200500" cy="701700"/>
          </a:xfrm>
          <a:prstGeom prst="rect">
            <a:avLst/>
          </a:prstGeom>
          <a:noFill/>
          <a:ln>
            <a:noFill/>
          </a:ln>
        </p:spPr>
        <p:txBody>
          <a:bodyPr anchorCtr="0" anchor="ctr" bIns="25700" lIns="51425" spcFirstLastPara="1" rIns="51425" wrap="square" tIns="25700">
            <a:normAutofit/>
          </a:bodyPr>
          <a:lstStyle>
            <a:lvl1pPr lvl="0" rtl="0" algn="l">
              <a:lnSpc>
                <a:spcPct val="90000"/>
              </a:lnSpc>
              <a:spcBef>
                <a:spcPts val="0"/>
              </a:spcBef>
              <a:spcAft>
                <a:spcPts val="0"/>
              </a:spcAft>
              <a:buClr>
                <a:srgbClr val="168FDF"/>
              </a:buClr>
              <a:buSzPts val="1400"/>
              <a:buFont typeface="Gill Sans"/>
              <a:buNone/>
              <a:defRPr sz="1100">
                <a:solidFill>
                  <a:srgbClr val="168FDF"/>
                </a:solidFill>
              </a:defRPr>
            </a:lvl1pPr>
            <a:lvl2pPr lvl="1" rtl="0" algn="l">
              <a:lnSpc>
                <a:spcPct val="100000"/>
              </a:lnSpc>
              <a:spcBef>
                <a:spcPts val="0"/>
              </a:spcBef>
              <a:spcAft>
                <a:spcPts val="0"/>
              </a:spcAft>
              <a:buSzPts val="800"/>
              <a:buNone/>
              <a:defRPr sz="1100"/>
            </a:lvl2pPr>
            <a:lvl3pPr lvl="2" rtl="0" algn="l">
              <a:lnSpc>
                <a:spcPct val="100000"/>
              </a:lnSpc>
              <a:spcBef>
                <a:spcPts val="0"/>
              </a:spcBef>
              <a:spcAft>
                <a:spcPts val="0"/>
              </a:spcAft>
              <a:buSzPts val="800"/>
              <a:buNone/>
              <a:defRPr sz="1100"/>
            </a:lvl3pPr>
            <a:lvl4pPr lvl="3" rtl="0" algn="l">
              <a:lnSpc>
                <a:spcPct val="100000"/>
              </a:lnSpc>
              <a:spcBef>
                <a:spcPts val="0"/>
              </a:spcBef>
              <a:spcAft>
                <a:spcPts val="0"/>
              </a:spcAft>
              <a:buSzPts val="800"/>
              <a:buNone/>
              <a:defRPr sz="1100"/>
            </a:lvl4pPr>
            <a:lvl5pPr lvl="4" rtl="0" algn="l">
              <a:lnSpc>
                <a:spcPct val="100000"/>
              </a:lnSpc>
              <a:spcBef>
                <a:spcPts val="0"/>
              </a:spcBef>
              <a:spcAft>
                <a:spcPts val="0"/>
              </a:spcAft>
              <a:buSzPts val="800"/>
              <a:buNone/>
              <a:defRPr sz="1100"/>
            </a:lvl5pPr>
            <a:lvl6pPr lvl="5" rtl="0" algn="l">
              <a:lnSpc>
                <a:spcPct val="100000"/>
              </a:lnSpc>
              <a:spcBef>
                <a:spcPts val="0"/>
              </a:spcBef>
              <a:spcAft>
                <a:spcPts val="0"/>
              </a:spcAft>
              <a:buSzPts val="800"/>
              <a:buNone/>
              <a:defRPr sz="1100"/>
            </a:lvl6pPr>
            <a:lvl7pPr lvl="6" rtl="0" algn="l">
              <a:lnSpc>
                <a:spcPct val="100000"/>
              </a:lnSpc>
              <a:spcBef>
                <a:spcPts val="0"/>
              </a:spcBef>
              <a:spcAft>
                <a:spcPts val="0"/>
              </a:spcAft>
              <a:buSzPts val="800"/>
              <a:buNone/>
              <a:defRPr sz="1100"/>
            </a:lvl7pPr>
            <a:lvl8pPr lvl="7" rtl="0" algn="l">
              <a:lnSpc>
                <a:spcPct val="100000"/>
              </a:lnSpc>
              <a:spcBef>
                <a:spcPts val="0"/>
              </a:spcBef>
              <a:spcAft>
                <a:spcPts val="0"/>
              </a:spcAft>
              <a:buSzPts val="800"/>
              <a:buNone/>
              <a:defRPr sz="1100"/>
            </a:lvl8pPr>
            <a:lvl9pPr lvl="8" rtl="0" algn="l">
              <a:lnSpc>
                <a:spcPct val="100000"/>
              </a:lnSpc>
              <a:spcBef>
                <a:spcPts val="0"/>
              </a:spcBef>
              <a:spcAft>
                <a:spcPts val="0"/>
              </a:spcAft>
              <a:buSzPts val="800"/>
              <a:buNone/>
              <a:defRPr sz="1100"/>
            </a:lvl9pPr>
          </a:lstStyle>
          <a:p/>
        </p:txBody>
      </p:sp>
      <p:sp>
        <p:nvSpPr>
          <p:cNvPr id="604" name="Google Shape;604;p95"/>
          <p:cNvSpPr txBox="1"/>
          <p:nvPr>
            <p:ph idx="1" type="body"/>
          </p:nvPr>
        </p:nvSpPr>
        <p:spPr>
          <a:xfrm>
            <a:off x="468631" y="1001316"/>
            <a:ext cx="8200500" cy="3263400"/>
          </a:xfrm>
          <a:prstGeom prst="rect">
            <a:avLst/>
          </a:prstGeom>
          <a:noFill/>
          <a:ln>
            <a:noFill/>
          </a:ln>
        </p:spPr>
        <p:txBody>
          <a:bodyPr anchorCtr="0" anchor="t" bIns="25700" lIns="51425" spcFirstLastPara="1" rIns="51425" wrap="square" tIns="25700">
            <a:normAutofit/>
          </a:bodyPr>
          <a:lstStyle>
            <a:lvl1pPr indent="-311150" lvl="0" marL="457200" rtl="0" algn="l">
              <a:lnSpc>
                <a:spcPct val="100000"/>
              </a:lnSpc>
              <a:spcBef>
                <a:spcPts val="800"/>
              </a:spcBef>
              <a:spcAft>
                <a:spcPts val="0"/>
              </a:spcAft>
              <a:buSzPts val="1300"/>
              <a:buChar char="›"/>
              <a:defRPr sz="1700"/>
            </a:lvl1pPr>
            <a:lvl2pPr indent="-298450" lvl="1" marL="914400" rtl="0" algn="l">
              <a:lnSpc>
                <a:spcPct val="100000"/>
              </a:lnSpc>
              <a:spcBef>
                <a:spcPts val="400"/>
              </a:spcBef>
              <a:spcAft>
                <a:spcPts val="0"/>
              </a:spcAft>
              <a:buSzPts val="1100"/>
              <a:buChar char="›"/>
              <a:defRPr sz="1500"/>
            </a:lvl2pPr>
            <a:lvl3pPr indent="-298450" lvl="2" marL="1371600" rtl="0" algn="l">
              <a:lnSpc>
                <a:spcPct val="100000"/>
              </a:lnSpc>
              <a:spcBef>
                <a:spcPts val="400"/>
              </a:spcBef>
              <a:spcAft>
                <a:spcPts val="0"/>
              </a:spcAft>
              <a:buSzPts val="1100"/>
              <a:buChar char="›"/>
              <a:defRPr sz="1400"/>
            </a:lvl3pPr>
            <a:lvl4pPr indent="-285750" lvl="3" marL="1828800" rtl="0" algn="l">
              <a:lnSpc>
                <a:spcPct val="100000"/>
              </a:lnSpc>
              <a:spcBef>
                <a:spcPts val="400"/>
              </a:spcBef>
              <a:spcAft>
                <a:spcPts val="0"/>
              </a:spcAft>
              <a:buSzPts val="900"/>
              <a:buChar char="›"/>
              <a:defRPr sz="1200"/>
            </a:lvl4pPr>
            <a:lvl5pPr indent="-279400" lvl="4" marL="2286000" rtl="0" algn="l">
              <a:lnSpc>
                <a:spcPct val="100000"/>
              </a:lnSpc>
              <a:spcBef>
                <a:spcPts val="400"/>
              </a:spcBef>
              <a:spcAft>
                <a:spcPts val="0"/>
              </a:spcAft>
              <a:buSzPts val="800"/>
              <a:buChar char="›"/>
              <a:defRPr sz="1100"/>
            </a:lvl5pPr>
            <a:lvl6pPr indent="-298450" lvl="5" marL="2743200" rtl="0" algn="l">
              <a:lnSpc>
                <a:spcPct val="90000"/>
              </a:lnSpc>
              <a:spcBef>
                <a:spcPts val="400"/>
              </a:spcBef>
              <a:spcAft>
                <a:spcPts val="0"/>
              </a:spcAft>
              <a:buClr>
                <a:schemeClr val="dk1"/>
              </a:buClr>
              <a:buSzPts val="1100"/>
              <a:buChar char="•"/>
              <a:defRPr sz="1100"/>
            </a:lvl6pPr>
            <a:lvl7pPr indent="-298450" lvl="6" marL="3200400" rtl="0" algn="l">
              <a:lnSpc>
                <a:spcPct val="90000"/>
              </a:lnSpc>
              <a:spcBef>
                <a:spcPts val="400"/>
              </a:spcBef>
              <a:spcAft>
                <a:spcPts val="0"/>
              </a:spcAft>
              <a:buClr>
                <a:schemeClr val="dk1"/>
              </a:buClr>
              <a:buSzPts val="1100"/>
              <a:buChar char="•"/>
              <a:defRPr sz="1100"/>
            </a:lvl7pPr>
            <a:lvl8pPr indent="-298450" lvl="7" marL="3657600" rtl="0" algn="l">
              <a:lnSpc>
                <a:spcPct val="90000"/>
              </a:lnSpc>
              <a:spcBef>
                <a:spcPts val="400"/>
              </a:spcBef>
              <a:spcAft>
                <a:spcPts val="0"/>
              </a:spcAft>
              <a:buClr>
                <a:schemeClr val="dk1"/>
              </a:buClr>
              <a:buSzPts val="1100"/>
              <a:buChar char="•"/>
              <a:defRPr sz="1100"/>
            </a:lvl8pPr>
            <a:lvl9pPr indent="-298450" lvl="8" marL="4114800" rtl="0" algn="l">
              <a:lnSpc>
                <a:spcPct val="90000"/>
              </a:lnSpc>
              <a:spcBef>
                <a:spcPts val="400"/>
              </a:spcBef>
              <a:spcAft>
                <a:spcPts val="0"/>
              </a:spcAft>
              <a:buClr>
                <a:schemeClr val="dk1"/>
              </a:buClr>
              <a:buSzPts val="1100"/>
              <a:buChar char="•"/>
              <a:defRPr sz="1100"/>
            </a:lvl9pPr>
          </a:lstStyle>
          <a:p/>
        </p:txBody>
      </p:sp>
      <p:cxnSp>
        <p:nvCxnSpPr>
          <p:cNvPr id="605" name="Google Shape;605;p95"/>
          <p:cNvCxnSpPr/>
          <p:nvPr/>
        </p:nvCxnSpPr>
        <p:spPr>
          <a:xfrm>
            <a:off x="308610" y="273845"/>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606" name="Google Shape;606;p95"/>
          <p:cNvPicPr preferRelativeResize="0"/>
          <p:nvPr/>
        </p:nvPicPr>
        <p:blipFill rotWithShape="1">
          <a:blip r:embed="rId2">
            <a:alphaModFix/>
          </a:blip>
          <a:srcRect b="0" l="0" r="0" t="0"/>
          <a:stretch/>
        </p:blipFill>
        <p:spPr>
          <a:xfrm>
            <a:off x="455314" y="4734018"/>
            <a:ext cx="2033130" cy="121351"/>
          </a:xfrm>
          <a:prstGeom prst="rect">
            <a:avLst/>
          </a:prstGeom>
          <a:noFill/>
          <a:ln>
            <a:noFill/>
          </a:ln>
        </p:spPr>
      </p:pic>
      <p:sp>
        <p:nvSpPr>
          <p:cNvPr id="607" name="Google Shape;607;p95"/>
          <p:cNvSpPr txBox="1"/>
          <p:nvPr>
            <p:ph idx="10" type="dt"/>
          </p:nvPr>
        </p:nvSpPr>
        <p:spPr>
          <a:xfrm>
            <a:off x="7518401" y="4937760"/>
            <a:ext cx="1343400" cy="205800"/>
          </a:xfrm>
          <a:prstGeom prst="rect">
            <a:avLst/>
          </a:prstGeom>
          <a:noFill/>
          <a:ln>
            <a:noFill/>
          </a:ln>
        </p:spPr>
        <p:txBody>
          <a:bodyPr anchorCtr="0" anchor="ctr" bIns="25700" lIns="51425" spcFirstLastPara="1" rIns="51425" wrap="square" tIns="25700">
            <a:noAutofit/>
          </a:bodyPr>
          <a:lstStyle>
            <a:lvl1pPr lvl="0" rtl="0" algn="r">
              <a:lnSpc>
                <a:spcPct val="100000"/>
              </a:lnSpc>
              <a:spcBef>
                <a:spcPts val="0"/>
              </a:spcBef>
              <a:spcAft>
                <a:spcPts val="0"/>
              </a:spcAft>
              <a:buClr>
                <a:srgbClr val="2F2F2F"/>
              </a:buClr>
              <a:buSzPts val="800"/>
              <a:buFont typeface="Open Sans"/>
              <a:buNone/>
              <a:defRPr b="0" i="0" sz="800">
                <a:solidFill>
                  <a:srgbClr val="2F2F2F"/>
                </a:solidFill>
                <a:latin typeface="Open Sans"/>
                <a:ea typeface="Open Sans"/>
                <a:cs typeface="Open Sans"/>
                <a:sym typeface="Open Sans"/>
              </a:defRPr>
            </a:lvl1pPr>
            <a:lvl2pPr lvl="1" rtl="0" algn="l">
              <a:lnSpc>
                <a:spcPct val="100000"/>
              </a:lnSpc>
              <a:spcBef>
                <a:spcPts val="0"/>
              </a:spcBef>
              <a:spcAft>
                <a:spcPts val="0"/>
              </a:spcAft>
              <a:buClr>
                <a:schemeClr val="dk1"/>
              </a:buClr>
              <a:buSzPts val="800"/>
              <a:buFont typeface="Gill Sans"/>
              <a:buNone/>
              <a:defRPr sz="1100"/>
            </a:lvl2pPr>
            <a:lvl3pPr lvl="2" rtl="0" algn="l">
              <a:lnSpc>
                <a:spcPct val="100000"/>
              </a:lnSpc>
              <a:spcBef>
                <a:spcPts val="0"/>
              </a:spcBef>
              <a:spcAft>
                <a:spcPts val="0"/>
              </a:spcAft>
              <a:buClr>
                <a:schemeClr val="dk1"/>
              </a:buClr>
              <a:buSzPts val="800"/>
              <a:buFont typeface="Gill Sans"/>
              <a:buNone/>
              <a:defRPr sz="1100"/>
            </a:lvl3pPr>
            <a:lvl4pPr lvl="3" rtl="0" algn="l">
              <a:lnSpc>
                <a:spcPct val="100000"/>
              </a:lnSpc>
              <a:spcBef>
                <a:spcPts val="0"/>
              </a:spcBef>
              <a:spcAft>
                <a:spcPts val="0"/>
              </a:spcAft>
              <a:buClr>
                <a:schemeClr val="dk1"/>
              </a:buClr>
              <a:buSzPts val="800"/>
              <a:buFont typeface="Gill Sans"/>
              <a:buNone/>
              <a:defRPr sz="1100"/>
            </a:lvl4pPr>
            <a:lvl5pPr lvl="4" rtl="0" algn="l">
              <a:lnSpc>
                <a:spcPct val="100000"/>
              </a:lnSpc>
              <a:spcBef>
                <a:spcPts val="0"/>
              </a:spcBef>
              <a:spcAft>
                <a:spcPts val="0"/>
              </a:spcAft>
              <a:buClr>
                <a:schemeClr val="dk1"/>
              </a:buClr>
              <a:buSzPts val="800"/>
              <a:buFont typeface="Gill Sans"/>
              <a:buNone/>
              <a:defRPr sz="1100"/>
            </a:lvl5pPr>
            <a:lvl6pPr lvl="5" rtl="0" algn="l">
              <a:lnSpc>
                <a:spcPct val="100000"/>
              </a:lnSpc>
              <a:spcBef>
                <a:spcPts val="0"/>
              </a:spcBef>
              <a:spcAft>
                <a:spcPts val="0"/>
              </a:spcAft>
              <a:buClr>
                <a:schemeClr val="dk1"/>
              </a:buClr>
              <a:buSzPts val="800"/>
              <a:buFont typeface="Gill Sans"/>
              <a:buNone/>
              <a:defRPr sz="1100"/>
            </a:lvl6pPr>
            <a:lvl7pPr lvl="6" rtl="0" algn="l">
              <a:lnSpc>
                <a:spcPct val="100000"/>
              </a:lnSpc>
              <a:spcBef>
                <a:spcPts val="0"/>
              </a:spcBef>
              <a:spcAft>
                <a:spcPts val="0"/>
              </a:spcAft>
              <a:buClr>
                <a:schemeClr val="dk1"/>
              </a:buClr>
              <a:buSzPts val="800"/>
              <a:buFont typeface="Gill Sans"/>
              <a:buNone/>
              <a:defRPr sz="1100"/>
            </a:lvl7pPr>
            <a:lvl8pPr lvl="7" rtl="0" algn="l">
              <a:lnSpc>
                <a:spcPct val="100000"/>
              </a:lnSpc>
              <a:spcBef>
                <a:spcPts val="0"/>
              </a:spcBef>
              <a:spcAft>
                <a:spcPts val="0"/>
              </a:spcAft>
              <a:buClr>
                <a:schemeClr val="dk1"/>
              </a:buClr>
              <a:buSzPts val="800"/>
              <a:buFont typeface="Gill Sans"/>
              <a:buNone/>
              <a:defRPr sz="1100"/>
            </a:lvl8pPr>
            <a:lvl9pPr lvl="8" rtl="0" algn="l">
              <a:lnSpc>
                <a:spcPct val="100000"/>
              </a:lnSpc>
              <a:spcBef>
                <a:spcPts val="0"/>
              </a:spcBef>
              <a:spcAft>
                <a:spcPts val="0"/>
              </a:spcAft>
              <a:buClr>
                <a:schemeClr val="dk1"/>
              </a:buClr>
              <a:buSzPts val="800"/>
              <a:buFont typeface="Gill Sans"/>
              <a:buNone/>
              <a:defRPr sz="1100"/>
            </a:lvl9pPr>
          </a:lstStyle>
          <a:p/>
        </p:txBody>
      </p:sp>
      <p:sp>
        <p:nvSpPr>
          <p:cNvPr id="608" name="Google Shape;608;p95"/>
          <p:cNvSpPr txBox="1"/>
          <p:nvPr>
            <p:ph idx="11" type="ftr"/>
          </p:nvPr>
        </p:nvSpPr>
        <p:spPr>
          <a:xfrm>
            <a:off x="455536" y="4937760"/>
            <a:ext cx="2526600" cy="205800"/>
          </a:xfrm>
          <a:prstGeom prst="rect">
            <a:avLst/>
          </a:prstGeom>
          <a:noFill/>
          <a:ln>
            <a:noFill/>
          </a:ln>
        </p:spPr>
        <p:txBody>
          <a:bodyPr anchorCtr="0" anchor="ctr" bIns="25700" lIns="51425" spcFirstLastPara="1" rIns="51425" wrap="square" tIns="25700">
            <a:noAutofit/>
          </a:bodyPr>
          <a:lstStyle>
            <a:lvl1pPr lvl="0" rtl="0" algn="l">
              <a:lnSpc>
                <a:spcPct val="100000"/>
              </a:lnSpc>
              <a:spcBef>
                <a:spcPts val="0"/>
              </a:spcBef>
              <a:spcAft>
                <a:spcPts val="0"/>
              </a:spcAft>
              <a:buClr>
                <a:srgbClr val="2F2F2F"/>
              </a:buClr>
              <a:buSzPts val="800"/>
              <a:buFont typeface="Open Sans"/>
              <a:buNone/>
              <a:defRPr b="0" i="0" sz="800">
                <a:solidFill>
                  <a:srgbClr val="2F2F2F"/>
                </a:solidFill>
                <a:latin typeface="Open Sans"/>
                <a:ea typeface="Open Sans"/>
                <a:cs typeface="Open Sans"/>
                <a:sym typeface="Open Sans"/>
              </a:defRPr>
            </a:lvl1pPr>
            <a:lvl2pPr lvl="1" rtl="0" algn="l">
              <a:lnSpc>
                <a:spcPct val="100000"/>
              </a:lnSpc>
              <a:spcBef>
                <a:spcPts val="0"/>
              </a:spcBef>
              <a:spcAft>
                <a:spcPts val="0"/>
              </a:spcAft>
              <a:buClr>
                <a:schemeClr val="dk1"/>
              </a:buClr>
              <a:buSzPts val="800"/>
              <a:buFont typeface="Gill Sans"/>
              <a:buNone/>
              <a:defRPr sz="1100"/>
            </a:lvl2pPr>
            <a:lvl3pPr lvl="2" rtl="0" algn="l">
              <a:lnSpc>
                <a:spcPct val="100000"/>
              </a:lnSpc>
              <a:spcBef>
                <a:spcPts val="0"/>
              </a:spcBef>
              <a:spcAft>
                <a:spcPts val="0"/>
              </a:spcAft>
              <a:buClr>
                <a:schemeClr val="dk1"/>
              </a:buClr>
              <a:buSzPts val="800"/>
              <a:buFont typeface="Gill Sans"/>
              <a:buNone/>
              <a:defRPr sz="1100"/>
            </a:lvl3pPr>
            <a:lvl4pPr lvl="3" rtl="0" algn="l">
              <a:lnSpc>
                <a:spcPct val="100000"/>
              </a:lnSpc>
              <a:spcBef>
                <a:spcPts val="0"/>
              </a:spcBef>
              <a:spcAft>
                <a:spcPts val="0"/>
              </a:spcAft>
              <a:buClr>
                <a:schemeClr val="dk1"/>
              </a:buClr>
              <a:buSzPts val="800"/>
              <a:buFont typeface="Gill Sans"/>
              <a:buNone/>
              <a:defRPr sz="1100"/>
            </a:lvl4pPr>
            <a:lvl5pPr lvl="4" rtl="0" algn="l">
              <a:lnSpc>
                <a:spcPct val="100000"/>
              </a:lnSpc>
              <a:spcBef>
                <a:spcPts val="0"/>
              </a:spcBef>
              <a:spcAft>
                <a:spcPts val="0"/>
              </a:spcAft>
              <a:buClr>
                <a:schemeClr val="dk1"/>
              </a:buClr>
              <a:buSzPts val="800"/>
              <a:buFont typeface="Gill Sans"/>
              <a:buNone/>
              <a:defRPr sz="1100"/>
            </a:lvl5pPr>
            <a:lvl6pPr lvl="5" rtl="0" algn="l">
              <a:lnSpc>
                <a:spcPct val="100000"/>
              </a:lnSpc>
              <a:spcBef>
                <a:spcPts val="0"/>
              </a:spcBef>
              <a:spcAft>
                <a:spcPts val="0"/>
              </a:spcAft>
              <a:buClr>
                <a:schemeClr val="dk1"/>
              </a:buClr>
              <a:buSzPts val="800"/>
              <a:buFont typeface="Gill Sans"/>
              <a:buNone/>
              <a:defRPr sz="1100"/>
            </a:lvl6pPr>
            <a:lvl7pPr lvl="6" rtl="0" algn="l">
              <a:lnSpc>
                <a:spcPct val="100000"/>
              </a:lnSpc>
              <a:spcBef>
                <a:spcPts val="0"/>
              </a:spcBef>
              <a:spcAft>
                <a:spcPts val="0"/>
              </a:spcAft>
              <a:buClr>
                <a:schemeClr val="dk1"/>
              </a:buClr>
              <a:buSzPts val="800"/>
              <a:buFont typeface="Gill Sans"/>
              <a:buNone/>
              <a:defRPr sz="1100"/>
            </a:lvl7pPr>
            <a:lvl8pPr lvl="7" rtl="0" algn="l">
              <a:lnSpc>
                <a:spcPct val="100000"/>
              </a:lnSpc>
              <a:spcBef>
                <a:spcPts val="0"/>
              </a:spcBef>
              <a:spcAft>
                <a:spcPts val="0"/>
              </a:spcAft>
              <a:buClr>
                <a:schemeClr val="dk1"/>
              </a:buClr>
              <a:buSzPts val="800"/>
              <a:buFont typeface="Gill Sans"/>
              <a:buNone/>
              <a:defRPr sz="1100"/>
            </a:lvl8pPr>
            <a:lvl9pPr lvl="8" rtl="0" algn="l">
              <a:lnSpc>
                <a:spcPct val="100000"/>
              </a:lnSpc>
              <a:spcBef>
                <a:spcPts val="0"/>
              </a:spcBef>
              <a:spcAft>
                <a:spcPts val="0"/>
              </a:spcAft>
              <a:buClr>
                <a:schemeClr val="dk1"/>
              </a:buClr>
              <a:buSzPts val="800"/>
              <a:buFont typeface="Gill Sans"/>
              <a:buNone/>
              <a:defRPr sz="1100"/>
            </a:lvl9pPr>
          </a:lstStyle>
          <a:p/>
        </p:txBody>
      </p:sp>
      <p:sp>
        <p:nvSpPr>
          <p:cNvPr id="609" name="Google Shape;609;p95"/>
          <p:cNvSpPr txBox="1"/>
          <p:nvPr>
            <p:ph idx="12" type="sldNum"/>
          </p:nvPr>
        </p:nvSpPr>
        <p:spPr>
          <a:xfrm>
            <a:off x="8868254" y="4937760"/>
            <a:ext cx="276000" cy="205800"/>
          </a:xfrm>
          <a:prstGeom prst="rect">
            <a:avLst/>
          </a:prstGeom>
          <a:noFill/>
          <a:ln>
            <a:noFill/>
          </a:ln>
        </p:spPr>
        <p:txBody>
          <a:bodyPr anchorCtr="0" anchor="ctr" bIns="25700" lIns="51425" spcFirstLastPara="1" rIns="51425" wrap="square" tIns="25700">
            <a:normAutofit/>
          </a:bodyPr>
          <a:lstStyle>
            <a:lvl1pPr indent="0" lvl="0"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600"/>
              <a:buFont typeface="Arial"/>
              <a:buNone/>
              <a:defRPr b="0" i="0" sz="800" u="none" cap="none" strike="noStrike">
                <a:solidFill>
                  <a:srgbClr val="2F2F2F"/>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Dark">
  <p:cSld name="Transition Dark">
    <p:bg>
      <p:bgPr>
        <a:solidFill>
          <a:srgbClr val="00183C"/>
        </a:solidFill>
      </p:bgPr>
    </p:bg>
    <p:spTree>
      <p:nvGrpSpPr>
        <p:cNvPr id="610" name="Shape 610"/>
        <p:cNvGrpSpPr/>
        <p:nvPr/>
      </p:nvGrpSpPr>
      <p:grpSpPr>
        <a:xfrm>
          <a:off x="0" y="0"/>
          <a:ext cx="0" cy="0"/>
          <a:chOff x="0" y="0"/>
          <a:chExt cx="0" cy="0"/>
        </a:xfrm>
      </p:grpSpPr>
      <p:sp>
        <p:nvSpPr>
          <p:cNvPr id="611" name="Google Shape;611;p96"/>
          <p:cNvSpPr txBox="1"/>
          <p:nvPr>
            <p:ph type="title"/>
          </p:nvPr>
        </p:nvSpPr>
        <p:spPr>
          <a:xfrm>
            <a:off x="457200" y="1835944"/>
            <a:ext cx="8229600" cy="9942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Clr>
                <a:schemeClr val="lt1"/>
              </a:buClr>
              <a:buSzPts val="2700"/>
              <a:buFont typeface="Open Sans"/>
              <a:buNone/>
              <a:defRPr>
                <a:solidFill>
                  <a:schemeClr val="lt1"/>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612" name="Google Shape;612;p96"/>
          <p:cNvPicPr preferRelativeResize="0"/>
          <p:nvPr/>
        </p:nvPicPr>
        <p:blipFill rotWithShape="1">
          <a:blip r:embed="rId2">
            <a:alphaModFix/>
          </a:blip>
          <a:srcRect b="0" l="0" r="0" t="0"/>
          <a:stretch/>
        </p:blipFill>
        <p:spPr>
          <a:xfrm>
            <a:off x="3555434" y="4336513"/>
            <a:ext cx="2033132" cy="121351"/>
          </a:xfrm>
          <a:prstGeom prst="rect">
            <a:avLst/>
          </a:prstGeom>
          <a:noFill/>
          <a:ln>
            <a:noFill/>
          </a:ln>
        </p:spPr>
      </p:pic>
      <p:sp>
        <p:nvSpPr>
          <p:cNvPr id="613" name="Google Shape;613;p96"/>
          <p:cNvSpPr txBox="1"/>
          <p:nvPr>
            <p:ph idx="11" type="ftr"/>
          </p:nvPr>
        </p:nvSpPr>
        <p:spPr>
          <a:xfrm>
            <a:off x="455536" y="4937760"/>
            <a:ext cx="2526600" cy="2058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614" name="Google Shape;614;p96"/>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a:solidFill>
                  <a:schemeClr val="lt1"/>
                </a:solidFill>
                <a:latin typeface="Open Sans Light"/>
                <a:ea typeface="Open Sans Light"/>
                <a:cs typeface="Open Sans Light"/>
                <a:sym typeface="Open Sans Light"/>
              </a:defRPr>
            </a:lvl1pPr>
            <a:lvl2pPr indent="0" lvl="1" marL="0" rtl="0" algn="r">
              <a:spcBef>
                <a:spcPts val="0"/>
              </a:spcBef>
              <a:buNone/>
              <a:defRPr b="0" i="0" sz="800">
                <a:solidFill>
                  <a:schemeClr val="lt1"/>
                </a:solidFill>
                <a:latin typeface="Open Sans Light"/>
                <a:ea typeface="Open Sans Light"/>
                <a:cs typeface="Open Sans Light"/>
                <a:sym typeface="Open Sans Light"/>
              </a:defRPr>
            </a:lvl2pPr>
            <a:lvl3pPr indent="0" lvl="2" marL="0" rtl="0" algn="r">
              <a:spcBef>
                <a:spcPts val="0"/>
              </a:spcBef>
              <a:buNone/>
              <a:defRPr b="0" i="0" sz="800">
                <a:solidFill>
                  <a:schemeClr val="lt1"/>
                </a:solidFill>
                <a:latin typeface="Open Sans Light"/>
                <a:ea typeface="Open Sans Light"/>
                <a:cs typeface="Open Sans Light"/>
                <a:sym typeface="Open Sans Light"/>
              </a:defRPr>
            </a:lvl3pPr>
            <a:lvl4pPr indent="0" lvl="3" marL="0" rtl="0" algn="r">
              <a:spcBef>
                <a:spcPts val="0"/>
              </a:spcBef>
              <a:buNone/>
              <a:defRPr b="0" i="0" sz="800">
                <a:solidFill>
                  <a:schemeClr val="lt1"/>
                </a:solidFill>
                <a:latin typeface="Open Sans Light"/>
                <a:ea typeface="Open Sans Light"/>
                <a:cs typeface="Open Sans Light"/>
                <a:sym typeface="Open Sans Light"/>
              </a:defRPr>
            </a:lvl4pPr>
            <a:lvl5pPr indent="0" lvl="4" marL="0" rtl="0" algn="r">
              <a:spcBef>
                <a:spcPts val="0"/>
              </a:spcBef>
              <a:buNone/>
              <a:defRPr b="0" i="0" sz="800">
                <a:solidFill>
                  <a:schemeClr val="lt1"/>
                </a:solidFill>
                <a:latin typeface="Open Sans Light"/>
                <a:ea typeface="Open Sans Light"/>
                <a:cs typeface="Open Sans Light"/>
                <a:sym typeface="Open Sans Light"/>
              </a:defRPr>
            </a:lvl5pPr>
            <a:lvl6pPr indent="0" lvl="5" marL="0" rtl="0" algn="r">
              <a:spcBef>
                <a:spcPts val="0"/>
              </a:spcBef>
              <a:buNone/>
              <a:defRPr b="0" i="0" sz="800">
                <a:solidFill>
                  <a:schemeClr val="lt1"/>
                </a:solidFill>
                <a:latin typeface="Open Sans Light"/>
                <a:ea typeface="Open Sans Light"/>
                <a:cs typeface="Open Sans Light"/>
                <a:sym typeface="Open Sans Light"/>
              </a:defRPr>
            </a:lvl6pPr>
            <a:lvl7pPr indent="0" lvl="6" marL="0" rtl="0" algn="r">
              <a:spcBef>
                <a:spcPts val="0"/>
              </a:spcBef>
              <a:buNone/>
              <a:defRPr b="0" i="0" sz="800">
                <a:solidFill>
                  <a:schemeClr val="lt1"/>
                </a:solidFill>
                <a:latin typeface="Open Sans Light"/>
                <a:ea typeface="Open Sans Light"/>
                <a:cs typeface="Open Sans Light"/>
                <a:sym typeface="Open Sans Light"/>
              </a:defRPr>
            </a:lvl7pPr>
            <a:lvl8pPr indent="0" lvl="7" marL="0" rtl="0" algn="r">
              <a:spcBef>
                <a:spcPts val="0"/>
              </a:spcBef>
              <a:buNone/>
              <a:defRPr b="0" i="0" sz="800">
                <a:solidFill>
                  <a:schemeClr val="lt1"/>
                </a:solidFill>
                <a:latin typeface="Open Sans Light"/>
                <a:ea typeface="Open Sans Light"/>
                <a:cs typeface="Open Sans Light"/>
                <a:sym typeface="Open Sans Light"/>
              </a:defRPr>
            </a:lvl8pPr>
            <a:lvl9pPr indent="0" lvl="8" marL="0" rtl="0" algn="r">
              <a:spcBef>
                <a:spcPts val="0"/>
              </a:spcBef>
              <a:buNone/>
              <a:defRPr b="0" i="0" sz="800">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
        <p:nvSpPr>
          <p:cNvPr id="615" name="Google Shape;615;p96"/>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b="0" i="0" sz="800">
                <a:solidFill>
                  <a:schemeClr val="lt1"/>
                </a:solidFill>
                <a:latin typeface="Open Sans Light"/>
                <a:ea typeface="Open Sans Light"/>
                <a:cs typeface="Open Sans Light"/>
                <a:sym typeface="Open Sans Light"/>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alf Width 1">
  <p:cSld name="Text Half Width_3">
    <p:spTree>
      <p:nvGrpSpPr>
        <p:cNvPr id="616" name="Shape 616"/>
        <p:cNvGrpSpPr/>
        <p:nvPr/>
      </p:nvGrpSpPr>
      <p:grpSpPr>
        <a:xfrm>
          <a:off x="0" y="0"/>
          <a:ext cx="0" cy="0"/>
          <a:chOff x="0" y="0"/>
          <a:chExt cx="0" cy="0"/>
        </a:xfrm>
      </p:grpSpPr>
      <p:sp>
        <p:nvSpPr>
          <p:cNvPr id="617" name="Google Shape;617;p97"/>
          <p:cNvSpPr txBox="1"/>
          <p:nvPr>
            <p:ph type="title"/>
          </p:nvPr>
        </p:nvSpPr>
        <p:spPr>
          <a:xfrm>
            <a:off x="233750" y="179822"/>
            <a:ext cx="7486800" cy="699300"/>
          </a:xfrm>
          <a:prstGeom prst="rect">
            <a:avLst/>
          </a:prstGeom>
          <a:noFill/>
          <a:ln>
            <a:noFill/>
          </a:ln>
        </p:spPr>
        <p:txBody>
          <a:bodyPr anchorCtr="0" anchor="ctr" bIns="91425" lIns="91425" spcFirstLastPara="1" rIns="91425" wrap="square" tIns="91425">
            <a:normAutofit/>
          </a:bodyPr>
          <a:lstStyle>
            <a:lvl1pPr indent="0" lvl="0" marL="0" marR="0" rtl="0" algn="l">
              <a:lnSpc>
                <a:spcPct val="90000"/>
              </a:lnSpc>
              <a:spcBef>
                <a:spcPts val="0"/>
              </a:spcBef>
              <a:spcAft>
                <a:spcPts val="0"/>
              </a:spcAft>
              <a:buClr>
                <a:srgbClr val="168FDF"/>
              </a:buClr>
              <a:buSzPts val="3000"/>
              <a:buNone/>
              <a:defRPr i="0" u="none" cap="none" strike="noStrike">
                <a:solidFill>
                  <a:srgbClr val="168FDF"/>
                </a:solidFill>
              </a:defRPr>
            </a:lvl1pPr>
            <a:lvl2pPr indent="0" lvl="1"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2pPr>
            <a:lvl3pPr indent="0" lvl="2"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3pPr>
            <a:lvl4pPr indent="0" lvl="3"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4pPr>
            <a:lvl5pPr indent="0" lvl="4"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5pPr>
            <a:lvl6pPr indent="0" lvl="5"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6pPr>
            <a:lvl7pPr indent="0" lvl="6"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7pPr>
            <a:lvl8pPr indent="0" lvl="7"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8pPr>
            <a:lvl9pPr indent="0" lvl="8"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9pPr>
          </a:lstStyle>
          <a:p/>
        </p:txBody>
      </p:sp>
      <p:sp>
        <p:nvSpPr>
          <p:cNvPr id="618" name="Google Shape;618;p97"/>
          <p:cNvSpPr txBox="1"/>
          <p:nvPr>
            <p:ph idx="1" type="body"/>
          </p:nvPr>
        </p:nvSpPr>
        <p:spPr>
          <a:xfrm>
            <a:off x="233750" y="879125"/>
            <a:ext cx="43671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619" name="Google Shape;619;p97"/>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620" name="Google Shape;620;p97"/>
          <p:cNvPicPr preferRelativeResize="0"/>
          <p:nvPr/>
        </p:nvPicPr>
        <p:blipFill>
          <a:blip r:embed="rId2">
            <a:alphaModFix/>
          </a:blip>
          <a:stretch>
            <a:fillRect/>
          </a:stretch>
        </p:blipFill>
        <p:spPr>
          <a:xfrm>
            <a:off x="7806775" y="339585"/>
            <a:ext cx="1152550" cy="379775"/>
          </a:xfrm>
          <a:prstGeom prst="rect">
            <a:avLst/>
          </a:prstGeom>
          <a:noFill/>
          <a:ln>
            <a:noFill/>
          </a:ln>
        </p:spPr>
      </p:pic>
      <p:cxnSp>
        <p:nvCxnSpPr>
          <p:cNvPr id="621" name="Google Shape;621;p97"/>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alf Width 1 1">
  <p:cSld name="Text Half Width_4">
    <p:spTree>
      <p:nvGrpSpPr>
        <p:cNvPr id="622" name="Shape 622"/>
        <p:cNvGrpSpPr/>
        <p:nvPr/>
      </p:nvGrpSpPr>
      <p:grpSpPr>
        <a:xfrm>
          <a:off x="0" y="0"/>
          <a:ext cx="0" cy="0"/>
          <a:chOff x="0" y="0"/>
          <a:chExt cx="0" cy="0"/>
        </a:xfrm>
      </p:grpSpPr>
      <p:sp>
        <p:nvSpPr>
          <p:cNvPr id="623" name="Google Shape;623;p98"/>
          <p:cNvSpPr txBox="1"/>
          <p:nvPr>
            <p:ph type="title"/>
          </p:nvPr>
        </p:nvSpPr>
        <p:spPr>
          <a:xfrm>
            <a:off x="233750" y="179822"/>
            <a:ext cx="7486800" cy="699300"/>
          </a:xfrm>
          <a:prstGeom prst="rect">
            <a:avLst/>
          </a:prstGeom>
          <a:noFill/>
          <a:ln>
            <a:noFill/>
          </a:ln>
        </p:spPr>
        <p:txBody>
          <a:bodyPr anchorCtr="0" anchor="ctr" bIns="91425" lIns="91425" spcFirstLastPara="1" rIns="91425" wrap="square" tIns="91425">
            <a:normAutofit/>
          </a:bodyPr>
          <a:lstStyle>
            <a:lvl1pPr indent="0" lvl="0" marL="0" marR="0" rtl="0" algn="l">
              <a:lnSpc>
                <a:spcPct val="90000"/>
              </a:lnSpc>
              <a:spcBef>
                <a:spcPts val="0"/>
              </a:spcBef>
              <a:spcAft>
                <a:spcPts val="0"/>
              </a:spcAft>
              <a:buClr>
                <a:srgbClr val="168FDF"/>
              </a:buClr>
              <a:buSzPts val="3000"/>
              <a:buNone/>
              <a:defRPr i="0" u="none" cap="none" strike="noStrike">
                <a:solidFill>
                  <a:srgbClr val="168FDF"/>
                </a:solidFill>
              </a:defRPr>
            </a:lvl1pPr>
            <a:lvl2pPr indent="0" lvl="1"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2pPr>
            <a:lvl3pPr indent="0" lvl="2"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3pPr>
            <a:lvl4pPr indent="0" lvl="3"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4pPr>
            <a:lvl5pPr indent="0" lvl="4"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5pPr>
            <a:lvl6pPr indent="0" lvl="5"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6pPr>
            <a:lvl7pPr indent="0" lvl="6"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7pPr>
            <a:lvl8pPr indent="0" lvl="7"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8pPr>
            <a:lvl9pPr indent="0" lvl="8" rtl="0">
              <a:spcBef>
                <a:spcPts val="0"/>
              </a:spcBef>
              <a:spcAft>
                <a:spcPts val="0"/>
              </a:spcAft>
              <a:buClr>
                <a:srgbClr val="168FDF"/>
              </a:buClr>
              <a:buSzPts val="3000"/>
              <a:buFont typeface="Arial"/>
              <a:buNone/>
              <a:defRPr>
                <a:solidFill>
                  <a:srgbClr val="168FDF"/>
                </a:solidFill>
                <a:latin typeface="Arial"/>
                <a:ea typeface="Arial"/>
                <a:cs typeface="Arial"/>
                <a:sym typeface="Arial"/>
              </a:defRPr>
            </a:lvl9pPr>
          </a:lstStyle>
          <a:p/>
        </p:txBody>
      </p:sp>
      <p:sp>
        <p:nvSpPr>
          <p:cNvPr id="624" name="Google Shape;624;p98"/>
          <p:cNvSpPr txBox="1"/>
          <p:nvPr>
            <p:ph idx="1" type="body"/>
          </p:nvPr>
        </p:nvSpPr>
        <p:spPr>
          <a:xfrm>
            <a:off x="233750" y="879125"/>
            <a:ext cx="8725500" cy="3980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317500" lvl="4" marL="2286000" marR="0" rtl="0" algn="l">
              <a:lnSpc>
                <a:spcPct val="100000"/>
              </a:lnSpc>
              <a:spcBef>
                <a:spcPts val="400"/>
              </a:spcBef>
              <a:spcAft>
                <a:spcPts val="0"/>
              </a:spcAft>
              <a:buClr>
                <a:srgbClr val="168FDF"/>
              </a:buClr>
              <a:buSzPts val="1400"/>
              <a:buFont typeface="Arial"/>
              <a:buChar char="○"/>
              <a:defRPr i="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625" name="Google Shape;625;p98"/>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pic>
        <p:nvPicPr>
          <p:cNvPr id="626" name="Google Shape;626;p98"/>
          <p:cNvPicPr preferRelativeResize="0"/>
          <p:nvPr/>
        </p:nvPicPr>
        <p:blipFill>
          <a:blip r:embed="rId2">
            <a:alphaModFix/>
          </a:blip>
          <a:stretch>
            <a:fillRect/>
          </a:stretch>
        </p:blipFill>
        <p:spPr>
          <a:xfrm>
            <a:off x="7806775" y="339585"/>
            <a:ext cx="1152550" cy="379775"/>
          </a:xfrm>
          <a:prstGeom prst="rect">
            <a:avLst/>
          </a:prstGeom>
          <a:noFill/>
          <a:ln>
            <a:noFill/>
          </a:ln>
        </p:spPr>
      </p:pic>
      <p:cxnSp>
        <p:nvCxnSpPr>
          <p:cNvPr id="627" name="Google Shape;627;p98"/>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1">
  <p:cSld name="Text Full Width">
    <p:spTree>
      <p:nvGrpSpPr>
        <p:cNvPr id="628" name="Shape 628"/>
        <p:cNvGrpSpPr/>
        <p:nvPr/>
      </p:nvGrpSpPr>
      <p:grpSpPr>
        <a:xfrm>
          <a:off x="0" y="0"/>
          <a:ext cx="0" cy="0"/>
          <a:chOff x="0" y="0"/>
          <a:chExt cx="0" cy="0"/>
        </a:xfrm>
      </p:grpSpPr>
      <p:sp>
        <p:nvSpPr>
          <p:cNvPr id="629" name="Google Shape;629;p99"/>
          <p:cNvSpPr txBox="1"/>
          <p:nvPr>
            <p:ph type="title"/>
          </p:nvPr>
        </p:nvSpPr>
        <p:spPr>
          <a:xfrm>
            <a:off x="468630" y="273844"/>
            <a:ext cx="8200500" cy="7017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100"/>
              <a:buFont typeface="Gill Sans"/>
              <a:buNone/>
              <a:defRPr sz="2100">
                <a:solidFill>
                  <a:srgbClr val="168FDF"/>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0" name="Google Shape;630;p99"/>
          <p:cNvSpPr txBox="1"/>
          <p:nvPr>
            <p:ph idx="1" type="body"/>
          </p:nvPr>
        </p:nvSpPr>
        <p:spPr>
          <a:xfrm>
            <a:off x="468630" y="1001316"/>
            <a:ext cx="8200500" cy="3263400"/>
          </a:xfrm>
          <a:prstGeom prst="rect">
            <a:avLst/>
          </a:prstGeom>
          <a:noFill/>
          <a:ln>
            <a:noFill/>
          </a:ln>
        </p:spPr>
        <p:txBody>
          <a:bodyPr anchorCtr="0" anchor="t" bIns="34275" lIns="68575" spcFirstLastPara="1" rIns="68575" wrap="square" tIns="34275">
            <a:normAutofit/>
          </a:bodyPr>
          <a:lstStyle>
            <a:lvl1pPr indent="-336550" lvl="0" marL="457200" rtl="0" algn="l">
              <a:lnSpc>
                <a:spcPct val="100000"/>
              </a:lnSpc>
              <a:spcBef>
                <a:spcPts val="800"/>
              </a:spcBef>
              <a:spcAft>
                <a:spcPts val="0"/>
              </a:spcAft>
              <a:buSzPts val="1700"/>
              <a:buChar char="●"/>
              <a:defRPr sz="1700"/>
            </a:lvl1pPr>
            <a:lvl2pPr indent="-323850" lvl="1" marL="914400" rtl="0" algn="l">
              <a:lnSpc>
                <a:spcPct val="100000"/>
              </a:lnSpc>
              <a:spcBef>
                <a:spcPts val="400"/>
              </a:spcBef>
              <a:spcAft>
                <a:spcPts val="0"/>
              </a:spcAft>
              <a:buSzPts val="1500"/>
              <a:buChar char="○"/>
              <a:defRPr sz="1500"/>
            </a:lvl2pPr>
            <a:lvl3pPr indent="-317500" lvl="2" marL="1371600" rtl="0" algn="l">
              <a:lnSpc>
                <a:spcPct val="100000"/>
              </a:lnSpc>
              <a:spcBef>
                <a:spcPts val="400"/>
              </a:spcBef>
              <a:spcAft>
                <a:spcPts val="0"/>
              </a:spcAft>
              <a:buSzPts val="1400"/>
              <a:buChar char="■"/>
              <a:defRPr sz="1400"/>
            </a:lvl3pPr>
            <a:lvl4pPr indent="-304800" lvl="3" marL="1828800" rtl="0" algn="l">
              <a:lnSpc>
                <a:spcPct val="100000"/>
              </a:lnSpc>
              <a:spcBef>
                <a:spcPts val="400"/>
              </a:spcBef>
              <a:spcAft>
                <a:spcPts val="0"/>
              </a:spcAft>
              <a:buSzPts val="1200"/>
              <a:buChar char="●"/>
              <a:defRPr sz="1200"/>
            </a:lvl4pPr>
            <a:lvl5pPr indent="-298450" lvl="4" marL="2286000" rtl="0" algn="l">
              <a:lnSpc>
                <a:spcPct val="100000"/>
              </a:lnSpc>
              <a:spcBef>
                <a:spcPts val="400"/>
              </a:spcBef>
              <a:spcAft>
                <a:spcPts val="0"/>
              </a:spcAft>
              <a:buSzPts val="1100"/>
              <a:buChar char="○"/>
              <a:defRPr sz="1100"/>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cxnSp>
        <p:nvCxnSpPr>
          <p:cNvPr id="631" name="Google Shape;631;p99"/>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632" name="Google Shape;632;p99"/>
          <p:cNvPicPr preferRelativeResize="0"/>
          <p:nvPr/>
        </p:nvPicPr>
        <p:blipFill rotWithShape="1">
          <a:blip r:embed="rId2">
            <a:alphaModFix/>
          </a:blip>
          <a:srcRect b="0" l="0" r="0" t="0"/>
          <a:stretch/>
        </p:blipFill>
        <p:spPr>
          <a:xfrm>
            <a:off x="455313" y="4734017"/>
            <a:ext cx="2033132" cy="121351"/>
          </a:xfrm>
          <a:prstGeom prst="rect">
            <a:avLst/>
          </a:prstGeom>
          <a:noFill/>
          <a:ln>
            <a:noFill/>
          </a:ln>
        </p:spPr>
      </p:pic>
      <p:sp>
        <p:nvSpPr>
          <p:cNvPr id="633" name="Google Shape;633;p99"/>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u="none" cap="none" strike="noStrike">
                <a:solidFill>
                  <a:srgbClr val="2F2F2F"/>
                </a:solidFill>
                <a:latin typeface="Gill Sans"/>
                <a:ea typeface="Gill Sans"/>
                <a:cs typeface="Gill Sans"/>
                <a:sym typeface="Gill Sans"/>
              </a:defRPr>
            </a:lvl1pPr>
            <a:lvl2pPr indent="0" lvl="1" marL="0" rtl="0" algn="r">
              <a:spcBef>
                <a:spcPts val="0"/>
              </a:spcBef>
              <a:buNone/>
              <a:defRPr b="0" i="0" sz="800" u="none" cap="none" strike="noStrike">
                <a:solidFill>
                  <a:srgbClr val="2F2F2F"/>
                </a:solidFill>
                <a:latin typeface="Gill Sans"/>
                <a:ea typeface="Gill Sans"/>
                <a:cs typeface="Gill Sans"/>
                <a:sym typeface="Gill Sans"/>
              </a:defRPr>
            </a:lvl2pPr>
            <a:lvl3pPr indent="0" lvl="2" marL="0" rtl="0" algn="r">
              <a:spcBef>
                <a:spcPts val="0"/>
              </a:spcBef>
              <a:buNone/>
              <a:defRPr b="0" i="0" sz="800" u="none" cap="none" strike="noStrike">
                <a:solidFill>
                  <a:srgbClr val="2F2F2F"/>
                </a:solidFill>
                <a:latin typeface="Gill Sans"/>
                <a:ea typeface="Gill Sans"/>
                <a:cs typeface="Gill Sans"/>
                <a:sym typeface="Gill Sans"/>
              </a:defRPr>
            </a:lvl3pPr>
            <a:lvl4pPr indent="0" lvl="3" marL="0" rtl="0" algn="r">
              <a:spcBef>
                <a:spcPts val="0"/>
              </a:spcBef>
              <a:buNone/>
              <a:defRPr b="0" i="0" sz="800" u="none" cap="none" strike="noStrike">
                <a:solidFill>
                  <a:srgbClr val="2F2F2F"/>
                </a:solidFill>
                <a:latin typeface="Gill Sans"/>
                <a:ea typeface="Gill Sans"/>
                <a:cs typeface="Gill Sans"/>
                <a:sym typeface="Gill Sans"/>
              </a:defRPr>
            </a:lvl4pPr>
            <a:lvl5pPr indent="0" lvl="4" marL="0" rtl="0" algn="r">
              <a:spcBef>
                <a:spcPts val="0"/>
              </a:spcBef>
              <a:buNone/>
              <a:defRPr b="0" i="0" sz="800" u="none" cap="none" strike="noStrike">
                <a:solidFill>
                  <a:srgbClr val="2F2F2F"/>
                </a:solidFill>
                <a:latin typeface="Gill Sans"/>
                <a:ea typeface="Gill Sans"/>
                <a:cs typeface="Gill Sans"/>
                <a:sym typeface="Gill Sans"/>
              </a:defRPr>
            </a:lvl5pPr>
            <a:lvl6pPr indent="0" lvl="5" marL="0" rtl="0" algn="r">
              <a:spcBef>
                <a:spcPts val="0"/>
              </a:spcBef>
              <a:buNone/>
              <a:defRPr b="0" i="0" sz="800" u="none" cap="none" strike="noStrike">
                <a:solidFill>
                  <a:srgbClr val="2F2F2F"/>
                </a:solidFill>
                <a:latin typeface="Gill Sans"/>
                <a:ea typeface="Gill Sans"/>
                <a:cs typeface="Gill Sans"/>
                <a:sym typeface="Gill Sans"/>
              </a:defRPr>
            </a:lvl6pPr>
            <a:lvl7pPr indent="0" lvl="6" marL="0" rtl="0" algn="r">
              <a:spcBef>
                <a:spcPts val="0"/>
              </a:spcBef>
              <a:buNone/>
              <a:defRPr b="0" i="0" sz="800" u="none" cap="none" strike="noStrike">
                <a:solidFill>
                  <a:srgbClr val="2F2F2F"/>
                </a:solidFill>
                <a:latin typeface="Gill Sans"/>
                <a:ea typeface="Gill Sans"/>
                <a:cs typeface="Gill Sans"/>
                <a:sym typeface="Gill Sans"/>
              </a:defRPr>
            </a:lvl7pPr>
            <a:lvl8pPr indent="0" lvl="7" marL="0" rtl="0" algn="r">
              <a:spcBef>
                <a:spcPts val="0"/>
              </a:spcBef>
              <a:buNone/>
              <a:defRPr b="0" i="0" sz="800" u="none" cap="none" strike="noStrike">
                <a:solidFill>
                  <a:srgbClr val="2F2F2F"/>
                </a:solidFill>
                <a:latin typeface="Gill Sans"/>
                <a:ea typeface="Gill Sans"/>
                <a:cs typeface="Gill Sans"/>
                <a:sym typeface="Gill Sans"/>
              </a:defRPr>
            </a:lvl8pPr>
            <a:lvl9pPr indent="0" lvl="8" marL="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dir="r"/>
  </p:transition>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34" name="Shape 634"/>
        <p:cNvGrpSpPr/>
        <p:nvPr/>
      </p:nvGrpSpPr>
      <p:grpSpPr>
        <a:xfrm>
          <a:off x="0" y="0"/>
          <a:ext cx="0" cy="0"/>
          <a:chOff x="0" y="0"/>
          <a:chExt cx="0" cy="0"/>
        </a:xfrm>
      </p:grpSpPr>
      <p:sp>
        <p:nvSpPr>
          <p:cNvPr id="635" name="Google Shape;635;p100"/>
          <p:cNvSpPr txBox="1"/>
          <p:nvPr>
            <p:ph type="title"/>
          </p:nvPr>
        </p:nvSpPr>
        <p:spPr>
          <a:xfrm>
            <a:off x="468630" y="273844"/>
            <a:ext cx="8200500" cy="702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6" name="Google Shape;636;p100"/>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sz="900">
                <a:solidFill>
                  <a:srgbClr val="2F2F2F"/>
                </a:solidFill>
                <a:latin typeface="Gill Sans"/>
                <a:ea typeface="Gill Sans"/>
                <a:cs typeface="Gill Sans"/>
                <a:sym typeface="Gill Sans"/>
              </a:defRPr>
            </a:lvl1pPr>
            <a:lvl2pPr indent="0" lvl="1" marL="0" rtl="0" algn="r">
              <a:spcBef>
                <a:spcPts val="0"/>
              </a:spcBef>
              <a:buNone/>
              <a:defRPr sz="900">
                <a:solidFill>
                  <a:srgbClr val="2F2F2F"/>
                </a:solidFill>
                <a:latin typeface="Gill Sans"/>
                <a:ea typeface="Gill Sans"/>
                <a:cs typeface="Gill Sans"/>
                <a:sym typeface="Gill Sans"/>
              </a:defRPr>
            </a:lvl2pPr>
            <a:lvl3pPr indent="0" lvl="2" marL="0" rtl="0" algn="r">
              <a:spcBef>
                <a:spcPts val="0"/>
              </a:spcBef>
              <a:buNone/>
              <a:defRPr sz="900">
                <a:solidFill>
                  <a:srgbClr val="2F2F2F"/>
                </a:solidFill>
                <a:latin typeface="Gill Sans"/>
                <a:ea typeface="Gill Sans"/>
                <a:cs typeface="Gill Sans"/>
                <a:sym typeface="Gill Sans"/>
              </a:defRPr>
            </a:lvl3pPr>
            <a:lvl4pPr indent="0" lvl="3" marL="0" rtl="0" algn="r">
              <a:spcBef>
                <a:spcPts val="0"/>
              </a:spcBef>
              <a:buNone/>
              <a:defRPr sz="900">
                <a:solidFill>
                  <a:srgbClr val="2F2F2F"/>
                </a:solidFill>
                <a:latin typeface="Gill Sans"/>
                <a:ea typeface="Gill Sans"/>
                <a:cs typeface="Gill Sans"/>
                <a:sym typeface="Gill Sans"/>
              </a:defRPr>
            </a:lvl4pPr>
            <a:lvl5pPr indent="0" lvl="4" marL="0" rtl="0" algn="r">
              <a:spcBef>
                <a:spcPts val="0"/>
              </a:spcBef>
              <a:buNone/>
              <a:defRPr sz="900">
                <a:solidFill>
                  <a:srgbClr val="2F2F2F"/>
                </a:solidFill>
                <a:latin typeface="Gill Sans"/>
                <a:ea typeface="Gill Sans"/>
                <a:cs typeface="Gill Sans"/>
                <a:sym typeface="Gill Sans"/>
              </a:defRPr>
            </a:lvl5pPr>
            <a:lvl6pPr indent="0" lvl="5" marL="0" rtl="0" algn="r">
              <a:spcBef>
                <a:spcPts val="0"/>
              </a:spcBef>
              <a:buNone/>
              <a:defRPr sz="900">
                <a:solidFill>
                  <a:srgbClr val="2F2F2F"/>
                </a:solidFill>
                <a:latin typeface="Gill Sans"/>
                <a:ea typeface="Gill Sans"/>
                <a:cs typeface="Gill Sans"/>
                <a:sym typeface="Gill Sans"/>
              </a:defRPr>
            </a:lvl6pPr>
            <a:lvl7pPr indent="0" lvl="6" marL="0" rtl="0" algn="r">
              <a:spcBef>
                <a:spcPts val="0"/>
              </a:spcBef>
              <a:buNone/>
              <a:defRPr sz="900">
                <a:solidFill>
                  <a:srgbClr val="2F2F2F"/>
                </a:solidFill>
                <a:latin typeface="Gill Sans"/>
                <a:ea typeface="Gill Sans"/>
                <a:cs typeface="Gill Sans"/>
                <a:sym typeface="Gill Sans"/>
              </a:defRPr>
            </a:lvl7pPr>
            <a:lvl8pPr indent="0" lvl="7" marL="0" rtl="0" algn="r">
              <a:spcBef>
                <a:spcPts val="0"/>
              </a:spcBef>
              <a:buNone/>
              <a:defRPr sz="900">
                <a:solidFill>
                  <a:srgbClr val="2F2F2F"/>
                </a:solidFill>
                <a:latin typeface="Gill Sans"/>
                <a:ea typeface="Gill Sans"/>
                <a:cs typeface="Gill Sans"/>
                <a:sym typeface="Gill Sans"/>
              </a:defRPr>
            </a:lvl8pPr>
            <a:lvl9pPr indent="0" lvl="8" marL="0" rtl="0" algn="r">
              <a:spcBef>
                <a:spcPts val="0"/>
              </a:spcBef>
              <a:buNone/>
              <a:defRPr sz="9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637" name="Google Shape;637;p100"/>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900">
                <a:solidFill>
                  <a:schemeClr val="dk1"/>
                </a:solidFill>
                <a:latin typeface="Gill Sans"/>
                <a:ea typeface="Gill Sans"/>
                <a:cs typeface="Gill Sans"/>
                <a:sym typeface="Gill Sans"/>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Light">
  <p:cSld name="Transition Light">
    <p:spTree>
      <p:nvGrpSpPr>
        <p:cNvPr id="638" name="Shape 638"/>
        <p:cNvGrpSpPr/>
        <p:nvPr/>
      </p:nvGrpSpPr>
      <p:grpSpPr>
        <a:xfrm>
          <a:off x="0" y="0"/>
          <a:ext cx="0" cy="0"/>
          <a:chOff x="0" y="0"/>
          <a:chExt cx="0" cy="0"/>
        </a:xfrm>
      </p:grpSpPr>
      <p:sp>
        <p:nvSpPr>
          <p:cNvPr id="639" name="Google Shape;639;p101"/>
          <p:cNvSpPr txBox="1"/>
          <p:nvPr>
            <p:ph type="title"/>
          </p:nvPr>
        </p:nvSpPr>
        <p:spPr>
          <a:xfrm>
            <a:off x="457200" y="1835944"/>
            <a:ext cx="8229600" cy="9945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0" name="Google Shape;640;p101"/>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sz="900">
                <a:solidFill>
                  <a:srgbClr val="2F2F2F"/>
                </a:solidFill>
                <a:latin typeface="Gill Sans"/>
                <a:ea typeface="Gill Sans"/>
                <a:cs typeface="Gill Sans"/>
                <a:sym typeface="Gill Sans"/>
              </a:defRPr>
            </a:lvl1pPr>
            <a:lvl2pPr indent="0" lvl="1" marL="0" rtl="0" algn="r">
              <a:spcBef>
                <a:spcPts val="0"/>
              </a:spcBef>
              <a:buNone/>
              <a:defRPr sz="900">
                <a:solidFill>
                  <a:srgbClr val="2F2F2F"/>
                </a:solidFill>
                <a:latin typeface="Gill Sans"/>
                <a:ea typeface="Gill Sans"/>
                <a:cs typeface="Gill Sans"/>
                <a:sym typeface="Gill Sans"/>
              </a:defRPr>
            </a:lvl2pPr>
            <a:lvl3pPr indent="0" lvl="2" marL="0" rtl="0" algn="r">
              <a:spcBef>
                <a:spcPts val="0"/>
              </a:spcBef>
              <a:buNone/>
              <a:defRPr sz="900">
                <a:solidFill>
                  <a:srgbClr val="2F2F2F"/>
                </a:solidFill>
                <a:latin typeface="Gill Sans"/>
                <a:ea typeface="Gill Sans"/>
                <a:cs typeface="Gill Sans"/>
                <a:sym typeface="Gill Sans"/>
              </a:defRPr>
            </a:lvl3pPr>
            <a:lvl4pPr indent="0" lvl="3" marL="0" rtl="0" algn="r">
              <a:spcBef>
                <a:spcPts val="0"/>
              </a:spcBef>
              <a:buNone/>
              <a:defRPr sz="900">
                <a:solidFill>
                  <a:srgbClr val="2F2F2F"/>
                </a:solidFill>
                <a:latin typeface="Gill Sans"/>
                <a:ea typeface="Gill Sans"/>
                <a:cs typeface="Gill Sans"/>
                <a:sym typeface="Gill Sans"/>
              </a:defRPr>
            </a:lvl4pPr>
            <a:lvl5pPr indent="0" lvl="4" marL="0" rtl="0" algn="r">
              <a:spcBef>
                <a:spcPts val="0"/>
              </a:spcBef>
              <a:buNone/>
              <a:defRPr sz="900">
                <a:solidFill>
                  <a:srgbClr val="2F2F2F"/>
                </a:solidFill>
                <a:latin typeface="Gill Sans"/>
                <a:ea typeface="Gill Sans"/>
                <a:cs typeface="Gill Sans"/>
                <a:sym typeface="Gill Sans"/>
              </a:defRPr>
            </a:lvl5pPr>
            <a:lvl6pPr indent="0" lvl="5" marL="0" rtl="0" algn="r">
              <a:spcBef>
                <a:spcPts val="0"/>
              </a:spcBef>
              <a:buNone/>
              <a:defRPr sz="900">
                <a:solidFill>
                  <a:srgbClr val="2F2F2F"/>
                </a:solidFill>
                <a:latin typeface="Gill Sans"/>
                <a:ea typeface="Gill Sans"/>
                <a:cs typeface="Gill Sans"/>
                <a:sym typeface="Gill Sans"/>
              </a:defRPr>
            </a:lvl6pPr>
            <a:lvl7pPr indent="0" lvl="6" marL="0" rtl="0" algn="r">
              <a:spcBef>
                <a:spcPts val="0"/>
              </a:spcBef>
              <a:buNone/>
              <a:defRPr sz="900">
                <a:solidFill>
                  <a:srgbClr val="2F2F2F"/>
                </a:solidFill>
                <a:latin typeface="Gill Sans"/>
                <a:ea typeface="Gill Sans"/>
                <a:cs typeface="Gill Sans"/>
                <a:sym typeface="Gill Sans"/>
              </a:defRPr>
            </a:lvl7pPr>
            <a:lvl8pPr indent="0" lvl="7" marL="0" rtl="0" algn="r">
              <a:spcBef>
                <a:spcPts val="0"/>
              </a:spcBef>
              <a:buNone/>
              <a:defRPr sz="900">
                <a:solidFill>
                  <a:srgbClr val="2F2F2F"/>
                </a:solidFill>
                <a:latin typeface="Gill Sans"/>
                <a:ea typeface="Gill Sans"/>
                <a:cs typeface="Gill Sans"/>
                <a:sym typeface="Gill Sans"/>
              </a:defRPr>
            </a:lvl8pPr>
            <a:lvl9pPr indent="0" lvl="8" marL="0" rtl="0" algn="r">
              <a:spcBef>
                <a:spcPts val="0"/>
              </a:spcBef>
              <a:buNone/>
              <a:defRPr sz="900">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641" name="Google Shape;641;p101"/>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900">
                <a:solidFill>
                  <a:schemeClr val="dk1"/>
                </a:solidFill>
                <a:latin typeface="Gill Sans"/>
                <a:ea typeface="Gill Sans"/>
                <a:cs typeface="Gill Sans"/>
                <a:sym typeface="Gill Sans"/>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Square Image">
  <p:cSld name="Multiple Square Image">
    <p:spTree>
      <p:nvGrpSpPr>
        <p:cNvPr id="642" name="Shape 642"/>
        <p:cNvGrpSpPr/>
        <p:nvPr/>
      </p:nvGrpSpPr>
      <p:grpSpPr>
        <a:xfrm>
          <a:off x="0" y="0"/>
          <a:ext cx="0" cy="0"/>
          <a:chOff x="0" y="0"/>
          <a:chExt cx="0" cy="0"/>
        </a:xfrm>
      </p:grpSpPr>
      <p:sp>
        <p:nvSpPr>
          <p:cNvPr id="643" name="Google Shape;643;p102"/>
          <p:cNvSpPr txBox="1"/>
          <p:nvPr>
            <p:ph type="title"/>
          </p:nvPr>
        </p:nvSpPr>
        <p:spPr>
          <a:xfrm>
            <a:off x="468630" y="273844"/>
            <a:ext cx="8200500" cy="702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rgbClr val="168FDF"/>
              </a:buClr>
              <a:buSzPts val="2700"/>
              <a:buFont typeface="Open Sans"/>
              <a:buNone/>
              <a:defRPr>
                <a:solidFill>
                  <a:srgbClr val="168FDF"/>
                </a:solidFill>
                <a:latin typeface="Open Sans"/>
                <a:ea typeface="Open Sans"/>
                <a:cs typeface="Open Sans"/>
                <a:sym typeface="Open San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4" name="Google Shape;644;p102"/>
          <p:cNvSpPr txBox="1"/>
          <p:nvPr>
            <p:ph idx="12" type="sldNum"/>
          </p:nvPr>
        </p:nvSpPr>
        <p:spPr>
          <a:xfrm>
            <a:off x="8868254" y="4937760"/>
            <a:ext cx="276000" cy="2058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900" u="none" cap="none" strike="noStrike">
                <a:solidFill>
                  <a:srgbClr val="2F2F2F"/>
                </a:solidFill>
                <a:latin typeface="Gill Sans"/>
                <a:ea typeface="Gill Sans"/>
                <a:cs typeface="Gill Sans"/>
                <a:sym typeface="Gill Sans"/>
              </a:defRPr>
            </a:lvl1pPr>
            <a:lvl2pPr indent="0" lvl="1" marL="0" rtl="0" algn="r">
              <a:spcBef>
                <a:spcPts val="0"/>
              </a:spcBef>
              <a:buNone/>
              <a:defRPr b="0" i="0" sz="900" u="none" cap="none" strike="noStrike">
                <a:solidFill>
                  <a:srgbClr val="2F2F2F"/>
                </a:solidFill>
                <a:latin typeface="Gill Sans"/>
                <a:ea typeface="Gill Sans"/>
                <a:cs typeface="Gill Sans"/>
                <a:sym typeface="Gill Sans"/>
              </a:defRPr>
            </a:lvl2pPr>
            <a:lvl3pPr indent="0" lvl="2" marL="0" rtl="0" algn="r">
              <a:spcBef>
                <a:spcPts val="0"/>
              </a:spcBef>
              <a:buNone/>
              <a:defRPr b="0" i="0" sz="900" u="none" cap="none" strike="noStrike">
                <a:solidFill>
                  <a:srgbClr val="2F2F2F"/>
                </a:solidFill>
                <a:latin typeface="Gill Sans"/>
                <a:ea typeface="Gill Sans"/>
                <a:cs typeface="Gill Sans"/>
                <a:sym typeface="Gill Sans"/>
              </a:defRPr>
            </a:lvl3pPr>
            <a:lvl4pPr indent="0" lvl="3" marL="0" rtl="0" algn="r">
              <a:spcBef>
                <a:spcPts val="0"/>
              </a:spcBef>
              <a:buNone/>
              <a:defRPr b="0" i="0" sz="900" u="none" cap="none" strike="noStrike">
                <a:solidFill>
                  <a:srgbClr val="2F2F2F"/>
                </a:solidFill>
                <a:latin typeface="Gill Sans"/>
                <a:ea typeface="Gill Sans"/>
                <a:cs typeface="Gill Sans"/>
                <a:sym typeface="Gill Sans"/>
              </a:defRPr>
            </a:lvl4pPr>
            <a:lvl5pPr indent="0" lvl="4" marL="0" rtl="0" algn="r">
              <a:spcBef>
                <a:spcPts val="0"/>
              </a:spcBef>
              <a:buNone/>
              <a:defRPr b="0" i="0" sz="900" u="none" cap="none" strike="noStrike">
                <a:solidFill>
                  <a:srgbClr val="2F2F2F"/>
                </a:solidFill>
                <a:latin typeface="Gill Sans"/>
                <a:ea typeface="Gill Sans"/>
                <a:cs typeface="Gill Sans"/>
                <a:sym typeface="Gill Sans"/>
              </a:defRPr>
            </a:lvl5pPr>
            <a:lvl6pPr indent="0" lvl="5" marL="0" rtl="0" algn="r">
              <a:spcBef>
                <a:spcPts val="0"/>
              </a:spcBef>
              <a:buNone/>
              <a:defRPr b="0" i="0" sz="900" u="none" cap="none" strike="noStrike">
                <a:solidFill>
                  <a:srgbClr val="2F2F2F"/>
                </a:solidFill>
                <a:latin typeface="Gill Sans"/>
                <a:ea typeface="Gill Sans"/>
                <a:cs typeface="Gill Sans"/>
                <a:sym typeface="Gill Sans"/>
              </a:defRPr>
            </a:lvl6pPr>
            <a:lvl7pPr indent="0" lvl="6" marL="0" rtl="0" algn="r">
              <a:spcBef>
                <a:spcPts val="0"/>
              </a:spcBef>
              <a:buNone/>
              <a:defRPr b="0" i="0" sz="900" u="none" cap="none" strike="noStrike">
                <a:solidFill>
                  <a:srgbClr val="2F2F2F"/>
                </a:solidFill>
                <a:latin typeface="Gill Sans"/>
                <a:ea typeface="Gill Sans"/>
                <a:cs typeface="Gill Sans"/>
                <a:sym typeface="Gill Sans"/>
              </a:defRPr>
            </a:lvl7pPr>
            <a:lvl8pPr indent="0" lvl="7" marL="0" rtl="0" algn="r">
              <a:spcBef>
                <a:spcPts val="0"/>
              </a:spcBef>
              <a:buNone/>
              <a:defRPr b="0" i="0" sz="900" u="none" cap="none" strike="noStrike">
                <a:solidFill>
                  <a:srgbClr val="2F2F2F"/>
                </a:solidFill>
                <a:latin typeface="Gill Sans"/>
                <a:ea typeface="Gill Sans"/>
                <a:cs typeface="Gill Sans"/>
                <a:sym typeface="Gill Sans"/>
              </a:defRPr>
            </a:lvl8pPr>
            <a:lvl9pPr indent="0" lvl="8" marL="0" rtl="0" algn="r">
              <a:spcBef>
                <a:spcPts val="0"/>
              </a:spcBef>
              <a:buNone/>
              <a:defRPr b="0" i="0" sz="9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645" name="Google Shape;645;p102"/>
          <p:cNvSpPr/>
          <p:nvPr>
            <p:ph idx="2" type="pic"/>
          </p:nvPr>
        </p:nvSpPr>
        <p:spPr>
          <a:xfrm>
            <a:off x="468631" y="1057992"/>
            <a:ext cx="4097700" cy="3617100"/>
          </a:xfrm>
          <a:prstGeom prst="rect">
            <a:avLst/>
          </a:prstGeom>
          <a:solidFill>
            <a:schemeClr val="lt1"/>
          </a:solidFill>
          <a:ln>
            <a:noFill/>
          </a:ln>
        </p:spPr>
        <p:txBody>
          <a:bodyPr anchorCtr="0" anchor="t" bIns="34275" lIns="68575" spcFirstLastPara="1" rIns="68575" wrap="square" tIns="34275">
            <a:noAutofit/>
          </a:bodyPr>
          <a:lstStyle>
            <a:lvl1pPr lvl="0" marR="0" rtl="0" algn="l">
              <a:lnSpc>
                <a:spcPct val="100000"/>
              </a:lnSpc>
              <a:spcBef>
                <a:spcPts val="800"/>
              </a:spcBef>
              <a:spcAft>
                <a:spcPts val="0"/>
              </a:spcAft>
              <a:buClr>
                <a:srgbClr val="168FDF"/>
              </a:buClr>
              <a:buSzPts val="2100"/>
              <a:buFont typeface="Helvetica Neue"/>
              <a:buChar char="›"/>
              <a:defRPr b="0" i="0" sz="2100" u="none" cap="none" strike="noStrike">
                <a:solidFill>
                  <a:srgbClr val="2F2F2F"/>
                </a:solidFill>
                <a:latin typeface="Gill Sans"/>
                <a:ea typeface="Gill Sans"/>
                <a:cs typeface="Gill Sans"/>
                <a:sym typeface="Gill Sans"/>
              </a:defRPr>
            </a:lvl1pPr>
            <a:lvl2pPr lvl="1" marR="0" rtl="0" algn="l">
              <a:lnSpc>
                <a:spcPct val="100000"/>
              </a:lnSpc>
              <a:spcBef>
                <a:spcPts val="400"/>
              </a:spcBef>
              <a:spcAft>
                <a:spcPts val="0"/>
              </a:spcAft>
              <a:buClr>
                <a:srgbClr val="168FDF"/>
              </a:buClr>
              <a:buSzPts val="2000"/>
              <a:buFont typeface="Helvetica Neue"/>
              <a:buChar char="›"/>
              <a:defRPr b="0" i="0" sz="2000" u="none" cap="none" strike="noStrike">
                <a:solidFill>
                  <a:srgbClr val="2F2F2F"/>
                </a:solidFill>
                <a:latin typeface="Gill Sans"/>
                <a:ea typeface="Gill Sans"/>
                <a:cs typeface="Gill Sans"/>
                <a:sym typeface="Gill Sans"/>
              </a:defRPr>
            </a:lvl2pPr>
            <a:lvl3pPr lvl="2" marR="0" rtl="0" algn="l">
              <a:lnSpc>
                <a:spcPct val="100000"/>
              </a:lnSpc>
              <a:spcBef>
                <a:spcPts val="400"/>
              </a:spcBef>
              <a:spcAft>
                <a:spcPts val="0"/>
              </a:spcAft>
              <a:buClr>
                <a:srgbClr val="168FDF"/>
              </a:buClr>
              <a:buSzPts val="1800"/>
              <a:buFont typeface="Helvetica Neue"/>
              <a:buChar char="›"/>
              <a:defRPr b="0" i="0" sz="1800" u="none" cap="none" strike="noStrike">
                <a:solidFill>
                  <a:srgbClr val="2F2F2F"/>
                </a:solidFill>
                <a:latin typeface="Gill Sans"/>
                <a:ea typeface="Gill Sans"/>
                <a:cs typeface="Gill Sans"/>
                <a:sym typeface="Gill Sans"/>
              </a:defRPr>
            </a:lvl3pPr>
            <a:lvl4pPr lvl="3" marR="0" rtl="0" algn="l">
              <a:lnSpc>
                <a:spcPct val="100000"/>
              </a:lnSpc>
              <a:spcBef>
                <a:spcPts val="400"/>
              </a:spcBef>
              <a:spcAft>
                <a:spcPts val="0"/>
              </a:spcAft>
              <a:buClr>
                <a:srgbClr val="168FDF"/>
              </a:buClr>
              <a:buSzPts val="1700"/>
              <a:buFont typeface="Helvetica Neue"/>
              <a:buChar char="›"/>
              <a:defRPr b="0" i="0" sz="1700" u="none" cap="none" strike="noStrike">
                <a:solidFill>
                  <a:srgbClr val="2F2F2F"/>
                </a:solidFill>
                <a:latin typeface="Gill Sans"/>
                <a:ea typeface="Gill Sans"/>
                <a:cs typeface="Gill Sans"/>
                <a:sym typeface="Gill Sans"/>
              </a:defRPr>
            </a:lvl4pPr>
            <a:lvl5pPr lvl="4" marR="0" rtl="0" algn="l">
              <a:lnSpc>
                <a:spcPct val="100000"/>
              </a:lnSpc>
              <a:spcBef>
                <a:spcPts val="400"/>
              </a:spcBef>
              <a:spcAft>
                <a:spcPts val="0"/>
              </a:spcAft>
              <a:buClr>
                <a:srgbClr val="168FDF"/>
              </a:buClr>
              <a:buSzPts val="1500"/>
              <a:buFont typeface="Helvetica Neue"/>
              <a:buChar char="›"/>
              <a:defRPr b="0" i="0" sz="1500" u="none" cap="none" strike="noStrike">
                <a:solidFill>
                  <a:srgbClr val="2F2F2F"/>
                </a:solidFill>
                <a:latin typeface="Gill Sans"/>
                <a:ea typeface="Gill Sans"/>
                <a:cs typeface="Gill Sans"/>
                <a:sym typeface="Gill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sp>
        <p:nvSpPr>
          <p:cNvPr id="646" name="Google Shape;646;p102"/>
          <p:cNvSpPr/>
          <p:nvPr>
            <p:ph idx="3" type="pic"/>
          </p:nvPr>
        </p:nvSpPr>
        <p:spPr>
          <a:xfrm>
            <a:off x="4571462" y="1054930"/>
            <a:ext cx="4097700" cy="3617100"/>
          </a:xfrm>
          <a:prstGeom prst="rect">
            <a:avLst/>
          </a:prstGeom>
          <a:solidFill>
            <a:schemeClr val="lt1"/>
          </a:solidFill>
          <a:ln>
            <a:noFill/>
          </a:ln>
        </p:spPr>
        <p:txBody>
          <a:bodyPr anchorCtr="0" anchor="t" bIns="34275" lIns="68575" spcFirstLastPara="1" rIns="68575" wrap="square" tIns="34275">
            <a:noAutofit/>
          </a:bodyPr>
          <a:lstStyle>
            <a:lvl1pPr lvl="0" marR="0" rtl="0" algn="l">
              <a:lnSpc>
                <a:spcPct val="100000"/>
              </a:lnSpc>
              <a:spcBef>
                <a:spcPts val="800"/>
              </a:spcBef>
              <a:spcAft>
                <a:spcPts val="0"/>
              </a:spcAft>
              <a:buClr>
                <a:srgbClr val="168FDF"/>
              </a:buClr>
              <a:buSzPts val="2100"/>
              <a:buFont typeface="Helvetica Neue"/>
              <a:buChar char="›"/>
              <a:defRPr b="0" i="0" sz="2100" u="none" cap="none" strike="noStrike">
                <a:solidFill>
                  <a:srgbClr val="2F2F2F"/>
                </a:solidFill>
                <a:latin typeface="Gill Sans"/>
                <a:ea typeface="Gill Sans"/>
                <a:cs typeface="Gill Sans"/>
                <a:sym typeface="Gill Sans"/>
              </a:defRPr>
            </a:lvl1pPr>
            <a:lvl2pPr lvl="1" marR="0" rtl="0" algn="l">
              <a:lnSpc>
                <a:spcPct val="100000"/>
              </a:lnSpc>
              <a:spcBef>
                <a:spcPts val="400"/>
              </a:spcBef>
              <a:spcAft>
                <a:spcPts val="0"/>
              </a:spcAft>
              <a:buClr>
                <a:srgbClr val="168FDF"/>
              </a:buClr>
              <a:buSzPts val="2000"/>
              <a:buFont typeface="Helvetica Neue"/>
              <a:buChar char="›"/>
              <a:defRPr b="0" i="0" sz="2000" u="none" cap="none" strike="noStrike">
                <a:solidFill>
                  <a:srgbClr val="2F2F2F"/>
                </a:solidFill>
                <a:latin typeface="Gill Sans"/>
                <a:ea typeface="Gill Sans"/>
                <a:cs typeface="Gill Sans"/>
                <a:sym typeface="Gill Sans"/>
              </a:defRPr>
            </a:lvl2pPr>
            <a:lvl3pPr lvl="2" marR="0" rtl="0" algn="l">
              <a:lnSpc>
                <a:spcPct val="100000"/>
              </a:lnSpc>
              <a:spcBef>
                <a:spcPts val="400"/>
              </a:spcBef>
              <a:spcAft>
                <a:spcPts val="0"/>
              </a:spcAft>
              <a:buClr>
                <a:srgbClr val="168FDF"/>
              </a:buClr>
              <a:buSzPts val="1800"/>
              <a:buFont typeface="Helvetica Neue"/>
              <a:buChar char="›"/>
              <a:defRPr b="0" i="0" sz="1800" u="none" cap="none" strike="noStrike">
                <a:solidFill>
                  <a:srgbClr val="2F2F2F"/>
                </a:solidFill>
                <a:latin typeface="Gill Sans"/>
                <a:ea typeface="Gill Sans"/>
                <a:cs typeface="Gill Sans"/>
                <a:sym typeface="Gill Sans"/>
              </a:defRPr>
            </a:lvl3pPr>
            <a:lvl4pPr lvl="3" marR="0" rtl="0" algn="l">
              <a:lnSpc>
                <a:spcPct val="100000"/>
              </a:lnSpc>
              <a:spcBef>
                <a:spcPts val="400"/>
              </a:spcBef>
              <a:spcAft>
                <a:spcPts val="0"/>
              </a:spcAft>
              <a:buClr>
                <a:srgbClr val="168FDF"/>
              </a:buClr>
              <a:buSzPts val="1700"/>
              <a:buFont typeface="Helvetica Neue"/>
              <a:buChar char="›"/>
              <a:defRPr b="0" i="0" sz="1700" u="none" cap="none" strike="noStrike">
                <a:solidFill>
                  <a:srgbClr val="2F2F2F"/>
                </a:solidFill>
                <a:latin typeface="Gill Sans"/>
                <a:ea typeface="Gill Sans"/>
                <a:cs typeface="Gill Sans"/>
                <a:sym typeface="Gill Sans"/>
              </a:defRPr>
            </a:lvl4pPr>
            <a:lvl5pPr lvl="4" marR="0" rtl="0" algn="l">
              <a:lnSpc>
                <a:spcPct val="100000"/>
              </a:lnSpc>
              <a:spcBef>
                <a:spcPts val="400"/>
              </a:spcBef>
              <a:spcAft>
                <a:spcPts val="0"/>
              </a:spcAft>
              <a:buClr>
                <a:srgbClr val="168FDF"/>
              </a:buClr>
              <a:buSzPts val="1500"/>
              <a:buFont typeface="Helvetica Neue"/>
              <a:buChar char="›"/>
              <a:defRPr b="0" i="0" sz="1500" u="none" cap="none" strike="noStrike">
                <a:solidFill>
                  <a:srgbClr val="2F2F2F"/>
                </a:solidFill>
                <a:latin typeface="Gill Sans"/>
                <a:ea typeface="Gill Sans"/>
                <a:cs typeface="Gill Sans"/>
                <a:sym typeface="Gill Sans"/>
              </a:defRPr>
            </a:lvl5pPr>
            <a:lvl6pPr lvl="5"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sp>
        <p:nvSpPr>
          <p:cNvPr id="647" name="Google Shape;647;p102"/>
          <p:cNvSpPr txBox="1"/>
          <p:nvPr>
            <p:ph idx="10" type="dt"/>
          </p:nvPr>
        </p:nvSpPr>
        <p:spPr>
          <a:xfrm>
            <a:off x="8049827" y="4937760"/>
            <a:ext cx="811800" cy="2058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900">
                <a:solidFill>
                  <a:schemeClr val="dk1"/>
                </a:solidFill>
                <a:latin typeface="Gill Sans"/>
                <a:ea typeface="Gill Sans"/>
                <a:cs typeface="Gill Sans"/>
                <a:sym typeface="Gill Sans"/>
              </a:defRPr>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5.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8.xml"/><Relationship Id="rId22" Type="http://schemas.openxmlformats.org/officeDocument/2006/relationships/slideLayout" Target="../slideLayouts/slideLayout50.xml"/><Relationship Id="rId21" Type="http://schemas.openxmlformats.org/officeDocument/2006/relationships/slideLayout" Target="../slideLayouts/slideLayout49.xml"/><Relationship Id="rId24" Type="http://schemas.openxmlformats.org/officeDocument/2006/relationships/slideLayout" Target="../slideLayouts/slideLayout52.xml"/><Relationship Id="rId23" Type="http://schemas.openxmlformats.org/officeDocument/2006/relationships/slideLayout" Target="../slideLayouts/slideLayout51.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26" Type="http://schemas.openxmlformats.org/officeDocument/2006/relationships/slideLayout" Target="../slideLayouts/slideLayout54.xml"/><Relationship Id="rId25" Type="http://schemas.openxmlformats.org/officeDocument/2006/relationships/slideLayout" Target="../slideLayouts/slideLayout53.xml"/><Relationship Id="rId28" Type="http://schemas.openxmlformats.org/officeDocument/2006/relationships/slideLayout" Target="../slideLayouts/slideLayout56.xml"/><Relationship Id="rId27" Type="http://schemas.openxmlformats.org/officeDocument/2006/relationships/slideLayout" Target="../slideLayouts/slideLayout55.xml"/><Relationship Id="rId5" Type="http://schemas.openxmlformats.org/officeDocument/2006/relationships/slideLayout" Target="../slideLayouts/slideLayout33.xml"/><Relationship Id="rId6" Type="http://schemas.openxmlformats.org/officeDocument/2006/relationships/slideLayout" Target="../slideLayouts/slideLayout34.xml"/><Relationship Id="rId29" Type="http://schemas.openxmlformats.org/officeDocument/2006/relationships/slideLayout" Target="../slideLayouts/slideLayout57.xml"/><Relationship Id="rId7" Type="http://schemas.openxmlformats.org/officeDocument/2006/relationships/slideLayout" Target="../slideLayouts/slideLayout35.xml"/><Relationship Id="rId8" Type="http://schemas.openxmlformats.org/officeDocument/2006/relationships/slideLayout" Target="../slideLayouts/slideLayout36.xml"/><Relationship Id="rId30" Type="http://schemas.openxmlformats.org/officeDocument/2006/relationships/theme" Target="../theme/theme3.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slideLayout" Target="../slideLayouts/slideLayout45.xml"/><Relationship Id="rId16" Type="http://schemas.openxmlformats.org/officeDocument/2006/relationships/slideLayout" Target="../slideLayouts/slideLayout44.xml"/><Relationship Id="rId19" Type="http://schemas.openxmlformats.org/officeDocument/2006/relationships/slideLayout" Target="../slideLayouts/slideLayout47.xml"/><Relationship Id="rId18"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11" Type="http://schemas.openxmlformats.org/officeDocument/2006/relationships/slideLayout" Target="../slideLayouts/slideLayout68.xml"/><Relationship Id="rId10" Type="http://schemas.openxmlformats.org/officeDocument/2006/relationships/slideLayout" Target="../slideLayouts/slideLayout67.xml"/><Relationship Id="rId13" Type="http://schemas.openxmlformats.org/officeDocument/2006/relationships/slideLayout" Target="../slideLayouts/slideLayout70.xml"/><Relationship Id="rId12" Type="http://schemas.openxmlformats.org/officeDocument/2006/relationships/slideLayout" Target="../slideLayouts/slideLayout69.xml"/><Relationship Id="rId15" Type="http://schemas.openxmlformats.org/officeDocument/2006/relationships/slideLayout" Target="../slideLayouts/slideLayout72.xml"/><Relationship Id="rId14" Type="http://schemas.openxmlformats.org/officeDocument/2006/relationships/slideLayout" Target="../slideLayouts/slideLayout71.xml"/><Relationship Id="rId16"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92.xml"/><Relationship Id="rId22" Type="http://schemas.openxmlformats.org/officeDocument/2006/relationships/slideLayout" Target="../slideLayouts/slideLayout94.xml"/><Relationship Id="rId21" Type="http://schemas.openxmlformats.org/officeDocument/2006/relationships/slideLayout" Target="../slideLayouts/slideLayout93.xml"/><Relationship Id="rId24" Type="http://schemas.openxmlformats.org/officeDocument/2006/relationships/slideLayout" Target="../slideLayouts/slideLayout96.xml"/><Relationship Id="rId23" Type="http://schemas.openxmlformats.org/officeDocument/2006/relationships/slideLayout" Target="../slideLayouts/slideLayout95.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26" Type="http://schemas.openxmlformats.org/officeDocument/2006/relationships/theme" Target="../theme/theme2.xml"/><Relationship Id="rId25" Type="http://schemas.openxmlformats.org/officeDocument/2006/relationships/slideLayout" Target="../slideLayouts/slideLayout97.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slideLayout" Target="../slideLayouts/slideLayout85.xml"/><Relationship Id="rId12" Type="http://schemas.openxmlformats.org/officeDocument/2006/relationships/slideLayout" Target="../slideLayouts/slideLayout84.xml"/><Relationship Id="rId15" Type="http://schemas.openxmlformats.org/officeDocument/2006/relationships/slideLayout" Target="../slideLayouts/slideLayout87.xml"/><Relationship Id="rId14" Type="http://schemas.openxmlformats.org/officeDocument/2006/relationships/slideLayout" Target="../slideLayouts/slideLayout86.xml"/><Relationship Id="rId17" Type="http://schemas.openxmlformats.org/officeDocument/2006/relationships/slideLayout" Target="../slideLayouts/slideLayout89.xml"/><Relationship Id="rId16" Type="http://schemas.openxmlformats.org/officeDocument/2006/relationships/slideLayout" Target="../slideLayouts/slideLayout88.xml"/><Relationship Id="rId19" Type="http://schemas.openxmlformats.org/officeDocument/2006/relationships/slideLayout" Target="../slideLayouts/slideLayout91.xml"/><Relationship Id="rId18"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33992" y="148858"/>
            <a:ext cx="7893793" cy="447163"/>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11" name="Google Shape;11;p1"/>
          <p:cNvSpPr txBox="1"/>
          <p:nvPr>
            <p:ph idx="1" type="body"/>
          </p:nvPr>
        </p:nvSpPr>
        <p:spPr>
          <a:xfrm>
            <a:off x="317500" y="943429"/>
            <a:ext cx="8369299" cy="3143193"/>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227785" y="4803546"/>
            <a:ext cx="580569" cy="27384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92" name="Google Shape;92;p1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indent="-317500" lvl="1" marL="9144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indent="-317500" lvl="2" marL="13716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indent="-317500" lvl="3" marL="18288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indent="-317500" lvl="4" marL="22860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indent="-317500" lvl="5" marL="27432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indent="-317500" lvl="6" marL="32004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indent="-317500" lvl="7" marL="36576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indent="-317500" lvl="8" marL="41148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p:txBody>
      </p:sp>
      <p:sp>
        <p:nvSpPr>
          <p:cNvPr id="93" name="Google Shape;93;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199" name="Shape 199"/>
        <p:cNvGrpSpPr/>
        <p:nvPr/>
      </p:nvGrpSpPr>
      <p:grpSpPr>
        <a:xfrm>
          <a:off x="0" y="0"/>
          <a:ext cx="0" cy="0"/>
          <a:chOff x="0" y="0"/>
          <a:chExt cx="0" cy="0"/>
        </a:xfrm>
      </p:grpSpPr>
      <p:sp>
        <p:nvSpPr>
          <p:cNvPr id="200" name="Google Shape;200;p3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201" name="Google Shape;201;p3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202" name="Google Shape;202;p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61"/>
          <p:cNvSpPr txBox="1"/>
          <p:nvPr>
            <p:ph type="title"/>
          </p:nvPr>
        </p:nvSpPr>
        <p:spPr>
          <a:xfrm>
            <a:off x="333992" y="148858"/>
            <a:ext cx="7893900" cy="44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262626"/>
              </a:buClr>
              <a:buSzPts val="3000"/>
              <a:buFont typeface="Gill Sans"/>
              <a:buNone/>
              <a:defRPr b="0" i="0" sz="3000" u="none" cap="none" strike="noStrike">
                <a:solidFill>
                  <a:srgbClr val="262626"/>
                </a:solidFill>
                <a:latin typeface="Gill Sans"/>
                <a:ea typeface="Gill Sans"/>
                <a:cs typeface="Gill Sans"/>
                <a:sym typeface="Gill Sans"/>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p:txBody>
      </p:sp>
      <p:sp>
        <p:nvSpPr>
          <p:cNvPr id="383" name="Google Shape;383;p61"/>
          <p:cNvSpPr txBox="1"/>
          <p:nvPr>
            <p:ph idx="1" type="body"/>
          </p:nvPr>
        </p:nvSpPr>
        <p:spPr>
          <a:xfrm>
            <a:off x="317500" y="943429"/>
            <a:ext cx="8369400" cy="31431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4" name="Google Shape;384;p61"/>
          <p:cNvSpPr txBox="1"/>
          <p:nvPr>
            <p:ph idx="12" type="sldNum"/>
          </p:nvPr>
        </p:nvSpPr>
        <p:spPr>
          <a:xfrm>
            <a:off x="8227785" y="4803546"/>
            <a:ext cx="5805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1pPr>
            <a:lvl2pPr indent="0" lvl="1"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2pPr>
            <a:lvl3pPr indent="0" lvl="2"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3pPr>
            <a:lvl4pPr indent="0" lvl="3"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4pPr>
            <a:lvl5pPr indent="0" lvl="4"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5pPr>
            <a:lvl6pPr indent="0" lvl="5"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6pPr>
            <a:lvl7pPr indent="0" lvl="6"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7pPr>
            <a:lvl8pPr indent="0" lvl="7"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8pPr>
            <a:lvl9pPr indent="0" lvl="8" marL="0" marR="0" rtl="0" algn="r">
              <a:lnSpc>
                <a:spcPct val="100000"/>
              </a:lnSpc>
              <a:spcBef>
                <a:spcPts val="0"/>
              </a:spcBef>
              <a:spcAft>
                <a:spcPts val="0"/>
              </a:spcAft>
              <a:buClr>
                <a:srgbClr val="001F8E"/>
              </a:buClr>
              <a:buSzPts val="250"/>
              <a:buFont typeface="Gill Sans"/>
              <a:buNone/>
              <a:defRPr b="0" i="0" sz="1000" u="none" cap="none" strike="noStrike">
                <a:solidFill>
                  <a:srgbClr val="001F8E"/>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482" name="Shape 482"/>
        <p:cNvGrpSpPr/>
        <p:nvPr/>
      </p:nvGrpSpPr>
      <p:grpSpPr>
        <a:xfrm>
          <a:off x="0" y="0"/>
          <a:ext cx="0" cy="0"/>
          <a:chOff x="0" y="0"/>
          <a:chExt cx="0" cy="0"/>
        </a:xfrm>
      </p:grpSpPr>
      <p:sp>
        <p:nvSpPr>
          <p:cNvPr id="483" name="Google Shape;483;p7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484" name="Google Shape;484;p7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Medium"/>
              <a:buChar char="●"/>
              <a:defRPr b="0" i="0" sz="1800" u="none" cap="none" strike="noStrike">
                <a:solidFill>
                  <a:schemeClr val="dk2"/>
                </a:solidFill>
                <a:latin typeface="Open Sans Medium"/>
                <a:ea typeface="Open Sans Medium"/>
                <a:cs typeface="Open Sans Medium"/>
                <a:sym typeface="Open Sans Medium"/>
              </a:defRPr>
            </a:lvl1pPr>
            <a:lvl2pPr indent="-317500" lvl="1" marL="914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2pPr>
            <a:lvl3pPr indent="-317500" lvl="2" marL="1371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3pPr>
            <a:lvl4pPr indent="-317500" lvl="3" marL="1828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4pPr>
            <a:lvl5pPr indent="-317500" lvl="4" marL="22860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5pPr>
            <a:lvl6pPr indent="-317500" lvl="5" marL="27432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6pPr>
            <a:lvl7pPr indent="-317500" lvl="6" marL="3200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7pPr>
            <a:lvl8pPr indent="-317500" lvl="7" marL="3657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8pPr>
            <a:lvl9pPr indent="-317500" lvl="8" marL="4114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9pPr>
          </a:lstStyle>
          <a:p/>
        </p:txBody>
      </p:sp>
      <p:sp>
        <p:nvSpPr>
          <p:cNvPr id="485" name="Google Shape;485;p7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linuxfoundation.org/antitrust-polic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3.png"/><Relationship Id="rId4" Type="http://schemas.openxmlformats.org/officeDocument/2006/relationships/image" Target="../media/image87.png"/><Relationship Id="rId5" Type="http://schemas.openxmlformats.org/officeDocument/2006/relationships/image" Target="../media/image63.png"/><Relationship Id="rId6" Type="http://schemas.openxmlformats.org/officeDocument/2006/relationships/image" Target="../media/image7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wheeler.com/sloccount/" TargetMode="External"/><Relationship Id="rId4" Type="http://schemas.openxmlformats.org/officeDocument/2006/relationships/image" Target="../media/image6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www.mckinsey.com/industries/technology-media-and-telecommunications/our-insights/developer-velocity-how-software-excellence-fuels-business-performan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8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wheeler.com/sloccount/" TargetMode="External"/><Relationship Id="rId4" Type="http://schemas.openxmlformats.org/officeDocument/2006/relationships/image" Target="../media/image10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www.mckinsey.com/industries/technology-media-and-telecommunications/our-insights/developer-velocity-how-software-excellence-fuels-business-performanc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2.png"/><Relationship Id="rId4" Type="http://schemas.openxmlformats.org/officeDocument/2006/relationships/image" Target="../media/image76.png"/><Relationship Id="rId5" Type="http://schemas.openxmlformats.org/officeDocument/2006/relationships/image" Target="../media/image98.png"/><Relationship Id="rId6" Type="http://schemas.openxmlformats.org/officeDocument/2006/relationships/image" Target="../media/image115.png"/><Relationship Id="rId7" Type="http://schemas.openxmlformats.org/officeDocument/2006/relationships/image" Target="../media/image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hyperlink" Target="https://openmainframeproject.org/our-projects/" TargetMode="External"/><Relationship Id="rId4" Type="http://schemas.openxmlformats.org/officeDocument/2006/relationships/image" Target="../media/image1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40" Type="http://schemas.openxmlformats.org/officeDocument/2006/relationships/image" Target="../media/image135.png"/><Relationship Id="rId84" Type="http://schemas.openxmlformats.org/officeDocument/2006/relationships/image" Target="../media/image169.png"/><Relationship Id="rId83" Type="http://schemas.openxmlformats.org/officeDocument/2006/relationships/image" Target="../media/image158.png"/><Relationship Id="rId42" Type="http://schemas.openxmlformats.org/officeDocument/2006/relationships/image" Target="../media/image120.png"/><Relationship Id="rId86" Type="http://schemas.openxmlformats.org/officeDocument/2006/relationships/image" Target="../media/image162.png"/><Relationship Id="rId41" Type="http://schemas.openxmlformats.org/officeDocument/2006/relationships/image" Target="../media/image112.png"/><Relationship Id="rId85" Type="http://schemas.openxmlformats.org/officeDocument/2006/relationships/image" Target="../media/image172.png"/><Relationship Id="rId44" Type="http://schemas.openxmlformats.org/officeDocument/2006/relationships/image" Target="../media/image116.png"/><Relationship Id="rId88" Type="http://schemas.openxmlformats.org/officeDocument/2006/relationships/image" Target="../media/image181.png"/><Relationship Id="rId43" Type="http://schemas.openxmlformats.org/officeDocument/2006/relationships/image" Target="../media/image121.png"/><Relationship Id="rId87" Type="http://schemas.openxmlformats.org/officeDocument/2006/relationships/image" Target="../media/image182.png"/><Relationship Id="rId46" Type="http://schemas.openxmlformats.org/officeDocument/2006/relationships/image" Target="../media/image138.png"/><Relationship Id="rId45" Type="http://schemas.openxmlformats.org/officeDocument/2006/relationships/image" Target="../media/image117.png"/><Relationship Id="rId89" Type="http://schemas.openxmlformats.org/officeDocument/2006/relationships/image" Target="../media/image166.png"/><Relationship Id="rId80" Type="http://schemas.openxmlformats.org/officeDocument/2006/relationships/image" Target="../media/image164.jpg"/><Relationship Id="rId82" Type="http://schemas.openxmlformats.org/officeDocument/2006/relationships/image" Target="../media/image163.png"/><Relationship Id="rId81" Type="http://schemas.openxmlformats.org/officeDocument/2006/relationships/image" Target="../media/image155.png"/><Relationship Id="rId1" Type="http://schemas.openxmlformats.org/officeDocument/2006/relationships/slideLayout" Target="../slideLayouts/slideLayout28.xml"/><Relationship Id="rId2" Type="http://schemas.openxmlformats.org/officeDocument/2006/relationships/notesSlide" Target="../notesSlides/notesSlide22.xml"/><Relationship Id="rId3"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141.png"/><Relationship Id="rId48" Type="http://schemas.openxmlformats.org/officeDocument/2006/relationships/image" Target="../media/image129.png"/><Relationship Id="rId47" Type="http://schemas.openxmlformats.org/officeDocument/2006/relationships/image" Target="../media/image146.png"/><Relationship Id="rId49" Type="http://schemas.openxmlformats.org/officeDocument/2006/relationships/image" Target="../media/image131.png"/><Relationship Id="rId5" Type="http://schemas.openxmlformats.org/officeDocument/2006/relationships/image" Target="../media/image84.png"/><Relationship Id="rId6" Type="http://schemas.openxmlformats.org/officeDocument/2006/relationships/image" Target="../media/image91.png"/><Relationship Id="rId7" Type="http://schemas.openxmlformats.org/officeDocument/2006/relationships/image" Target="../media/image85.png"/><Relationship Id="rId8" Type="http://schemas.openxmlformats.org/officeDocument/2006/relationships/image" Target="../media/image81.png"/><Relationship Id="rId73" Type="http://schemas.openxmlformats.org/officeDocument/2006/relationships/image" Target="../media/image165.png"/><Relationship Id="rId72" Type="http://schemas.openxmlformats.org/officeDocument/2006/relationships/image" Target="../media/image173.png"/><Relationship Id="rId31" Type="http://schemas.openxmlformats.org/officeDocument/2006/relationships/image" Target="../media/image142.png"/><Relationship Id="rId75" Type="http://schemas.openxmlformats.org/officeDocument/2006/relationships/image" Target="../media/image157.png"/><Relationship Id="rId30" Type="http://schemas.openxmlformats.org/officeDocument/2006/relationships/image" Target="../media/image126.png"/><Relationship Id="rId74" Type="http://schemas.openxmlformats.org/officeDocument/2006/relationships/image" Target="../media/image160.png"/><Relationship Id="rId33" Type="http://schemas.openxmlformats.org/officeDocument/2006/relationships/image" Target="../media/image102.png"/><Relationship Id="rId77" Type="http://schemas.openxmlformats.org/officeDocument/2006/relationships/image" Target="../media/image153.png"/><Relationship Id="rId32" Type="http://schemas.openxmlformats.org/officeDocument/2006/relationships/image" Target="../media/image107.png"/><Relationship Id="rId76" Type="http://schemas.openxmlformats.org/officeDocument/2006/relationships/image" Target="../media/image156.png"/><Relationship Id="rId35" Type="http://schemas.openxmlformats.org/officeDocument/2006/relationships/image" Target="../media/image111.png"/><Relationship Id="rId79" Type="http://schemas.openxmlformats.org/officeDocument/2006/relationships/image" Target="../media/image167.png"/><Relationship Id="rId34" Type="http://schemas.openxmlformats.org/officeDocument/2006/relationships/image" Target="../media/image189.png"/><Relationship Id="rId78" Type="http://schemas.openxmlformats.org/officeDocument/2006/relationships/image" Target="../media/image161.png"/><Relationship Id="rId71" Type="http://schemas.openxmlformats.org/officeDocument/2006/relationships/image" Target="../media/image177.png"/><Relationship Id="rId70" Type="http://schemas.openxmlformats.org/officeDocument/2006/relationships/image" Target="../media/image147.png"/><Relationship Id="rId37" Type="http://schemas.openxmlformats.org/officeDocument/2006/relationships/image" Target="../media/image118.png"/><Relationship Id="rId36" Type="http://schemas.openxmlformats.org/officeDocument/2006/relationships/image" Target="../media/image119.png"/><Relationship Id="rId39" Type="http://schemas.openxmlformats.org/officeDocument/2006/relationships/image" Target="../media/image124.png"/><Relationship Id="rId38" Type="http://schemas.openxmlformats.org/officeDocument/2006/relationships/image" Target="../media/image123.png"/><Relationship Id="rId62" Type="http://schemas.openxmlformats.org/officeDocument/2006/relationships/image" Target="../media/image132.png"/><Relationship Id="rId61" Type="http://schemas.openxmlformats.org/officeDocument/2006/relationships/image" Target="../media/image140.png"/><Relationship Id="rId20" Type="http://schemas.openxmlformats.org/officeDocument/2006/relationships/image" Target="../media/image130.png"/><Relationship Id="rId64" Type="http://schemas.openxmlformats.org/officeDocument/2006/relationships/image" Target="../media/image143.png"/><Relationship Id="rId63" Type="http://schemas.openxmlformats.org/officeDocument/2006/relationships/image" Target="../media/image168.png"/><Relationship Id="rId22" Type="http://schemas.openxmlformats.org/officeDocument/2006/relationships/image" Target="../media/image113.png"/><Relationship Id="rId66" Type="http://schemas.openxmlformats.org/officeDocument/2006/relationships/image" Target="../media/image145.png"/><Relationship Id="rId21" Type="http://schemas.openxmlformats.org/officeDocument/2006/relationships/image" Target="../media/image95.png"/><Relationship Id="rId65" Type="http://schemas.openxmlformats.org/officeDocument/2006/relationships/image" Target="../media/image159.png"/><Relationship Id="rId24" Type="http://schemas.openxmlformats.org/officeDocument/2006/relationships/image" Target="../media/image104.png"/><Relationship Id="rId68" Type="http://schemas.openxmlformats.org/officeDocument/2006/relationships/image" Target="../media/image144.png"/><Relationship Id="rId23" Type="http://schemas.openxmlformats.org/officeDocument/2006/relationships/image" Target="../media/image128.png"/><Relationship Id="rId67" Type="http://schemas.openxmlformats.org/officeDocument/2006/relationships/image" Target="../media/image151.png"/><Relationship Id="rId60" Type="http://schemas.openxmlformats.org/officeDocument/2006/relationships/image" Target="../media/image139.png"/><Relationship Id="rId26" Type="http://schemas.openxmlformats.org/officeDocument/2006/relationships/image" Target="../media/image100.png"/><Relationship Id="rId25" Type="http://schemas.openxmlformats.org/officeDocument/2006/relationships/image" Target="../media/image109.png"/><Relationship Id="rId69" Type="http://schemas.openxmlformats.org/officeDocument/2006/relationships/image" Target="../media/image150.png"/><Relationship Id="rId28" Type="http://schemas.openxmlformats.org/officeDocument/2006/relationships/image" Target="../media/image108.png"/><Relationship Id="rId27" Type="http://schemas.openxmlformats.org/officeDocument/2006/relationships/image" Target="../media/image99.png"/><Relationship Id="rId29" Type="http://schemas.openxmlformats.org/officeDocument/2006/relationships/image" Target="../media/image110.png"/><Relationship Id="rId51" Type="http://schemas.openxmlformats.org/officeDocument/2006/relationships/image" Target="../media/image125.png"/><Relationship Id="rId50" Type="http://schemas.openxmlformats.org/officeDocument/2006/relationships/image" Target="../media/image122.png"/><Relationship Id="rId53" Type="http://schemas.openxmlformats.org/officeDocument/2006/relationships/image" Target="../media/image127.png"/><Relationship Id="rId52" Type="http://schemas.openxmlformats.org/officeDocument/2006/relationships/image" Target="../media/image134.png"/><Relationship Id="rId11" Type="http://schemas.openxmlformats.org/officeDocument/2006/relationships/image" Target="../media/image103.png"/><Relationship Id="rId55" Type="http://schemas.openxmlformats.org/officeDocument/2006/relationships/image" Target="../media/image154.png"/><Relationship Id="rId10" Type="http://schemas.openxmlformats.org/officeDocument/2006/relationships/image" Target="../media/image92.png"/><Relationship Id="rId54" Type="http://schemas.openxmlformats.org/officeDocument/2006/relationships/image" Target="../media/image133.png"/><Relationship Id="rId13" Type="http://schemas.openxmlformats.org/officeDocument/2006/relationships/image" Target="../media/image89.png"/><Relationship Id="rId57" Type="http://schemas.openxmlformats.org/officeDocument/2006/relationships/image" Target="../media/image148.png"/><Relationship Id="rId12" Type="http://schemas.openxmlformats.org/officeDocument/2006/relationships/image" Target="../media/image97.png"/><Relationship Id="rId56" Type="http://schemas.openxmlformats.org/officeDocument/2006/relationships/image" Target="../media/image149.png"/><Relationship Id="rId15" Type="http://schemas.openxmlformats.org/officeDocument/2006/relationships/image" Target="../media/image90.png"/><Relationship Id="rId59" Type="http://schemas.openxmlformats.org/officeDocument/2006/relationships/image" Target="../media/image137.png"/><Relationship Id="rId14" Type="http://schemas.openxmlformats.org/officeDocument/2006/relationships/image" Target="../media/image88.png"/><Relationship Id="rId58" Type="http://schemas.openxmlformats.org/officeDocument/2006/relationships/image" Target="../media/image152.png"/><Relationship Id="rId17" Type="http://schemas.openxmlformats.org/officeDocument/2006/relationships/image" Target="../media/image105.png"/><Relationship Id="rId16" Type="http://schemas.openxmlformats.org/officeDocument/2006/relationships/image" Target="../media/image96.jpg"/><Relationship Id="rId19" Type="http://schemas.openxmlformats.org/officeDocument/2006/relationships/image" Target="../media/image93.png"/><Relationship Id="rId18" Type="http://schemas.openxmlformats.org/officeDocument/2006/relationships/image" Target="../media/image10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landscape.openmainframeproject.org/projects" TargetMode="External"/><Relationship Id="rId4" Type="http://schemas.openxmlformats.org/officeDocument/2006/relationships/image" Target="../media/image18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landscape.openmainframeproject.org/open-source-ecosystem" TargetMode="External"/><Relationship Id="rId4" Type="http://schemas.openxmlformats.org/officeDocument/2006/relationships/image" Target="../media/image18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10.png"/><Relationship Id="rId4" Type="http://schemas.openxmlformats.org/officeDocument/2006/relationships/image" Target="../media/image175.png"/><Relationship Id="rId5" Type="http://schemas.openxmlformats.org/officeDocument/2006/relationships/image" Target="../media/image193.png"/><Relationship Id="rId6" Type="http://schemas.openxmlformats.org/officeDocument/2006/relationships/image" Target="../media/image18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07.png"/><Relationship Id="rId4" Type="http://schemas.openxmlformats.org/officeDocument/2006/relationships/image" Target="../media/image176.png"/><Relationship Id="rId9" Type="http://schemas.openxmlformats.org/officeDocument/2006/relationships/hyperlink" Target="https://github.com/openmainframeproject/cobol-programming-course" TargetMode="External"/><Relationship Id="rId5" Type="http://schemas.openxmlformats.org/officeDocument/2006/relationships/hyperlink" Target="https://www.openmainframeproject.org/all-projects/cobolprogrammingcourse" TargetMode="External"/><Relationship Id="rId6" Type="http://schemas.openxmlformats.org/officeDocument/2006/relationships/hyperlink" Target="https://community.openmainframeproject.org/c/cobol-technical-questions/16" TargetMode="External"/><Relationship Id="rId7" Type="http://schemas.openxmlformats.org/officeDocument/2006/relationships/hyperlink" Target="https://www.openmainframeproject.org/all-projects/cobol-working-group" TargetMode="External"/><Relationship Id="rId8" Type="http://schemas.openxmlformats.org/officeDocument/2006/relationships/hyperlink" Target="https://community.openmainframeproject.org/c/calling-all-cobol-programmers/1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dt.openmainframeproject.org" TargetMode="External"/><Relationship Id="rId4" Type="http://schemas.openxmlformats.org/officeDocument/2006/relationships/image" Target="../media/image86.png"/><Relationship Id="rId9" Type="http://schemas.openxmlformats.org/officeDocument/2006/relationships/image" Target="../media/image178.png"/><Relationship Id="rId5" Type="http://schemas.openxmlformats.org/officeDocument/2006/relationships/image" Target="../media/image174.png"/><Relationship Id="rId6" Type="http://schemas.openxmlformats.org/officeDocument/2006/relationships/image" Target="../media/image184.png"/><Relationship Id="rId7" Type="http://schemas.openxmlformats.org/officeDocument/2006/relationships/image" Target="../media/image191.png"/><Relationship Id="rId8" Type="http://schemas.openxmlformats.org/officeDocument/2006/relationships/image" Target="../media/image17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09.png"/><Relationship Id="rId4" Type="http://schemas.openxmlformats.org/officeDocument/2006/relationships/image" Target="../media/image19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183.png"/><Relationship Id="rId4" Type="http://schemas.openxmlformats.org/officeDocument/2006/relationships/image" Target="../media/image190.png"/><Relationship Id="rId5" Type="http://schemas.openxmlformats.org/officeDocument/2006/relationships/image" Target="../media/image18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11.png"/><Relationship Id="rId4" Type="http://schemas.openxmlformats.org/officeDocument/2006/relationships/image" Target="../media/image187.png"/><Relationship Id="rId5" Type="http://schemas.openxmlformats.org/officeDocument/2006/relationships/image" Target="../media/image207.png"/><Relationship Id="rId6" Type="http://schemas.openxmlformats.org/officeDocument/2006/relationships/image" Target="../media/image222.png"/><Relationship Id="rId7" Type="http://schemas.openxmlformats.org/officeDocument/2006/relationships/image" Target="../media/image210.png"/><Relationship Id="rId8" Type="http://schemas.openxmlformats.org/officeDocument/2006/relationships/hyperlink" Target="https://www.openmainframeproject.org/blog/2022/12/16/open-mainframe-use-case-bankdata"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www.youtube.com/playlist?list=PL8REpLGaY9QH3kKxJrYxEbRl45UUzNvAN" TargetMode="External"/><Relationship Id="rId4" Type="http://schemas.openxmlformats.org/officeDocument/2006/relationships/image" Target="../media/image204.jpg"/><Relationship Id="rId9" Type="http://schemas.openxmlformats.org/officeDocument/2006/relationships/image" Target="../media/image203.png"/><Relationship Id="rId5" Type="http://schemas.openxmlformats.org/officeDocument/2006/relationships/image" Target="../media/image205.jpg"/><Relationship Id="rId6" Type="http://schemas.openxmlformats.org/officeDocument/2006/relationships/image" Target="../media/image199.png"/><Relationship Id="rId7" Type="http://schemas.openxmlformats.org/officeDocument/2006/relationships/image" Target="../media/image198.png"/><Relationship Id="rId8" Type="http://schemas.openxmlformats.org/officeDocument/2006/relationships/image" Target="../media/image200.png"/><Relationship Id="rId10" Type="http://schemas.openxmlformats.org/officeDocument/2006/relationships/hyperlink" Target="https://www.openmainframeproject.org/category/diversity-inclusi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1.png"/><Relationship Id="rId4" Type="http://schemas.openxmlformats.org/officeDocument/2006/relationships/image" Target="../media/image202.png"/><Relationship Id="rId5" Type="http://schemas.openxmlformats.org/officeDocument/2006/relationships/image" Target="../media/image194.png"/><Relationship Id="rId6" Type="http://schemas.openxmlformats.org/officeDocument/2006/relationships/image" Target="../media/image19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openmainframeproject.org/podcast" TargetMode="External"/><Relationship Id="rId4" Type="http://schemas.openxmlformats.org/officeDocument/2006/relationships/image" Target="../media/image197.png"/><Relationship Id="rId5" Type="http://schemas.openxmlformats.org/officeDocument/2006/relationships/image" Target="../media/image195.png"/><Relationship Id="rId6" Type="http://schemas.openxmlformats.org/officeDocument/2006/relationships/image" Target="../media/image226.png"/><Relationship Id="rId7" Type="http://schemas.openxmlformats.org/officeDocument/2006/relationships/image" Target="../media/image2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9.jpg"/><Relationship Id="rId4" Type="http://schemas.openxmlformats.org/officeDocument/2006/relationships/image" Target="../media/image206.png"/><Relationship Id="rId5" Type="http://schemas.openxmlformats.org/officeDocument/2006/relationships/image" Target="../media/image213.png"/><Relationship Id="rId6" Type="http://schemas.openxmlformats.org/officeDocument/2006/relationships/image" Target="../media/image208.png"/><Relationship Id="rId7" Type="http://schemas.openxmlformats.org/officeDocument/2006/relationships/image" Target="../media/image2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www.openmainframeproject.org/projects/zowe/conformance" TargetMode="External"/><Relationship Id="rId4" Type="http://schemas.openxmlformats.org/officeDocument/2006/relationships/hyperlink" Target="https://www.openmainframeproject.org/projects/zowe/conformant-support-provider" TargetMode="External"/><Relationship Id="rId5" Type="http://schemas.openxmlformats.org/officeDocument/2006/relationships/hyperlink" Target="https://www.openmainframeproject.org/projects/zowe/conformance" TargetMode="External"/><Relationship Id="rId6" Type="http://schemas.openxmlformats.org/officeDocument/2006/relationships/image" Target="../media/image254.png"/><Relationship Id="rId7" Type="http://schemas.openxmlformats.org/officeDocument/2006/relationships/image" Target="../media/image25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tac.openmainframeproject.org/engagement/" TargetMode="External"/><Relationship Id="rId4" Type="http://schemas.openxmlformats.org/officeDocument/2006/relationships/image" Target="../media/image2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0.xml"/><Relationship Id="rId3" Type="http://schemas.openxmlformats.org/officeDocument/2006/relationships/hyperlink" Target="https://www.linkedin.com/company/the-open-mainframe-project" TargetMode="External"/><Relationship Id="rId4" Type="http://schemas.openxmlformats.org/officeDocument/2006/relationships/hyperlink" Target="https://twitter.com/OpenMFProject" TargetMode="External"/><Relationship Id="rId5" Type="http://schemas.openxmlformats.org/officeDocument/2006/relationships/image" Target="../media/image212.png"/><Relationship Id="rId6" Type="http://schemas.openxmlformats.org/officeDocument/2006/relationships/image" Target="../media/image215.png"/><Relationship Id="rId7" Type="http://schemas.openxmlformats.org/officeDocument/2006/relationships/hyperlink" Target="https://www.openmainframeproject.org/resources/newslette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hyperlink" Target="https://www.openmainframeproject.org/join" TargetMode="External"/><Relationship Id="rId4" Type="http://schemas.openxmlformats.org/officeDocument/2006/relationships/image" Target="../media/image2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2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2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23.jpg"/><Relationship Id="rId4" Type="http://schemas.openxmlformats.org/officeDocument/2006/relationships/hyperlink" Target="https://openmainframeproject.org/projects" TargetMode="External"/><Relationship Id="rId5" Type="http://schemas.openxmlformats.org/officeDocument/2006/relationships/hyperlink" Target="https://landscape.openmainframeproject.org/" TargetMode="External"/><Relationship Id="rId6" Type="http://schemas.openxmlformats.org/officeDocument/2006/relationships/hyperlink" Target="https://openmainframeproject.org/events" TargetMode="External"/><Relationship Id="rId7" Type="http://schemas.openxmlformats.org/officeDocument/2006/relationships/hyperlink" Target="https://www.openmainframeproject.org/news" TargetMode="External"/><Relationship Id="rId8"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www.linux.com/" TargetMode="External"/><Relationship Id="rId4" Type="http://schemas.openxmlformats.org/officeDocument/2006/relationships/hyperlink" Target="https://www.tfir.io/" TargetMode="External"/><Relationship Id="rId9" Type="http://schemas.openxmlformats.org/officeDocument/2006/relationships/hyperlink" Target="https://www.openmainframeproject.org/news/blog" TargetMode="External"/><Relationship Id="rId5" Type="http://schemas.openxmlformats.org/officeDocument/2006/relationships/hyperlink" Target="https://techchannel.com/" TargetMode="External"/><Relationship Id="rId6" Type="http://schemas.openxmlformats.org/officeDocument/2006/relationships/hyperlink" Target="https://mediaops.com/" TargetMode="External"/><Relationship Id="rId7" Type="http://schemas.openxmlformats.org/officeDocument/2006/relationships/hyperlink" Target="https://www.openmainframeproject.org/about/members" TargetMode="External"/><Relationship Id="rId8" Type="http://schemas.openxmlformats.org/officeDocument/2006/relationships/hyperlink" Target="https://www.linuxfoundation.org/our-members-are-our-superpower-2/" TargetMode="External"/><Relationship Id="rId11" Type="http://schemas.openxmlformats.org/officeDocument/2006/relationships/hyperlink" Target="https://www.linux.com/" TargetMode="External"/><Relationship Id="rId10" Type="http://schemas.openxmlformats.org/officeDocument/2006/relationships/hyperlink" Target="https://www.openmainframeproject.org/news/podcast" TargetMode="External"/><Relationship Id="rId13" Type="http://schemas.openxmlformats.org/officeDocument/2006/relationships/image" Target="../media/image235.png"/><Relationship Id="rId12" Type="http://schemas.openxmlformats.org/officeDocument/2006/relationships/image" Target="../media/image252.png"/><Relationship Id="rId15" Type="http://schemas.openxmlformats.org/officeDocument/2006/relationships/image" Target="../media/image238.png"/><Relationship Id="rId14" Type="http://schemas.openxmlformats.org/officeDocument/2006/relationships/image" Target="../media/image224.png"/><Relationship Id="rId17" Type="http://schemas.openxmlformats.org/officeDocument/2006/relationships/image" Target="../media/image227.png"/><Relationship Id="rId16" Type="http://schemas.openxmlformats.org/officeDocument/2006/relationships/image" Target="../media/image242.png"/><Relationship Id="rId19" Type="http://schemas.openxmlformats.org/officeDocument/2006/relationships/image" Target="../media/image230.png"/><Relationship Id="rId18" Type="http://schemas.openxmlformats.org/officeDocument/2006/relationships/image" Target="../media/image2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events.linuxfoundation.org/lf-member-summit/" TargetMode="External"/><Relationship Id="rId4" Type="http://schemas.openxmlformats.org/officeDocument/2006/relationships/hyperlink" Target="https://events.linuxfoundation.org/" TargetMode="External"/><Relationship Id="rId5" Type="http://schemas.openxmlformats.org/officeDocument/2006/relationships/hyperlink" Target="https://events.linuxfoundation.org/about/sponsor/" TargetMode="External"/><Relationship Id="rId6" Type="http://schemas.openxmlformats.org/officeDocument/2006/relationships/hyperlink" Target="https://events.linuxfoundation.org/open-mainframe-summit/" TargetMode="External"/><Relationship Id="rId7" Type="http://schemas.openxmlformats.org/officeDocument/2006/relationships/image" Target="../media/image225.png"/><Relationship Id="rId8" Type="http://schemas.openxmlformats.org/officeDocument/2006/relationships/image" Target="../media/image2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www.openmainframeproject.org/projects/zowe/conformance" TargetMode="External"/><Relationship Id="rId4" Type="http://schemas.openxmlformats.org/officeDocument/2006/relationships/hyperlink" Target="https://www.openmainframeproject.org/projects/zowe/conformant-support-provider" TargetMode="External"/><Relationship Id="rId5" Type="http://schemas.openxmlformats.org/officeDocument/2006/relationships/hyperlink" Target="https://www.openmainframeproject.org/projects/zowe/conformance" TargetMode="External"/><Relationship Id="rId6" Type="http://schemas.openxmlformats.org/officeDocument/2006/relationships/image" Target="../media/image254.png"/><Relationship Id="rId7" Type="http://schemas.openxmlformats.org/officeDocument/2006/relationships/image" Target="../media/image2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0.xml"/><Relationship Id="rId3" Type="http://schemas.openxmlformats.org/officeDocument/2006/relationships/hyperlink" Target="https://www.openmainframeproject.org/resources/careers" TargetMode="External"/><Relationship Id="rId4" Type="http://schemas.openxmlformats.org/officeDocument/2006/relationships/hyperlink" Target="https://jira.linuxfoundation.org/plugins/servlet/desk/portal/23/create/498" TargetMode="External"/><Relationship Id="rId5" Type="http://schemas.openxmlformats.org/officeDocument/2006/relationships/image" Target="../media/image2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1.xml"/><Relationship Id="rId3" Type="http://schemas.openxmlformats.org/officeDocument/2006/relationships/hyperlink" Target="mailto:mentorship@openmainframeproject.org" TargetMode="External"/><Relationship Id="rId4" Type="http://schemas.openxmlformats.org/officeDocument/2006/relationships/image" Target="../media/image2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52.xml"/><Relationship Id="rId3" Type="http://schemas.openxmlformats.org/officeDocument/2006/relationships/image" Target="../media/image239.png"/><Relationship Id="rId4" Type="http://schemas.openxmlformats.org/officeDocument/2006/relationships/image" Target="../media/image236.png"/><Relationship Id="rId9" Type="http://schemas.openxmlformats.org/officeDocument/2006/relationships/image" Target="../media/image250.png"/><Relationship Id="rId5" Type="http://schemas.openxmlformats.org/officeDocument/2006/relationships/image" Target="../media/image234.png"/><Relationship Id="rId6" Type="http://schemas.openxmlformats.org/officeDocument/2006/relationships/image" Target="../media/image232.png"/><Relationship Id="rId7" Type="http://schemas.openxmlformats.org/officeDocument/2006/relationships/image" Target="../media/image237.png"/><Relationship Id="rId8" Type="http://schemas.openxmlformats.org/officeDocument/2006/relationships/image" Target="../media/image231.png"/><Relationship Id="rId11" Type="http://schemas.openxmlformats.org/officeDocument/2006/relationships/image" Target="../media/image244.png"/><Relationship Id="rId10" Type="http://schemas.openxmlformats.org/officeDocument/2006/relationships/image" Target="../media/image245.png"/><Relationship Id="rId13" Type="http://schemas.openxmlformats.org/officeDocument/2006/relationships/image" Target="../media/image240.png"/><Relationship Id="rId12" Type="http://schemas.openxmlformats.org/officeDocument/2006/relationships/image" Target="../media/image253.png"/><Relationship Id="rId15" Type="http://schemas.openxmlformats.org/officeDocument/2006/relationships/image" Target="../media/image247.png"/><Relationship Id="rId14" Type="http://schemas.openxmlformats.org/officeDocument/2006/relationships/image" Target="../media/image2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5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events.linuxfoundation.org/lf-legal-summit/" TargetMode="External"/><Relationship Id="rId4" Type="http://schemas.openxmlformats.org/officeDocument/2006/relationships/hyperlink" Target="https://todogroup.org/" TargetMode="External"/><Relationship Id="rId5" Type="http://schemas.openxmlformats.org/officeDocument/2006/relationships/image" Target="../media/image2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1.png"/><Relationship Id="rId4" Type="http://schemas.openxmlformats.org/officeDocument/2006/relationships/hyperlink" Target="https://insights-v2.lfx.linuxfoundation.org/open-mainframe-project/trends?selectedDateFilterType=CUSTOMDATES&amp;startDate=Thu%20Jan%2001%202015%2000:00:00%20GMT-0500%20(Eastern%20Standard%20Time)&amp;endDate=Sat%20Dec%2031%202022%2023:59:59%20GMT-0500%20(Eastern%20Standard%20Tim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hyperlink" Target="https://training.linuxfoundation.org/" TargetMode="External"/><Relationship Id="rId4" Type="http://schemas.openxmlformats.org/officeDocument/2006/relationships/image" Target="../media/image255.png"/><Relationship Id="rId5" Type="http://schemas.openxmlformats.org/officeDocument/2006/relationships/image" Target="../media/image246.png"/><Relationship Id="rId6" Type="http://schemas.openxmlformats.org/officeDocument/2006/relationships/image" Target="../media/image2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hyperlink" Target="https://www.openmainframeproject.org/about/join" TargetMode="External"/><Relationship Id="rId4" Type="http://schemas.openxmlformats.org/officeDocument/2006/relationships/hyperlink" Target="mailto:membership@openmainframeproject.co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3"/>
          <p:cNvSpPr txBox="1"/>
          <p:nvPr>
            <p:ph type="ctrTitle"/>
          </p:nvPr>
        </p:nvSpPr>
        <p:spPr>
          <a:xfrm>
            <a:off x="512064" y="1643174"/>
            <a:ext cx="4185600" cy="1316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700"/>
              <a:buNone/>
            </a:pPr>
            <a:r>
              <a:rPr lang="en-US" sz="2800"/>
              <a:t>Open Source is the Way Forward for Mainframe</a:t>
            </a:r>
            <a:endParaRPr b="0" i="0" sz="3200" u="none" cap="none" strike="noStrike">
              <a:solidFill>
                <a:schemeClr val="lt1"/>
              </a:solidFill>
              <a:latin typeface="Gill Sans"/>
              <a:ea typeface="Gill Sans"/>
              <a:cs typeface="Gill Sans"/>
              <a:sym typeface="Gill Sans"/>
            </a:endParaRPr>
          </a:p>
        </p:txBody>
      </p:sp>
      <p:sp>
        <p:nvSpPr>
          <p:cNvPr id="653" name="Google Shape;653;p103"/>
          <p:cNvSpPr txBox="1"/>
          <p:nvPr>
            <p:ph idx="1" type="subTitle"/>
          </p:nvPr>
        </p:nvSpPr>
        <p:spPr>
          <a:xfrm>
            <a:off x="530205" y="3005359"/>
            <a:ext cx="4185600" cy="60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lang="en-US"/>
              <a:t>A look at the work and impact of the Open Mainframe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04"/>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Opportunity: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Accelerate mainframe innovation with open and collaborative development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But how?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05"/>
          <p:cNvSpPr txBox="1"/>
          <p:nvPr>
            <p:ph type="title"/>
          </p:nvPr>
        </p:nvSpPr>
        <p:spPr>
          <a:xfrm>
            <a:off x="333992" y="159442"/>
            <a:ext cx="7893900" cy="447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2700"/>
              <a:buNone/>
            </a:pPr>
            <a:r>
              <a:rPr lang="en-US"/>
              <a:t>Antitrust Policy Notice</a:t>
            </a:r>
            <a:endParaRPr/>
          </a:p>
        </p:txBody>
      </p:sp>
      <p:sp>
        <p:nvSpPr>
          <p:cNvPr id="665" name="Google Shape;665;p105"/>
          <p:cNvSpPr txBox="1"/>
          <p:nvPr>
            <p:ph idx="1" type="body"/>
          </p:nvPr>
        </p:nvSpPr>
        <p:spPr>
          <a:xfrm>
            <a:off x="317500" y="943424"/>
            <a:ext cx="8369400" cy="3554700"/>
          </a:xfrm>
          <a:prstGeom prst="rect">
            <a:avLst/>
          </a:prstGeom>
          <a:noFill/>
          <a:ln>
            <a:noFill/>
          </a:ln>
        </p:spPr>
        <p:txBody>
          <a:bodyPr anchorCtr="0" anchor="t" bIns="0" lIns="0" spcFirstLastPara="1" rIns="0" wrap="square" tIns="0">
            <a:noAutofit/>
          </a:bodyPr>
          <a:lstStyle/>
          <a:p>
            <a:pPr indent="0" lvl="0" marL="0" rtl="0" algn="l">
              <a:spcBef>
                <a:spcPts val="400"/>
              </a:spcBef>
              <a:spcAft>
                <a:spcPts val="0"/>
              </a:spcAft>
              <a:buClr>
                <a:schemeClr val="dk1"/>
              </a:buClr>
              <a:buSzPts val="1100"/>
              <a:buFont typeface="Arial"/>
              <a:buNone/>
            </a:pPr>
            <a:r>
              <a:rPr lang="en-US" sz="190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sz="1900"/>
          </a:p>
          <a:p>
            <a:pPr indent="0" lvl="0" marL="0" rtl="0" algn="l">
              <a:spcBef>
                <a:spcPts val="400"/>
              </a:spcBef>
              <a:spcAft>
                <a:spcPts val="0"/>
              </a:spcAft>
              <a:buSzPts val="1800"/>
              <a:buNone/>
            </a:pPr>
            <a:r>
              <a:rPr lang="en-US" sz="1900"/>
              <a:t>Examples of types of actions that are prohibited at Linux Foundation meetings and in connection with Linux Foundation activities are described in the Linux Foundation Antitrust Policy available at </a:t>
            </a:r>
            <a:r>
              <a:rPr lang="en-US" sz="1900" u="sng">
                <a:solidFill>
                  <a:schemeClr val="hlink"/>
                </a:solidFill>
                <a:hlinkClick r:id="rId3"/>
              </a:rPr>
              <a:t>linuxfoundation.org/antitrust-policy</a:t>
            </a:r>
            <a:r>
              <a:rPr lang="en-US" sz="1900"/>
              <a:t>. If you have questions about these matters, please contact your company counsel, or if you are a member of the Linux Foundation, feel free to contact Andrew Updegrove of the firm of Gesmer Updegrove LLP, which provides legal counsel to the Linux Foundation.</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06"/>
          <p:cNvSpPr txBox="1"/>
          <p:nvPr>
            <p:ph type="title"/>
          </p:nvPr>
        </p:nvSpPr>
        <p:spPr>
          <a:xfrm>
            <a:off x="333992" y="159442"/>
            <a:ext cx="7893900" cy="447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2700"/>
              <a:buNone/>
            </a:pPr>
            <a:r>
              <a:rPr lang="en-US">
                <a:solidFill>
                  <a:schemeClr val="lt2"/>
                </a:solidFill>
              </a:rPr>
              <a:t>Antitrust Policy Notice</a:t>
            </a:r>
            <a:endParaRPr>
              <a:solidFill>
                <a:schemeClr val="lt2"/>
              </a:solidFill>
            </a:endParaRPr>
          </a:p>
        </p:txBody>
      </p:sp>
      <p:sp>
        <p:nvSpPr>
          <p:cNvPr id="671" name="Google Shape;671;p106"/>
          <p:cNvSpPr txBox="1"/>
          <p:nvPr>
            <p:ph idx="1" type="body"/>
          </p:nvPr>
        </p:nvSpPr>
        <p:spPr>
          <a:xfrm>
            <a:off x="317500" y="943424"/>
            <a:ext cx="8369400" cy="3554700"/>
          </a:xfrm>
          <a:prstGeom prst="rect">
            <a:avLst/>
          </a:prstGeom>
          <a:noFill/>
          <a:ln>
            <a:noFill/>
          </a:ln>
        </p:spPr>
        <p:txBody>
          <a:bodyPr anchorCtr="0" anchor="t" bIns="0" lIns="0" spcFirstLastPara="1" rIns="0" wrap="square" tIns="0">
            <a:noAutofit/>
          </a:bodyPr>
          <a:lstStyle/>
          <a:p>
            <a:pPr indent="0" lvl="0" marL="0" rtl="0" algn="l">
              <a:spcBef>
                <a:spcPts val="400"/>
              </a:spcBef>
              <a:spcAft>
                <a:spcPts val="0"/>
              </a:spcAft>
              <a:buClr>
                <a:schemeClr val="dk1"/>
              </a:buClr>
              <a:buSzPts val="1100"/>
              <a:buFont typeface="Arial"/>
              <a:buNone/>
            </a:pPr>
            <a:r>
              <a:rPr lang="en-US" sz="1900">
                <a:solidFill>
                  <a:schemeClr val="lt2"/>
                </a:solidFill>
              </a:rPr>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sz="1900">
              <a:solidFill>
                <a:schemeClr val="lt2"/>
              </a:solidFill>
            </a:endParaRPr>
          </a:p>
          <a:p>
            <a:pPr indent="0" lvl="0" marL="0" rtl="0" algn="l">
              <a:spcBef>
                <a:spcPts val="400"/>
              </a:spcBef>
              <a:spcAft>
                <a:spcPts val="0"/>
              </a:spcAft>
              <a:buSzPts val="1800"/>
              <a:buNone/>
            </a:pPr>
            <a:r>
              <a:rPr lang="en-US" sz="1900">
                <a:solidFill>
                  <a:schemeClr val="lt2"/>
                </a:solidFill>
              </a:rPr>
              <a:t>Examples of types of actions that are prohibited at Linux Foundation meetings and in connection with Linux Foundation activities are described in the Linux Foundation Antitrust Policy available at linuxfoundation.org/antitrust-policy. If you have questions about these matters, please contact your company counsel, or if you are a member of the Linux Foundation, feel free to contact Andrew Updegrove of the firm of Gesmer Updegrove LLP, which provides legal counsel to the Linux Foundation.</a:t>
            </a:r>
            <a:endParaRPr sz="1900">
              <a:solidFill>
                <a:schemeClr val="lt2"/>
              </a:solidFill>
            </a:endParaRPr>
          </a:p>
        </p:txBody>
      </p:sp>
      <p:sp>
        <p:nvSpPr>
          <p:cNvPr id="672" name="Google Shape;672;p106"/>
          <p:cNvSpPr txBox="1"/>
          <p:nvPr/>
        </p:nvSpPr>
        <p:spPr>
          <a:xfrm>
            <a:off x="1775119" y="1543313"/>
            <a:ext cx="5378700" cy="1246800"/>
          </a:xfrm>
          <a:prstGeom prst="rect">
            <a:avLst/>
          </a:prstGeom>
          <a:solidFill>
            <a:schemeClr val="lt1"/>
          </a:solid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2400"/>
              <a:buFont typeface="Arial"/>
              <a:buNone/>
            </a:pPr>
            <a:r>
              <a:rPr lang="en-US" sz="2400">
                <a:latin typeface="Gill Sans"/>
                <a:ea typeface="Gill Sans"/>
                <a:cs typeface="Gill Sans"/>
                <a:sym typeface="Gill Sans"/>
              </a:rPr>
              <a:t>Open Mainframe Project</a:t>
            </a:r>
            <a:r>
              <a:rPr i="0" lang="en-US" sz="2400" u="none" cap="none" strike="noStrike">
                <a:solidFill>
                  <a:srgbClr val="000000"/>
                </a:solidFill>
                <a:latin typeface="Gill Sans"/>
                <a:ea typeface="Gill Sans"/>
                <a:cs typeface="Gill Sans"/>
                <a:sym typeface="Gill Sans"/>
              </a:rPr>
              <a:t> is a pre-competitive platform that enables cooperation and leveraged development.</a:t>
            </a:r>
            <a:endParaRPr sz="2400">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07"/>
          <p:cNvSpPr txBox="1"/>
          <p:nvPr>
            <p:ph type="title"/>
          </p:nvPr>
        </p:nvSpPr>
        <p:spPr>
          <a:xfrm>
            <a:off x="257793" y="114817"/>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sz="2900"/>
              <a:t>Example: Leveraging Zowe Create Efficiencies</a:t>
            </a:r>
            <a:endParaRPr sz="2900"/>
          </a:p>
        </p:txBody>
      </p:sp>
      <p:grpSp>
        <p:nvGrpSpPr>
          <p:cNvPr id="679" name="Google Shape;679;p107"/>
          <p:cNvGrpSpPr/>
          <p:nvPr/>
        </p:nvGrpSpPr>
        <p:grpSpPr>
          <a:xfrm>
            <a:off x="911350" y="1504650"/>
            <a:ext cx="1930225" cy="2558850"/>
            <a:chOff x="1029925" y="1437250"/>
            <a:chExt cx="1930225" cy="2558850"/>
          </a:xfrm>
        </p:grpSpPr>
        <p:sp>
          <p:nvSpPr>
            <p:cNvPr id="680" name="Google Shape;680;p107"/>
            <p:cNvSpPr/>
            <p:nvPr/>
          </p:nvSpPr>
          <p:spPr>
            <a:xfrm>
              <a:off x="1029925" y="3608300"/>
              <a:ext cx="1930225" cy="38780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Core Application</a:t>
              </a:r>
              <a:endParaRPr>
                <a:latin typeface="Gill Sans"/>
                <a:ea typeface="Gill Sans"/>
                <a:cs typeface="Gill Sans"/>
                <a:sym typeface="Gill Sans"/>
              </a:endParaRPr>
            </a:p>
          </p:txBody>
        </p:sp>
        <p:sp>
          <p:nvSpPr>
            <p:cNvPr id="681" name="Google Shape;681;p107"/>
            <p:cNvSpPr/>
            <p:nvPr/>
          </p:nvSpPr>
          <p:spPr>
            <a:xfrm>
              <a:off x="1029925" y="1437250"/>
              <a:ext cx="1930225" cy="188700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Custom Integration Layer</a:t>
              </a:r>
              <a:endParaRPr>
                <a:latin typeface="Gill Sans"/>
                <a:ea typeface="Gill Sans"/>
                <a:cs typeface="Gill Sans"/>
                <a:sym typeface="Gill Sans"/>
              </a:endParaRPr>
            </a:p>
            <a:p>
              <a:pPr indent="0" lvl="0" marL="0" rtl="0" algn="ctr">
                <a:spcBef>
                  <a:spcPts val="0"/>
                </a:spcBef>
                <a:spcAft>
                  <a:spcPts val="0"/>
                </a:spcAft>
                <a:buNone/>
              </a:pPr>
              <a:r>
                <a:rPr lang="en-US" sz="900">
                  <a:latin typeface="Gill Sans"/>
                  <a:ea typeface="Gill Sans"/>
                  <a:cs typeface="Gill Sans"/>
                  <a:sym typeface="Gill Sans"/>
                </a:rPr>
                <a:t>(UI, App Integrations, APIs)</a:t>
              </a:r>
              <a:endParaRPr sz="900">
                <a:latin typeface="Gill Sans"/>
                <a:ea typeface="Gill Sans"/>
                <a:cs typeface="Gill Sans"/>
                <a:sym typeface="Gill Sans"/>
              </a:endParaRPr>
            </a:p>
          </p:txBody>
        </p:sp>
      </p:grpSp>
      <p:sp>
        <p:nvSpPr>
          <p:cNvPr id="682" name="Google Shape;682;p107"/>
          <p:cNvSpPr txBox="1"/>
          <p:nvPr/>
        </p:nvSpPr>
        <p:spPr>
          <a:xfrm>
            <a:off x="257800" y="4126075"/>
            <a:ext cx="3237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Gill Sans"/>
                <a:ea typeface="Gill Sans"/>
                <a:cs typeface="Gill Sans"/>
                <a:sym typeface="Gill Sans"/>
              </a:rPr>
              <a:t>Without Zowe</a:t>
            </a:r>
            <a:endParaRPr b="1">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Full stack supported and developed; expensive R&amp;D and hard to scale</a:t>
            </a:r>
            <a:endParaRPr>
              <a:latin typeface="Gill Sans"/>
              <a:ea typeface="Gill Sans"/>
              <a:cs typeface="Gill Sans"/>
              <a:sym typeface="Gill Sans"/>
            </a:endParaRPr>
          </a:p>
        </p:txBody>
      </p:sp>
      <p:sp>
        <p:nvSpPr>
          <p:cNvPr id="683" name="Google Shape;683;p107"/>
          <p:cNvSpPr txBox="1"/>
          <p:nvPr/>
        </p:nvSpPr>
        <p:spPr>
          <a:xfrm>
            <a:off x="3892675" y="4119225"/>
            <a:ext cx="4434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Gill Sans"/>
                <a:ea typeface="Gill Sans"/>
                <a:cs typeface="Gill Sans"/>
                <a:sym typeface="Gill Sans"/>
              </a:rPr>
              <a:t>With Zowe</a:t>
            </a:r>
            <a:endParaRPr b="1">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Focus on Core Application and leverage Zowe components to better integrate with DevOps workflows</a:t>
            </a:r>
            <a:endParaRPr>
              <a:latin typeface="Gill Sans"/>
              <a:ea typeface="Gill Sans"/>
              <a:cs typeface="Gill Sans"/>
              <a:sym typeface="Gill Sans"/>
            </a:endParaRPr>
          </a:p>
        </p:txBody>
      </p:sp>
      <p:sp>
        <p:nvSpPr>
          <p:cNvPr id="684" name="Google Shape;684;p107"/>
          <p:cNvSpPr/>
          <p:nvPr/>
        </p:nvSpPr>
        <p:spPr>
          <a:xfrm>
            <a:off x="3318200" y="3686875"/>
            <a:ext cx="5636700" cy="365425"/>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Core Application</a:t>
            </a:r>
            <a:endParaRPr>
              <a:latin typeface="Gill Sans"/>
              <a:ea typeface="Gill Sans"/>
              <a:cs typeface="Gill Sans"/>
              <a:sym typeface="Gill Sans"/>
            </a:endParaRPr>
          </a:p>
        </p:txBody>
      </p:sp>
      <p:grpSp>
        <p:nvGrpSpPr>
          <p:cNvPr id="685" name="Google Shape;685;p107"/>
          <p:cNvGrpSpPr/>
          <p:nvPr/>
        </p:nvGrpSpPr>
        <p:grpSpPr>
          <a:xfrm>
            <a:off x="3318200" y="1504626"/>
            <a:ext cx="5636700" cy="1887000"/>
            <a:chOff x="3318200" y="1504626"/>
            <a:chExt cx="5636700" cy="1887000"/>
          </a:xfrm>
        </p:grpSpPr>
        <p:sp>
          <p:nvSpPr>
            <p:cNvPr id="686" name="Google Shape;686;p107"/>
            <p:cNvSpPr/>
            <p:nvPr/>
          </p:nvSpPr>
          <p:spPr>
            <a:xfrm>
              <a:off x="3318200" y="1504626"/>
              <a:ext cx="5636700" cy="188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07"/>
            <p:cNvSpPr/>
            <p:nvPr/>
          </p:nvSpPr>
          <p:spPr>
            <a:xfrm>
              <a:off x="4487191" y="2078787"/>
              <a:ext cx="1060475" cy="477141"/>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Gill Sans"/>
                  <a:ea typeface="Gill Sans"/>
                  <a:cs typeface="Gill Sans"/>
                  <a:sym typeface="Gill Sans"/>
                </a:rPr>
                <a:t>Zowe Desktop</a:t>
              </a:r>
              <a:endParaRPr sz="1100">
                <a:latin typeface="Gill Sans"/>
                <a:ea typeface="Gill Sans"/>
                <a:cs typeface="Gill Sans"/>
                <a:sym typeface="Gill Sans"/>
              </a:endParaRPr>
            </a:p>
            <a:p>
              <a:pPr indent="0" lvl="0" marL="0" rtl="0" algn="ctr">
                <a:spcBef>
                  <a:spcPts val="0"/>
                </a:spcBef>
                <a:spcAft>
                  <a:spcPts val="0"/>
                </a:spcAft>
                <a:buNone/>
              </a:pPr>
              <a:r>
                <a:rPr lang="en-US" sz="900">
                  <a:latin typeface="Gill Sans"/>
                  <a:ea typeface="Gill Sans"/>
                  <a:cs typeface="Gill Sans"/>
                  <a:sym typeface="Gill Sans"/>
                </a:rPr>
                <a:t>(Web UI interface)</a:t>
              </a:r>
              <a:endParaRPr sz="900">
                <a:latin typeface="Gill Sans"/>
                <a:ea typeface="Gill Sans"/>
                <a:cs typeface="Gill Sans"/>
                <a:sym typeface="Gill Sans"/>
              </a:endParaRPr>
            </a:p>
          </p:txBody>
        </p:sp>
        <p:sp>
          <p:nvSpPr>
            <p:cNvPr id="688" name="Google Shape;688;p107"/>
            <p:cNvSpPr/>
            <p:nvPr/>
          </p:nvSpPr>
          <p:spPr>
            <a:xfrm>
              <a:off x="7785250" y="2078787"/>
              <a:ext cx="1060475" cy="477141"/>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Gill Sans"/>
                  <a:ea typeface="Gill Sans"/>
                  <a:cs typeface="Gill Sans"/>
                  <a:sym typeface="Gill Sans"/>
                </a:rPr>
                <a:t>Zowe CLI</a:t>
              </a:r>
              <a:endParaRPr sz="1100">
                <a:latin typeface="Gill Sans"/>
                <a:ea typeface="Gill Sans"/>
                <a:cs typeface="Gill Sans"/>
                <a:sym typeface="Gill Sans"/>
              </a:endParaRPr>
            </a:p>
            <a:p>
              <a:pPr indent="0" lvl="0" marL="0" rtl="0" algn="ctr">
                <a:spcBef>
                  <a:spcPts val="0"/>
                </a:spcBef>
                <a:spcAft>
                  <a:spcPts val="0"/>
                </a:spcAft>
                <a:buNone/>
              </a:pPr>
              <a:r>
                <a:rPr lang="en-US" sz="900">
                  <a:latin typeface="Gill Sans"/>
                  <a:ea typeface="Gill Sans"/>
                  <a:cs typeface="Gill Sans"/>
                  <a:sym typeface="Gill Sans"/>
                </a:rPr>
                <a:t>(CLI interface for scripting)</a:t>
              </a:r>
              <a:endParaRPr sz="900">
                <a:latin typeface="Gill Sans"/>
                <a:ea typeface="Gill Sans"/>
                <a:cs typeface="Gill Sans"/>
                <a:sym typeface="Gill Sans"/>
              </a:endParaRPr>
            </a:p>
          </p:txBody>
        </p:sp>
        <p:sp>
          <p:nvSpPr>
            <p:cNvPr id="689" name="Google Shape;689;p107"/>
            <p:cNvSpPr/>
            <p:nvPr/>
          </p:nvSpPr>
          <p:spPr>
            <a:xfrm>
              <a:off x="7179150" y="2515189"/>
              <a:ext cx="1335600" cy="662400"/>
            </a:xfrm>
            <a:prstGeom prst="bentUpArrow">
              <a:avLst>
                <a:gd fmla="val 23714" name="adj1"/>
                <a:gd fmla="val 25000" name="adj2"/>
                <a:gd fmla="val 25000" name="adj3"/>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0" name="Google Shape;690;p107"/>
            <p:cNvPicPr preferRelativeResize="0"/>
            <p:nvPr/>
          </p:nvPicPr>
          <p:blipFill>
            <a:blip r:embed="rId3">
              <a:alphaModFix/>
            </a:blip>
            <a:stretch>
              <a:fillRect/>
            </a:stretch>
          </p:blipFill>
          <p:spPr>
            <a:xfrm>
              <a:off x="5488642" y="1504632"/>
              <a:ext cx="1242367" cy="521261"/>
            </a:xfrm>
            <a:prstGeom prst="rect">
              <a:avLst/>
            </a:prstGeom>
            <a:noFill/>
            <a:ln>
              <a:noFill/>
            </a:ln>
          </p:spPr>
        </p:pic>
        <p:grpSp>
          <p:nvGrpSpPr>
            <p:cNvPr id="691" name="Google Shape;691;p107"/>
            <p:cNvGrpSpPr/>
            <p:nvPr/>
          </p:nvGrpSpPr>
          <p:grpSpPr>
            <a:xfrm>
              <a:off x="3387850" y="2078787"/>
              <a:ext cx="1060463" cy="477141"/>
              <a:chOff x="3997450" y="1438350"/>
              <a:chExt cx="1060463" cy="508300"/>
            </a:xfrm>
          </p:grpSpPr>
          <p:sp>
            <p:nvSpPr>
              <p:cNvPr id="692" name="Google Shape;692;p107"/>
              <p:cNvSpPr/>
              <p:nvPr/>
            </p:nvSpPr>
            <p:spPr>
              <a:xfrm>
                <a:off x="3997450" y="1438350"/>
                <a:ext cx="1060463" cy="5083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Gill Sans"/>
                    <a:ea typeface="Gill Sans"/>
                    <a:cs typeface="Gill Sans"/>
                    <a:sym typeface="Gill Sans"/>
                  </a:rPr>
                  <a:t>Zowe Explorer</a:t>
                </a:r>
                <a:endParaRPr sz="1100">
                  <a:latin typeface="Gill Sans"/>
                  <a:ea typeface="Gill Sans"/>
                  <a:cs typeface="Gill Sans"/>
                  <a:sym typeface="Gill Sans"/>
                </a:endParaRPr>
              </a:p>
              <a:p>
                <a:pPr indent="0" lvl="0" marL="0" rtl="0" algn="ctr">
                  <a:spcBef>
                    <a:spcPts val="0"/>
                  </a:spcBef>
                  <a:spcAft>
                    <a:spcPts val="0"/>
                  </a:spcAft>
                  <a:buNone/>
                </a:pPr>
                <a:r>
                  <a:t/>
                </a:r>
                <a:endParaRPr sz="900">
                  <a:latin typeface="Gill Sans"/>
                  <a:ea typeface="Gill Sans"/>
                  <a:cs typeface="Gill Sans"/>
                  <a:sym typeface="Gill Sans"/>
                </a:endParaRPr>
              </a:p>
            </p:txBody>
          </p:sp>
          <p:pic>
            <p:nvPicPr>
              <p:cNvPr id="693" name="Google Shape;693;p107"/>
              <p:cNvPicPr preferRelativeResize="0"/>
              <p:nvPr/>
            </p:nvPicPr>
            <p:blipFill>
              <a:blip r:embed="rId4">
                <a:alphaModFix/>
              </a:blip>
              <a:stretch>
                <a:fillRect/>
              </a:stretch>
            </p:blipFill>
            <p:spPr>
              <a:xfrm>
                <a:off x="4272700" y="1721378"/>
                <a:ext cx="180701" cy="180701"/>
              </a:xfrm>
              <a:prstGeom prst="rect">
                <a:avLst/>
              </a:prstGeom>
              <a:noFill/>
              <a:ln>
                <a:noFill/>
              </a:ln>
            </p:spPr>
          </p:pic>
          <p:pic>
            <p:nvPicPr>
              <p:cNvPr id="694" name="Google Shape;694;p107"/>
              <p:cNvPicPr preferRelativeResize="0"/>
              <p:nvPr/>
            </p:nvPicPr>
            <p:blipFill>
              <a:blip r:embed="rId5">
                <a:alphaModFix/>
              </a:blip>
              <a:stretch>
                <a:fillRect/>
              </a:stretch>
            </p:blipFill>
            <p:spPr>
              <a:xfrm>
                <a:off x="4556975" y="1721375"/>
                <a:ext cx="180700" cy="180700"/>
              </a:xfrm>
              <a:prstGeom prst="rect">
                <a:avLst/>
              </a:prstGeom>
              <a:noFill/>
              <a:ln>
                <a:noFill/>
              </a:ln>
            </p:spPr>
          </p:pic>
        </p:grpSp>
        <p:sp>
          <p:nvSpPr>
            <p:cNvPr id="695" name="Google Shape;695;p107"/>
            <p:cNvSpPr/>
            <p:nvPr/>
          </p:nvSpPr>
          <p:spPr>
            <a:xfrm>
              <a:off x="5579588" y="2078787"/>
              <a:ext cx="1060475" cy="477141"/>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Gill Sans"/>
                  <a:ea typeface="Gill Sans"/>
                  <a:cs typeface="Gill Sans"/>
                  <a:sym typeface="Gill Sans"/>
                </a:rPr>
                <a:t>Dev SDKs</a:t>
              </a:r>
              <a:endParaRPr sz="1100">
                <a:latin typeface="Gill Sans"/>
                <a:ea typeface="Gill Sans"/>
                <a:cs typeface="Gill Sans"/>
                <a:sym typeface="Gill Sans"/>
              </a:endParaRPr>
            </a:p>
            <a:p>
              <a:pPr indent="0" lvl="0" marL="0" rtl="0" algn="ctr">
                <a:spcBef>
                  <a:spcPts val="0"/>
                </a:spcBef>
                <a:spcAft>
                  <a:spcPts val="0"/>
                </a:spcAft>
                <a:buNone/>
              </a:pPr>
              <a:r>
                <a:rPr lang="en-US" sz="800">
                  <a:latin typeface="Gill Sans"/>
                  <a:ea typeface="Gill Sans"/>
                  <a:cs typeface="Gill Sans"/>
                  <a:sym typeface="Gill Sans"/>
                </a:rPr>
                <a:t>(Java,JS,Python,Swift)</a:t>
              </a:r>
              <a:endParaRPr sz="800">
                <a:latin typeface="Gill Sans"/>
                <a:ea typeface="Gill Sans"/>
                <a:cs typeface="Gill Sans"/>
                <a:sym typeface="Gill Sans"/>
              </a:endParaRPr>
            </a:p>
          </p:txBody>
        </p:sp>
        <p:grpSp>
          <p:nvGrpSpPr>
            <p:cNvPr id="696" name="Google Shape;696;p107"/>
            <p:cNvGrpSpPr/>
            <p:nvPr/>
          </p:nvGrpSpPr>
          <p:grpSpPr>
            <a:xfrm>
              <a:off x="6685897" y="2078787"/>
              <a:ext cx="1060475" cy="477141"/>
              <a:chOff x="6762097" y="1430475"/>
              <a:chExt cx="1060475" cy="508300"/>
            </a:xfrm>
          </p:grpSpPr>
          <p:sp>
            <p:nvSpPr>
              <p:cNvPr id="697" name="Google Shape;697;p107"/>
              <p:cNvSpPr/>
              <p:nvPr/>
            </p:nvSpPr>
            <p:spPr>
              <a:xfrm>
                <a:off x="6762097" y="1430475"/>
                <a:ext cx="1060475" cy="508300"/>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latin typeface="Gill Sans"/>
                    <a:ea typeface="Gill Sans"/>
                    <a:cs typeface="Gill Sans"/>
                    <a:sym typeface="Gill Sans"/>
                  </a:rPr>
                  <a:t>Zowe Chat</a:t>
                </a:r>
                <a:endParaRPr sz="1100">
                  <a:latin typeface="Gill Sans"/>
                  <a:ea typeface="Gill Sans"/>
                  <a:cs typeface="Gill Sans"/>
                  <a:sym typeface="Gill Sans"/>
                </a:endParaRPr>
              </a:p>
              <a:p>
                <a:pPr indent="0" lvl="0" marL="0" rtl="0" algn="ctr">
                  <a:spcBef>
                    <a:spcPts val="0"/>
                  </a:spcBef>
                  <a:spcAft>
                    <a:spcPts val="0"/>
                  </a:spcAft>
                  <a:buNone/>
                </a:pPr>
                <a:r>
                  <a:t/>
                </a:r>
                <a:endParaRPr sz="900">
                  <a:latin typeface="Gill Sans"/>
                  <a:ea typeface="Gill Sans"/>
                  <a:cs typeface="Gill Sans"/>
                  <a:sym typeface="Gill Sans"/>
                </a:endParaRPr>
              </a:p>
            </p:txBody>
          </p:sp>
          <p:pic>
            <p:nvPicPr>
              <p:cNvPr id="698" name="Google Shape;698;p107"/>
              <p:cNvPicPr preferRelativeResize="0"/>
              <p:nvPr/>
            </p:nvPicPr>
            <p:blipFill>
              <a:blip r:embed="rId6">
                <a:alphaModFix/>
              </a:blip>
              <a:stretch>
                <a:fillRect/>
              </a:stretch>
            </p:blipFill>
            <p:spPr>
              <a:xfrm>
                <a:off x="7204072" y="1739376"/>
                <a:ext cx="176525" cy="176525"/>
              </a:xfrm>
              <a:prstGeom prst="rect">
                <a:avLst/>
              </a:prstGeom>
              <a:noFill/>
              <a:ln>
                <a:noFill/>
              </a:ln>
            </p:spPr>
          </p:pic>
        </p:grpSp>
        <p:sp>
          <p:nvSpPr>
            <p:cNvPr id="699" name="Google Shape;699;p107"/>
            <p:cNvSpPr/>
            <p:nvPr/>
          </p:nvSpPr>
          <p:spPr>
            <a:xfrm flipH="1">
              <a:off x="3730000" y="2515189"/>
              <a:ext cx="1335600" cy="662400"/>
            </a:xfrm>
            <a:prstGeom prst="bentUpArrow">
              <a:avLst>
                <a:gd fmla="val 23714" name="adj1"/>
                <a:gd fmla="val 25000" name="adj2"/>
                <a:gd fmla="val 25000" name="adj3"/>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07"/>
            <p:cNvSpPr/>
            <p:nvPr/>
          </p:nvSpPr>
          <p:spPr>
            <a:xfrm>
              <a:off x="7007613" y="2515189"/>
              <a:ext cx="410100" cy="521400"/>
            </a:xfrm>
            <a:prstGeom prst="up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07"/>
            <p:cNvSpPr/>
            <p:nvPr/>
          </p:nvSpPr>
          <p:spPr>
            <a:xfrm>
              <a:off x="4808900" y="2515189"/>
              <a:ext cx="410100" cy="521400"/>
            </a:xfrm>
            <a:prstGeom prst="up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07"/>
            <p:cNvSpPr/>
            <p:nvPr/>
          </p:nvSpPr>
          <p:spPr>
            <a:xfrm>
              <a:off x="5908513" y="2508964"/>
              <a:ext cx="410100" cy="521400"/>
            </a:xfrm>
            <a:prstGeom prst="up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07"/>
            <p:cNvSpPr/>
            <p:nvPr/>
          </p:nvSpPr>
          <p:spPr>
            <a:xfrm>
              <a:off x="4771800" y="2833993"/>
              <a:ext cx="2683550" cy="477141"/>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Zowe API Mediation Layer</a:t>
              </a:r>
              <a:endParaRPr>
                <a:latin typeface="Gill Sans"/>
                <a:ea typeface="Gill Sans"/>
                <a:cs typeface="Gill Sans"/>
                <a:sym typeface="Gill Sans"/>
              </a:endParaRPr>
            </a:p>
            <a:p>
              <a:pPr indent="0" lvl="0" marL="0" rtl="0" algn="ctr">
                <a:spcBef>
                  <a:spcPts val="0"/>
                </a:spcBef>
                <a:spcAft>
                  <a:spcPts val="0"/>
                </a:spcAft>
                <a:buNone/>
              </a:pPr>
              <a:r>
                <a:rPr lang="en-US" sz="900">
                  <a:latin typeface="Gill Sans"/>
                  <a:ea typeface="Gill Sans"/>
                  <a:cs typeface="Gill Sans"/>
                  <a:sym typeface="Gill Sans"/>
                </a:rPr>
                <a:t>(RESTful API gateway - Security)</a:t>
              </a:r>
              <a:endParaRPr sz="900">
                <a:latin typeface="Gill Sans"/>
                <a:ea typeface="Gill Sans"/>
                <a:cs typeface="Gill Sans"/>
                <a:sym typeface="Gill Sans"/>
              </a:endParaRPr>
            </a:p>
          </p:txBody>
        </p:sp>
      </p:grpSp>
      <p:sp>
        <p:nvSpPr>
          <p:cNvPr id="704" name="Google Shape;704;p107"/>
          <p:cNvSpPr/>
          <p:nvPr/>
        </p:nvSpPr>
        <p:spPr>
          <a:xfrm>
            <a:off x="3318200" y="786675"/>
            <a:ext cx="5636700" cy="365425"/>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Value Added </a:t>
            </a:r>
            <a:r>
              <a:rPr lang="en-US">
                <a:latin typeface="Gill Sans"/>
                <a:ea typeface="Gill Sans"/>
                <a:cs typeface="Gill Sans"/>
                <a:sym typeface="Gill Sans"/>
              </a:rPr>
              <a:t>Solutions</a:t>
            </a:r>
            <a:endParaRPr>
              <a:latin typeface="Gill Sans"/>
              <a:ea typeface="Gill Sans"/>
              <a:cs typeface="Gill Sans"/>
              <a:sym typeface="Gill Sans"/>
            </a:endParaRPr>
          </a:p>
        </p:txBody>
      </p:sp>
      <p:sp>
        <p:nvSpPr>
          <p:cNvPr id="705" name="Google Shape;705;p107"/>
          <p:cNvSpPr/>
          <p:nvPr/>
        </p:nvSpPr>
        <p:spPr>
          <a:xfrm>
            <a:off x="5904775" y="1081951"/>
            <a:ext cx="410100" cy="4770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07"/>
          <p:cNvSpPr/>
          <p:nvPr/>
        </p:nvSpPr>
        <p:spPr>
          <a:xfrm>
            <a:off x="5904775" y="3259876"/>
            <a:ext cx="410100" cy="4773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07"/>
          <p:cNvSpPr/>
          <p:nvPr/>
        </p:nvSpPr>
        <p:spPr>
          <a:xfrm>
            <a:off x="911338" y="786675"/>
            <a:ext cx="1930225" cy="365425"/>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Value Added Solutions</a:t>
            </a:r>
            <a:endParaRPr>
              <a:latin typeface="Gill Sans"/>
              <a:ea typeface="Gill Sans"/>
              <a:cs typeface="Gill Sans"/>
              <a:sym typeface="Gill Sans"/>
            </a:endParaRPr>
          </a:p>
        </p:txBody>
      </p:sp>
      <p:sp>
        <p:nvSpPr>
          <p:cNvPr id="708" name="Google Shape;708;p107"/>
          <p:cNvSpPr/>
          <p:nvPr/>
        </p:nvSpPr>
        <p:spPr>
          <a:xfrm>
            <a:off x="1671400" y="1081951"/>
            <a:ext cx="410100" cy="4770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07"/>
          <p:cNvSpPr/>
          <p:nvPr/>
        </p:nvSpPr>
        <p:spPr>
          <a:xfrm>
            <a:off x="1671400" y="3260026"/>
            <a:ext cx="410100" cy="4770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0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Cost to Create Zowe</a:t>
            </a:r>
            <a:endParaRPr/>
          </a:p>
        </p:txBody>
      </p:sp>
      <p:sp>
        <p:nvSpPr>
          <p:cNvPr id="716" name="Google Shape;716;p108"/>
          <p:cNvSpPr txBox="1"/>
          <p:nvPr>
            <p:ph idx="1" type="body"/>
          </p:nvPr>
        </p:nvSpPr>
        <p:spPr>
          <a:xfrm>
            <a:off x="317500" y="943425"/>
            <a:ext cx="47154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a:t>Total Physical Source Lines of Code (SLOC)</a:t>
            </a:r>
            <a:endParaRPr/>
          </a:p>
          <a:p>
            <a:pPr indent="0" lvl="0" marL="0" rtl="0" algn="l">
              <a:spcBef>
                <a:spcPts val="400"/>
              </a:spcBef>
              <a:spcAft>
                <a:spcPts val="0"/>
              </a:spcAft>
              <a:buClr>
                <a:schemeClr val="dk1"/>
              </a:buClr>
              <a:buSzPts val="1100"/>
              <a:buFont typeface="Arial"/>
              <a:buNone/>
            </a:pPr>
            <a:r>
              <a:rPr b="1" lang="en-US"/>
              <a:t>272,536</a:t>
            </a:r>
            <a:endParaRPr b="1"/>
          </a:p>
          <a:p>
            <a:pPr indent="0" lvl="0" marL="0" rtl="0" algn="l">
              <a:spcBef>
                <a:spcPts val="400"/>
              </a:spcBef>
              <a:spcAft>
                <a:spcPts val="0"/>
              </a:spcAft>
              <a:buNone/>
            </a:pPr>
            <a:r>
              <a:rPr lang="en-US"/>
              <a:t>Development Effort Estimate</a:t>
            </a:r>
            <a:endParaRPr/>
          </a:p>
          <a:p>
            <a:pPr indent="0" lvl="0" marL="0" rtl="0" algn="l">
              <a:spcBef>
                <a:spcPts val="400"/>
              </a:spcBef>
              <a:spcAft>
                <a:spcPts val="0"/>
              </a:spcAft>
              <a:buClr>
                <a:schemeClr val="dk1"/>
              </a:buClr>
              <a:buSzPts val="1100"/>
              <a:buFont typeface="Arial"/>
              <a:buNone/>
            </a:pPr>
            <a:r>
              <a:rPr b="1" lang="en-US"/>
              <a:t>64.81 (777.68) </a:t>
            </a:r>
            <a:r>
              <a:rPr i="1" lang="en-US" sz="1500"/>
              <a:t>Person-Years (Person-Months)</a:t>
            </a:r>
            <a:endParaRPr b="1" i="1" sz="1500"/>
          </a:p>
          <a:p>
            <a:pPr indent="0" lvl="0" marL="0" rtl="0" algn="l">
              <a:spcBef>
                <a:spcPts val="400"/>
              </a:spcBef>
              <a:spcAft>
                <a:spcPts val="0"/>
              </a:spcAft>
              <a:buClr>
                <a:schemeClr val="dk1"/>
              </a:buClr>
              <a:buSzPts val="1100"/>
              <a:buFont typeface="Arial"/>
              <a:buNone/>
            </a:pPr>
            <a:r>
              <a:rPr i="1" lang="en-US" sz="1200"/>
              <a:t>(Basic COCOMO model, Person-Months = 2.4 * (KSLOC**1.05))</a:t>
            </a:r>
            <a:endParaRPr i="1" sz="1200"/>
          </a:p>
          <a:p>
            <a:pPr indent="0" lvl="0" marL="0" rtl="0" algn="l">
              <a:spcBef>
                <a:spcPts val="400"/>
              </a:spcBef>
              <a:spcAft>
                <a:spcPts val="0"/>
              </a:spcAft>
              <a:buNone/>
            </a:pPr>
            <a:r>
              <a:rPr lang="en-US"/>
              <a:t>Schedule Estimate</a:t>
            </a:r>
            <a:endParaRPr/>
          </a:p>
          <a:p>
            <a:pPr indent="0" lvl="0" marL="0" rtl="0" algn="l">
              <a:spcBef>
                <a:spcPts val="400"/>
              </a:spcBef>
              <a:spcAft>
                <a:spcPts val="0"/>
              </a:spcAft>
              <a:buClr>
                <a:schemeClr val="dk1"/>
              </a:buClr>
              <a:buSzPts val="1100"/>
              <a:buFont typeface="Arial"/>
              <a:buNone/>
            </a:pPr>
            <a:r>
              <a:rPr b="1" lang="en-US"/>
              <a:t>1.70 (20.46) </a:t>
            </a:r>
            <a:r>
              <a:rPr i="1" lang="en-US" sz="1500"/>
              <a:t>Years (Months)</a:t>
            </a:r>
            <a:endParaRPr b="1" i="1" sz="1500"/>
          </a:p>
          <a:p>
            <a:pPr indent="0" lvl="0" marL="0" rtl="0" algn="l">
              <a:spcBef>
                <a:spcPts val="400"/>
              </a:spcBef>
              <a:spcAft>
                <a:spcPts val="0"/>
              </a:spcAft>
              <a:buClr>
                <a:schemeClr val="dk1"/>
              </a:buClr>
              <a:buSzPts val="1100"/>
              <a:buFont typeface="Arial"/>
              <a:buNone/>
            </a:pPr>
            <a:r>
              <a:rPr i="1" lang="en-US" sz="1200"/>
              <a:t>(Basic COCOMO model, Months = 2.5 * (person-months**0.38))</a:t>
            </a:r>
            <a:endParaRPr i="1" sz="1200"/>
          </a:p>
          <a:p>
            <a:pPr indent="0" lvl="0" marL="0" rtl="0" algn="l">
              <a:spcBef>
                <a:spcPts val="400"/>
              </a:spcBef>
              <a:spcAft>
                <a:spcPts val="0"/>
              </a:spcAft>
              <a:buNone/>
            </a:pPr>
            <a:r>
              <a:rPr lang="en-US"/>
              <a:t>Total Estimated Cost to Develop</a:t>
            </a:r>
            <a:endParaRPr/>
          </a:p>
          <a:p>
            <a:pPr indent="0" lvl="0" marL="0" rtl="0" algn="l">
              <a:spcBef>
                <a:spcPts val="400"/>
              </a:spcBef>
              <a:spcAft>
                <a:spcPts val="0"/>
              </a:spcAft>
              <a:buClr>
                <a:schemeClr val="dk1"/>
              </a:buClr>
              <a:buSzPts val="1100"/>
              <a:buFont typeface="Arial"/>
              <a:buNone/>
            </a:pPr>
            <a:r>
              <a:rPr b="1" lang="en-US"/>
              <a:t>$8,754,452</a:t>
            </a:r>
            <a:endParaRPr b="1"/>
          </a:p>
          <a:p>
            <a:pPr indent="0" lvl="0" marL="0" rtl="0" algn="l">
              <a:spcBef>
                <a:spcPts val="400"/>
              </a:spcBef>
              <a:spcAft>
                <a:spcPts val="0"/>
              </a:spcAft>
              <a:buClr>
                <a:schemeClr val="dk1"/>
              </a:buClr>
              <a:buSzPts val="1100"/>
              <a:buFont typeface="Arial"/>
              <a:buNone/>
            </a:pPr>
            <a:r>
              <a:rPr i="1" lang="en-US" sz="1400"/>
              <a:t>(average salary = $56,286/year, overhead = 2.40).</a:t>
            </a:r>
            <a:endParaRPr i="1" sz="1400"/>
          </a:p>
          <a:p>
            <a:pPr indent="0" lvl="0" marL="0" rtl="0" algn="l">
              <a:spcBef>
                <a:spcPts val="400"/>
              </a:spcBef>
              <a:spcAft>
                <a:spcPts val="0"/>
              </a:spcAft>
              <a:buNone/>
            </a:pPr>
            <a:r>
              <a:rPr i="1" lang="en-US" sz="1100"/>
              <a:t>generated using </a:t>
            </a:r>
            <a:r>
              <a:rPr i="1" lang="en-US" sz="1100" u="sng">
                <a:solidFill>
                  <a:schemeClr val="hlink"/>
                </a:solidFill>
                <a:hlinkClick r:id="rId3"/>
              </a:rPr>
              <a:t>David A. Wheeler's 'SLOCCount'</a:t>
            </a:r>
            <a:endParaRPr i="1" sz="1100"/>
          </a:p>
        </p:txBody>
      </p:sp>
      <p:pic>
        <p:nvPicPr>
          <p:cNvPr id="717" name="Google Shape;717;p108"/>
          <p:cNvPicPr preferRelativeResize="0"/>
          <p:nvPr/>
        </p:nvPicPr>
        <p:blipFill rotWithShape="1">
          <a:blip r:embed="rId4">
            <a:alphaModFix/>
          </a:blip>
          <a:srcRect b="18496" l="40632" r="5249" t="22843"/>
          <a:stretch/>
        </p:blipFill>
        <p:spPr>
          <a:xfrm>
            <a:off x="5358850" y="1355000"/>
            <a:ext cx="3600775" cy="2811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E9F0"/>
        </a:solidFill>
      </p:bgPr>
    </p:bg>
    <p:spTree>
      <p:nvGrpSpPr>
        <p:cNvPr id="722" name="Shape 722"/>
        <p:cNvGrpSpPr/>
        <p:nvPr/>
      </p:nvGrpSpPr>
      <p:grpSpPr>
        <a:xfrm>
          <a:off x="0" y="0"/>
          <a:ext cx="0" cy="0"/>
          <a:chOff x="0" y="0"/>
          <a:chExt cx="0" cy="0"/>
        </a:xfrm>
      </p:grpSpPr>
      <p:pic>
        <p:nvPicPr>
          <p:cNvPr id="723" name="Google Shape;723;p109"/>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10"/>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Value of Leveraging Development</a:t>
            </a:r>
            <a:endParaRPr/>
          </a:p>
        </p:txBody>
      </p:sp>
      <p:sp>
        <p:nvSpPr>
          <p:cNvPr id="730" name="Google Shape;730;p110"/>
          <p:cNvSpPr txBox="1"/>
          <p:nvPr>
            <p:ph idx="1" type="body"/>
          </p:nvPr>
        </p:nvSpPr>
        <p:spPr>
          <a:xfrm>
            <a:off x="317500" y="943425"/>
            <a:ext cx="41271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a:t>Let’s say an organization accounts for 30% of contributions </a:t>
            </a:r>
            <a:r>
              <a:rPr lang="en-US" sz="1300"/>
              <a:t>(3x multiplier in value as a leading organization</a:t>
            </a:r>
            <a:r>
              <a:rPr baseline="30000" lang="en-US" sz="1300"/>
              <a:t>(1)</a:t>
            </a:r>
            <a:r>
              <a:rPr lang="en-US" sz="1300"/>
              <a:t>)</a:t>
            </a:r>
            <a:endParaRPr/>
          </a:p>
          <a:p>
            <a:pPr indent="0" lvl="0" marL="0" rtl="0" algn="l">
              <a:spcBef>
                <a:spcPts val="400"/>
              </a:spcBef>
              <a:spcAft>
                <a:spcPts val="0"/>
              </a:spcAft>
              <a:buNone/>
            </a:pPr>
            <a:r>
              <a:rPr lang="en-US"/>
              <a:t>This means the </a:t>
            </a:r>
            <a:r>
              <a:rPr lang="en-US"/>
              <a:t>organization</a:t>
            </a:r>
            <a:r>
              <a:rPr lang="en-US"/>
              <a:t> invested…</a:t>
            </a:r>
            <a:endParaRPr/>
          </a:p>
          <a:p>
            <a:pPr indent="-355600" lvl="0" marL="457200" rtl="0" algn="l">
              <a:spcBef>
                <a:spcPts val="400"/>
              </a:spcBef>
              <a:spcAft>
                <a:spcPts val="0"/>
              </a:spcAft>
              <a:buSzPts val="2000"/>
              <a:buChar char="-"/>
            </a:pPr>
            <a:r>
              <a:rPr lang="en-US"/>
              <a:t>19.2 years of developer effort</a:t>
            </a:r>
            <a:endParaRPr/>
          </a:p>
          <a:p>
            <a:pPr indent="-355600" lvl="0" marL="457200" rtl="0" algn="l">
              <a:spcBef>
                <a:spcPts val="0"/>
              </a:spcBef>
              <a:spcAft>
                <a:spcPts val="0"/>
              </a:spcAft>
              <a:buSzPts val="2000"/>
              <a:buChar char="-"/>
            </a:pPr>
            <a:r>
              <a:rPr lang="en-US"/>
              <a:t>$2.6M of R&amp;D costs</a:t>
            </a:r>
            <a:endParaRPr/>
          </a:p>
          <a:p>
            <a:pPr indent="0" lvl="0" marL="0" rtl="0" algn="l">
              <a:spcBef>
                <a:spcPts val="400"/>
              </a:spcBef>
              <a:spcAft>
                <a:spcPts val="0"/>
              </a:spcAft>
              <a:buNone/>
            </a:pPr>
            <a:r>
              <a:rPr lang="en-US"/>
              <a:t> and leveraged (3x multiplier</a:t>
            </a:r>
            <a:r>
              <a:rPr baseline="30000" lang="en-US"/>
              <a:t>(1)</a:t>
            </a:r>
            <a:r>
              <a:rPr lang="en-US"/>
              <a:t>)…</a:t>
            </a:r>
            <a:endParaRPr/>
          </a:p>
          <a:p>
            <a:pPr indent="-355600" lvl="0" marL="457200" rtl="0" algn="l">
              <a:spcBef>
                <a:spcPts val="400"/>
              </a:spcBef>
              <a:spcAft>
                <a:spcPts val="0"/>
              </a:spcAft>
              <a:buSzPts val="2000"/>
              <a:buChar char="-"/>
            </a:pPr>
            <a:r>
              <a:rPr b="1" lang="en-US"/>
              <a:t>175.2</a:t>
            </a:r>
            <a:r>
              <a:rPr b="1" lang="en-US"/>
              <a:t> years</a:t>
            </a:r>
            <a:r>
              <a:rPr lang="en-US"/>
              <a:t> of developer effort</a:t>
            </a:r>
            <a:endParaRPr b="1"/>
          </a:p>
          <a:p>
            <a:pPr indent="-355600" lvl="0" marL="457200" rtl="0" algn="l">
              <a:spcBef>
                <a:spcPts val="0"/>
              </a:spcBef>
              <a:spcAft>
                <a:spcPts val="0"/>
              </a:spcAft>
              <a:buSzPts val="2000"/>
              <a:buChar char="-"/>
            </a:pPr>
            <a:r>
              <a:rPr b="1" lang="en-US"/>
              <a:t>$23.6M</a:t>
            </a:r>
            <a:r>
              <a:rPr lang="en-US"/>
              <a:t> of R&amp;D costs</a:t>
            </a:r>
            <a:endParaRPr/>
          </a:p>
          <a:p>
            <a:pPr indent="0" lvl="0" marL="0" rtl="0" algn="l">
              <a:spcBef>
                <a:spcPts val="400"/>
              </a:spcBef>
              <a:spcAft>
                <a:spcPts val="0"/>
              </a:spcAft>
              <a:buNone/>
            </a:pPr>
            <a:r>
              <a:t/>
            </a:r>
            <a:endParaRPr sz="600"/>
          </a:p>
          <a:p>
            <a:pPr indent="-114300" lvl="0" marL="114300" rtl="0" algn="l">
              <a:spcBef>
                <a:spcPts val="400"/>
              </a:spcBef>
              <a:spcAft>
                <a:spcPts val="0"/>
              </a:spcAft>
              <a:buSzPts val="900"/>
              <a:buAutoNum type="arabicParenBoth"/>
            </a:pPr>
            <a:r>
              <a:rPr i="1" lang="en-US" sz="900"/>
              <a:t>Source: </a:t>
            </a:r>
            <a:r>
              <a:rPr i="1" lang="en-US" sz="900" u="sng">
                <a:solidFill>
                  <a:schemeClr val="hlink"/>
                </a:solidFill>
                <a:hlinkClick r:id="rId3"/>
              </a:rPr>
              <a:t>https://www.mckinsey.com/industries/technology-media-and-telecommunications/our-insights/developer-velocity-how-software-excellence-fuels-business-performance#</a:t>
            </a:r>
            <a:r>
              <a:rPr i="1" lang="en-US" sz="900"/>
              <a:t> </a:t>
            </a:r>
            <a:endParaRPr b="1" sz="2600"/>
          </a:p>
        </p:txBody>
      </p:sp>
      <p:sp>
        <p:nvSpPr>
          <p:cNvPr id="731" name="Google Shape;731;p110"/>
          <p:cNvSpPr txBox="1"/>
          <p:nvPr>
            <p:ph idx="2" type="body"/>
          </p:nvPr>
        </p:nvSpPr>
        <p:spPr>
          <a:xfrm>
            <a:off x="4712200" y="943425"/>
            <a:ext cx="4127100" cy="3554700"/>
          </a:xfrm>
          <a:prstGeom prst="rect">
            <a:avLst/>
          </a:prstGeom>
        </p:spPr>
        <p:txBody>
          <a:bodyPr anchorCtr="0" anchor="ctr" bIns="91425" lIns="91425" spcFirstLastPara="1" rIns="91425" wrap="square" tIns="91425">
            <a:noAutofit/>
          </a:bodyPr>
          <a:lstStyle/>
          <a:p>
            <a:pPr indent="0" lvl="0" marL="0" rtl="0" algn="ctr">
              <a:spcBef>
                <a:spcPts val="400"/>
              </a:spcBef>
              <a:spcAft>
                <a:spcPts val="0"/>
              </a:spcAft>
              <a:buClr>
                <a:schemeClr val="dk1"/>
              </a:buClr>
              <a:buSzPts val="1100"/>
              <a:buFont typeface="Arial"/>
              <a:buNone/>
            </a:pPr>
            <a:r>
              <a:rPr b="1" lang="en-US" sz="4000"/>
              <a:t>9x R&amp;D ROI</a:t>
            </a:r>
            <a:endParaRPr b="1" sz="4000"/>
          </a:p>
          <a:p>
            <a:pPr indent="0" lvl="0" marL="0" rtl="0" algn="l">
              <a:spcBef>
                <a:spcPts val="4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11"/>
          <p:cNvSpPr txBox="1"/>
          <p:nvPr>
            <p:ph type="title"/>
          </p:nvPr>
        </p:nvSpPr>
        <p:spPr>
          <a:xfrm>
            <a:off x="240018" y="1688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sz="2900"/>
              <a:t>Example: Leveraging Feilong Create Efficiencies</a:t>
            </a:r>
            <a:endParaRPr sz="2900"/>
          </a:p>
        </p:txBody>
      </p:sp>
      <p:grpSp>
        <p:nvGrpSpPr>
          <p:cNvPr id="738" name="Google Shape;738;p111"/>
          <p:cNvGrpSpPr/>
          <p:nvPr/>
        </p:nvGrpSpPr>
        <p:grpSpPr>
          <a:xfrm>
            <a:off x="649475" y="1580869"/>
            <a:ext cx="2084850" cy="2558807"/>
            <a:chOff x="1213249" y="1437281"/>
            <a:chExt cx="1563559" cy="2558807"/>
          </a:xfrm>
        </p:grpSpPr>
        <p:sp>
          <p:nvSpPr>
            <p:cNvPr id="739" name="Google Shape;739;p111"/>
            <p:cNvSpPr/>
            <p:nvPr/>
          </p:nvSpPr>
          <p:spPr>
            <a:xfrm>
              <a:off x="1213250" y="3608288"/>
              <a:ext cx="1563550" cy="387800"/>
            </a:xfrm>
            <a:prstGeom prst="flowChartProcess">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z/VM</a:t>
              </a:r>
              <a:endParaRPr>
                <a:latin typeface="Gill Sans"/>
                <a:ea typeface="Gill Sans"/>
                <a:cs typeface="Gill Sans"/>
                <a:sym typeface="Gill Sans"/>
              </a:endParaRPr>
            </a:p>
          </p:txBody>
        </p:sp>
        <p:sp>
          <p:nvSpPr>
            <p:cNvPr id="740" name="Google Shape;740;p111"/>
            <p:cNvSpPr/>
            <p:nvPr/>
          </p:nvSpPr>
          <p:spPr>
            <a:xfrm>
              <a:off x="1213249" y="1437281"/>
              <a:ext cx="1563559" cy="188700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Custom Integration Layer</a:t>
              </a:r>
              <a:endParaRPr>
                <a:latin typeface="Gill Sans"/>
                <a:ea typeface="Gill Sans"/>
                <a:cs typeface="Gill Sans"/>
                <a:sym typeface="Gill Sans"/>
              </a:endParaRPr>
            </a:p>
            <a:p>
              <a:pPr indent="0" lvl="0" marL="0" rtl="0" algn="ctr">
                <a:spcBef>
                  <a:spcPts val="0"/>
                </a:spcBef>
                <a:spcAft>
                  <a:spcPts val="0"/>
                </a:spcAft>
                <a:buNone/>
              </a:pPr>
              <a:r>
                <a:rPr lang="en-US" sz="900">
                  <a:latin typeface="Gill Sans"/>
                  <a:ea typeface="Gill Sans"/>
                  <a:cs typeface="Gill Sans"/>
                  <a:sym typeface="Gill Sans"/>
                </a:rPr>
                <a:t>(UI, App Integrations, APIs)</a:t>
              </a:r>
              <a:endParaRPr sz="900">
                <a:latin typeface="Gill Sans"/>
                <a:ea typeface="Gill Sans"/>
                <a:cs typeface="Gill Sans"/>
                <a:sym typeface="Gill Sans"/>
              </a:endParaRPr>
            </a:p>
          </p:txBody>
        </p:sp>
      </p:grpSp>
      <p:sp>
        <p:nvSpPr>
          <p:cNvPr id="741" name="Google Shape;741;p111"/>
          <p:cNvSpPr txBox="1"/>
          <p:nvPr/>
        </p:nvSpPr>
        <p:spPr>
          <a:xfrm>
            <a:off x="73250" y="4195425"/>
            <a:ext cx="3237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Gill Sans"/>
                <a:ea typeface="Gill Sans"/>
                <a:cs typeface="Gill Sans"/>
                <a:sym typeface="Gill Sans"/>
              </a:rPr>
              <a:t>Without Feilong</a:t>
            </a:r>
            <a:endParaRPr b="1">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Full stack supported and developed; expensive R&amp;D and hard to scale</a:t>
            </a:r>
            <a:endParaRPr>
              <a:latin typeface="Gill Sans"/>
              <a:ea typeface="Gill Sans"/>
              <a:cs typeface="Gill Sans"/>
              <a:sym typeface="Gill Sans"/>
            </a:endParaRPr>
          </a:p>
        </p:txBody>
      </p:sp>
      <p:sp>
        <p:nvSpPr>
          <p:cNvPr id="742" name="Google Shape;742;p111"/>
          <p:cNvSpPr txBox="1"/>
          <p:nvPr/>
        </p:nvSpPr>
        <p:spPr>
          <a:xfrm>
            <a:off x="3968875" y="4195425"/>
            <a:ext cx="44343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Gill Sans"/>
                <a:ea typeface="Gill Sans"/>
                <a:cs typeface="Gill Sans"/>
                <a:sym typeface="Gill Sans"/>
              </a:rPr>
              <a:t>With Feilong</a:t>
            </a:r>
            <a:endParaRPr b="1">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Vendor/Customer focus on Value Added Solutions, leverage Feilong development</a:t>
            </a:r>
            <a:endParaRPr>
              <a:latin typeface="Gill Sans"/>
              <a:ea typeface="Gill Sans"/>
              <a:cs typeface="Gill Sans"/>
              <a:sym typeface="Gill Sans"/>
            </a:endParaRPr>
          </a:p>
        </p:txBody>
      </p:sp>
      <p:sp>
        <p:nvSpPr>
          <p:cNvPr id="743" name="Google Shape;743;p111"/>
          <p:cNvSpPr/>
          <p:nvPr/>
        </p:nvSpPr>
        <p:spPr>
          <a:xfrm>
            <a:off x="3394400" y="1580826"/>
            <a:ext cx="5636700" cy="188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US" sz="1800">
                <a:latin typeface="Gill Sans"/>
                <a:ea typeface="Gill Sans"/>
                <a:cs typeface="Gill Sans"/>
                <a:sym typeface="Gill Sans"/>
              </a:rPr>
              <a:t>SDK REST Interface, API, Server</a:t>
            </a:r>
            <a:endParaRPr sz="1800">
              <a:latin typeface="Gill Sans"/>
              <a:ea typeface="Gill Sans"/>
              <a:cs typeface="Gill Sans"/>
              <a:sym typeface="Gill Sans"/>
            </a:endParaRPr>
          </a:p>
        </p:txBody>
      </p:sp>
      <p:sp>
        <p:nvSpPr>
          <p:cNvPr id="744" name="Google Shape;744;p111"/>
          <p:cNvSpPr/>
          <p:nvPr/>
        </p:nvSpPr>
        <p:spPr>
          <a:xfrm>
            <a:off x="3394400" y="3763075"/>
            <a:ext cx="5636700" cy="365425"/>
          </a:xfrm>
          <a:prstGeom prst="flowChartProcess">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z/VM</a:t>
            </a:r>
            <a:endParaRPr>
              <a:latin typeface="Gill Sans"/>
              <a:ea typeface="Gill Sans"/>
              <a:cs typeface="Gill Sans"/>
              <a:sym typeface="Gill Sans"/>
            </a:endParaRPr>
          </a:p>
        </p:txBody>
      </p:sp>
      <p:pic>
        <p:nvPicPr>
          <p:cNvPr id="745" name="Google Shape;745;p111"/>
          <p:cNvPicPr preferRelativeResize="0"/>
          <p:nvPr/>
        </p:nvPicPr>
        <p:blipFill rotWithShape="1">
          <a:blip r:embed="rId3">
            <a:alphaModFix/>
          </a:blip>
          <a:srcRect b="1300" l="0" r="803" t="-1300"/>
          <a:stretch/>
        </p:blipFill>
        <p:spPr>
          <a:xfrm>
            <a:off x="5135106" y="1802650"/>
            <a:ext cx="2084899" cy="521250"/>
          </a:xfrm>
          <a:prstGeom prst="rect">
            <a:avLst/>
          </a:prstGeom>
          <a:noFill/>
          <a:ln>
            <a:noFill/>
          </a:ln>
        </p:spPr>
      </p:pic>
      <p:sp>
        <p:nvSpPr>
          <p:cNvPr id="746" name="Google Shape;746;p111"/>
          <p:cNvSpPr/>
          <p:nvPr/>
        </p:nvSpPr>
        <p:spPr>
          <a:xfrm>
            <a:off x="3394400" y="862875"/>
            <a:ext cx="5636700" cy="365425"/>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Value Added Solutions</a:t>
            </a:r>
            <a:endParaRPr>
              <a:latin typeface="Gill Sans"/>
              <a:ea typeface="Gill Sans"/>
              <a:cs typeface="Gill Sans"/>
              <a:sym typeface="Gill Sans"/>
            </a:endParaRPr>
          </a:p>
        </p:txBody>
      </p:sp>
      <p:sp>
        <p:nvSpPr>
          <p:cNvPr id="747" name="Google Shape;747;p111"/>
          <p:cNvSpPr/>
          <p:nvPr/>
        </p:nvSpPr>
        <p:spPr>
          <a:xfrm>
            <a:off x="5980975" y="1158151"/>
            <a:ext cx="410100" cy="4770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11"/>
          <p:cNvSpPr/>
          <p:nvPr/>
        </p:nvSpPr>
        <p:spPr>
          <a:xfrm>
            <a:off x="5980975" y="3336076"/>
            <a:ext cx="410100" cy="4773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11"/>
          <p:cNvSpPr/>
          <p:nvPr/>
        </p:nvSpPr>
        <p:spPr>
          <a:xfrm>
            <a:off x="649450" y="862875"/>
            <a:ext cx="2084900" cy="365425"/>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Value Added Solutions</a:t>
            </a:r>
            <a:endParaRPr>
              <a:latin typeface="Gill Sans"/>
              <a:ea typeface="Gill Sans"/>
              <a:cs typeface="Gill Sans"/>
              <a:sym typeface="Gill Sans"/>
            </a:endParaRPr>
          </a:p>
        </p:txBody>
      </p:sp>
      <p:sp>
        <p:nvSpPr>
          <p:cNvPr id="750" name="Google Shape;750;p111"/>
          <p:cNvSpPr/>
          <p:nvPr/>
        </p:nvSpPr>
        <p:spPr>
          <a:xfrm>
            <a:off x="1486850" y="1228301"/>
            <a:ext cx="410100" cy="4770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11"/>
          <p:cNvSpPr/>
          <p:nvPr/>
        </p:nvSpPr>
        <p:spPr>
          <a:xfrm>
            <a:off x="1486850" y="3336076"/>
            <a:ext cx="410100" cy="477300"/>
          </a:xfrm>
          <a:prstGeom prst="upDown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1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Cost to Create Feilong</a:t>
            </a:r>
            <a:endParaRPr/>
          </a:p>
        </p:txBody>
      </p:sp>
      <p:sp>
        <p:nvSpPr>
          <p:cNvPr id="758" name="Google Shape;758;p112"/>
          <p:cNvSpPr txBox="1"/>
          <p:nvPr>
            <p:ph idx="1" type="body"/>
          </p:nvPr>
        </p:nvSpPr>
        <p:spPr>
          <a:xfrm>
            <a:off x="317500" y="943425"/>
            <a:ext cx="47154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a:t>Total Physical Source Lines of Code (SLOC)</a:t>
            </a:r>
            <a:endParaRPr/>
          </a:p>
          <a:p>
            <a:pPr indent="0" lvl="0" marL="0" rtl="0" algn="l">
              <a:spcBef>
                <a:spcPts val="400"/>
              </a:spcBef>
              <a:spcAft>
                <a:spcPts val="0"/>
              </a:spcAft>
              <a:buClr>
                <a:schemeClr val="dk1"/>
              </a:buClr>
              <a:buSzPts val="1100"/>
              <a:buFont typeface="Arial"/>
              <a:buNone/>
            </a:pPr>
            <a:r>
              <a:rPr b="1" lang="en-US"/>
              <a:t>91,717</a:t>
            </a:r>
            <a:endParaRPr b="1"/>
          </a:p>
          <a:p>
            <a:pPr indent="0" lvl="0" marL="0" rtl="0" algn="l">
              <a:spcBef>
                <a:spcPts val="400"/>
              </a:spcBef>
              <a:spcAft>
                <a:spcPts val="0"/>
              </a:spcAft>
              <a:buNone/>
            </a:pPr>
            <a:r>
              <a:rPr lang="en-US"/>
              <a:t>Development Effort Estimate</a:t>
            </a:r>
            <a:endParaRPr/>
          </a:p>
          <a:p>
            <a:pPr indent="0" lvl="0" marL="0" rtl="0" algn="l">
              <a:spcBef>
                <a:spcPts val="400"/>
              </a:spcBef>
              <a:spcAft>
                <a:spcPts val="0"/>
              </a:spcAft>
              <a:buClr>
                <a:schemeClr val="dk1"/>
              </a:buClr>
              <a:buSzPts val="1100"/>
              <a:buFont typeface="Arial"/>
              <a:buNone/>
            </a:pPr>
            <a:r>
              <a:rPr b="1" lang="en-US"/>
              <a:t>21.82 (261.84) </a:t>
            </a:r>
            <a:r>
              <a:rPr i="1" lang="en-US" sz="1500"/>
              <a:t>Person-Years (Person-Months)</a:t>
            </a:r>
            <a:endParaRPr b="1" i="1" sz="1500"/>
          </a:p>
          <a:p>
            <a:pPr indent="0" lvl="0" marL="0" rtl="0" algn="l">
              <a:spcBef>
                <a:spcPts val="400"/>
              </a:spcBef>
              <a:spcAft>
                <a:spcPts val="0"/>
              </a:spcAft>
              <a:buClr>
                <a:schemeClr val="dk1"/>
              </a:buClr>
              <a:buSzPts val="1100"/>
              <a:buFont typeface="Arial"/>
              <a:buNone/>
            </a:pPr>
            <a:r>
              <a:rPr i="1" lang="en-US" sz="1200"/>
              <a:t>(Basic COCOMO model, Person-Months = 2.4 * (KSLOC**1.05))</a:t>
            </a:r>
            <a:endParaRPr i="1" sz="1200"/>
          </a:p>
          <a:p>
            <a:pPr indent="0" lvl="0" marL="0" rtl="0" algn="l">
              <a:spcBef>
                <a:spcPts val="400"/>
              </a:spcBef>
              <a:spcAft>
                <a:spcPts val="0"/>
              </a:spcAft>
              <a:buNone/>
            </a:pPr>
            <a:r>
              <a:rPr lang="en-US"/>
              <a:t>Schedule Estimate</a:t>
            </a:r>
            <a:endParaRPr/>
          </a:p>
          <a:p>
            <a:pPr indent="0" lvl="0" marL="0" rtl="0" algn="l">
              <a:spcBef>
                <a:spcPts val="400"/>
              </a:spcBef>
              <a:spcAft>
                <a:spcPts val="0"/>
              </a:spcAft>
              <a:buClr>
                <a:schemeClr val="dk1"/>
              </a:buClr>
              <a:buSzPts val="1100"/>
              <a:buFont typeface="Arial"/>
              <a:buNone/>
            </a:pPr>
            <a:r>
              <a:rPr b="1" lang="en-US"/>
              <a:t>1.38 (16.59) </a:t>
            </a:r>
            <a:r>
              <a:rPr i="1" lang="en-US" sz="1500"/>
              <a:t>Years (Months)</a:t>
            </a:r>
            <a:endParaRPr b="1" i="1" sz="1500"/>
          </a:p>
          <a:p>
            <a:pPr indent="0" lvl="0" marL="0" rtl="0" algn="l">
              <a:spcBef>
                <a:spcPts val="400"/>
              </a:spcBef>
              <a:spcAft>
                <a:spcPts val="0"/>
              </a:spcAft>
              <a:buClr>
                <a:schemeClr val="dk1"/>
              </a:buClr>
              <a:buSzPts val="1100"/>
              <a:buFont typeface="Arial"/>
              <a:buNone/>
            </a:pPr>
            <a:r>
              <a:rPr i="1" lang="en-US" sz="1200"/>
              <a:t>(Basic COCOMO model, Months = 2.5 * (person-months**0.38))</a:t>
            </a:r>
            <a:endParaRPr i="1" sz="1200"/>
          </a:p>
          <a:p>
            <a:pPr indent="0" lvl="0" marL="0" rtl="0" algn="l">
              <a:spcBef>
                <a:spcPts val="400"/>
              </a:spcBef>
              <a:spcAft>
                <a:spcPts val="0"/>
              </a:spcAft>
              <a:buNone/>
            </a:pPr>
            <a:r>
              <a:rPr lang="en-US"/>
              <a:t>Total Estimated Cost to Develop</a:t>
            </a:r>
            <a:endParaRPr/>
          </a:p>
          <a:p>
            <a:pPr indent="0" lvl="0" marL="0" rtl="0" algn="l">
              <a:spcBef>
                <a:spcPts val="400"/>
              </a:spcBef>
              <a:spcAft>
                <a:spcPts val="0"/>
              </a:spcAft>
              <a:buClr>
                <a:schemeClr val="dk1"/>
              </a:buClr>
              <a:buSzPts val="1100"/>
              <a:buFont typeface="Arial"/>
              <a:buNone/>
            </a:pPr>
            <a:r>
              <a:rPr b="1" lang="en-US"/>
              <a:t>$2,947,620</a:t>
            </a:r>
            <a:endParaRPr b="1"/>
          </a:p>
          <a:p>
            <a:pPr indent="0" lvl="0" marL="0" rtl="0" algn="l">
              <a:spcBef>
                <a:spcPts val="400"/>
              </a:spcBef>
              <a:spcAft>
                <a:spcPts val="0"/>
              </a:spcAft>
              <a:buClr>
                <a:schemeClr val="dk1"/>
              </a:buClr>
              <a:buSzPts val="1100"/>
              <a:buFont typeface="Arial"/>
              <a:buNone/>
            </a:pPr>
            <a:r>
              <a:rPr i="1" lang="en-US" sz="1400"/>
              <a:t>(average salary = $56,286/year, overhead = 2.40).</a:t>
            </a:r>
            <a:endParaRPr i="1" sz="1400"/>
          </a:p>
          <a:p>
            <a:pPr indent="0" lvl="0" marL="0" rtl="0" algn="l">
              <a:spcBef>
                <a:spcPts val="400"/>
              </a:spcBef>
              <a:spcAft>
                <a:spcPts val="0"/>
              </a:spcAft>
              <a:buNone/>
            </a:pPr>
            <a:r>
              <a:rPr i="1" lang="en-US" sz="1100"/>
              <a:t>generated using </a:t>
            </a:r>
            <a:r>
              <a:rPr i="1" lang="en-US" sz="1100" u="sng">
                <a:solidFill>
                  <a:schemeClr val="hlink"/>
                </a:solidFill>
                <a:hlinkClick r:id="rId3"/>
              </a:rPr>
              <a:t>David A. Wheeler's 'SLOCCount'</a:t>
            </a:r>
            <a:endParaRPr i="1" sz="1100"/>
          </a:p>
        </p:txBody>
      </p:sp>
      <p:pic>
        <p:nvPicPr>
          <p:cNvPr id="759" name="Google Shape;759;p112"/>
          <p:cNvPicPr preferRelativeResize="0"/>
          <p:nvPr/>
        </p:nvPicPr>
        <p:blipFill rotWithShape="1">
          <a:blip r:embed="rId4">
            <a:alphaModFix/>
          </a:blip>
          <a:srcRect b="0" l="0" r="0" t="0"/>
          <a:stretch/>
        </p:blipFill>
        <p:spPr>
          <a:xfrm>
            <a:off x="4837825" y="1591975"/>
            <a:ext cx="4221700" cy="2811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E9F0"/>
        </a:solidFill>
      </p:bgPr>
    </p:bg>
    <p:spTree>
      <p:nvGrpSpPr>
        <p:cNvPr id="764" name="Shape 764"/>
        <p:cNvGrpSpPr/>
        <p:nvPr/>
      </p:nvGrpSpPr>
      <p:grpSpPr>
        <a:xfrm>
          <a:off x="0" y="0"/>
          <a:ext cx="0" cy="0"/>
          <a:chOff x="0" y="0"/>
          <a:chExt cx="0" cy="0"/>
        </a:xfrm>
      </p:grpSpPr>
      <p:pic>
        <p:nvPicPr>
          <p:cNvPr id="765" name="Google Shape;765;p113"/>
          <p:cNvPicPr preferRelativeResize="0"/>
          <p:nvPr/>
        </p:nvPicPr>
        <p:blipFill>
          <a:blip r:embed="rId3">
            <a:alphaModFix/>
          </a:blip>
          <a:stretch>
            <a:fillRect/>
          </a:stretch>
        </p:blipFill>
        <p:spPr>
          <a:xfrm>
            <a:off x="714375" y="0"/>
            <a:ext cx="771525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14"/>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Value of Leveraging Development</a:t>
            </a:r>
            <a:endParaRPr/>
          </a:p>
        </p:txBody>
      </p:sp>
      <p:sp>
        <p:nvSpPr>
          <p:cNvPr id="772" name="Google Shape;772;p114"/>
          <p:cNvSpPr txBox="1"/>
          <p:nvPr>
            <p:ph idx="1" type="body"/>
          </p:nvPr>
        </p:nvSpPr>
        <p:spPr>
          <a:xfrm>
            <a:off x="317500" y="943425"/>
            <a:ext cx="41271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a:t>Let’s say an organization accounts for 30% of contributions </a:t>
            </a:r>
            <a:r>
              <a:rPr lang="en-US" sz="1300"/>
              <a:t>(3x multiplier in value as a leading organization</a:t>
            </a:r>
            <a:r>
              <a:rPr baseline="30000" lang="en-US" sz="1300"/>
              <a:t>(1)</a:t>
            </a:r>
            <a:r>
              <a:rPr lang="en-US" sz="1300"/>
              <a:t>)</a:t>
            </a:r>
            <a:endParaRPr/>
          </a:p>
          <a:p>
            <a:pPr indent="0" lvl="0" marL="0" rtl="0" algn="l">
              <a:spcBef>
                <a:spcPts val="400"/>
              </a:spcBef>
              <a:spcAft>
                <a:spcPts val="0"/>
              </a:spcAft>
              <a:buNone/>
            </a:pPr>
            <a:r>
              <a:rPr lang="en-US"/>
              <a:t>This means the organization invested…</a:t>
            </a:r>
            <a:endParaRPr/>
          </a:p>
          <a:p>
            <a:pPr indent="-355600" lvl="0" marL="457200" rtl="0" algn="l">
              <a:spcBef>
                <a:spcPts val="400"/>
              </a:spcBef>
              <a:spcAft>
                <a:spcPts val="0"/>
              </a:spcAft>
              <a:buSzPts val="2000"/>
              <a:buChar char="-"/>
            </a:pPr>
            <a:r>
              <a:rPr lang="en-US"/>
              <a:t>6.55 years of developer effort</a:t>
            </a:r>
            <a:endParaRPr/>
          </a:p>
          <a:p>
            <a:pPr indent="-355600" lvl="0" marL="457200" rtl="0" algn="l">
              <a:spcBef>
                <a:spcPts val="0"/>
              </a:spcBef>
              <a:spcAft>
                <a:spcPts val="0"/>
              </a:spcAft>
              <a:buSzPts val="2000"/>
              <a:buChar char="-"/>
            </a:pPr>
            <a:r>
              <a:rPr lang="en-US"/>
              <a:t>$884,286 of R&amp;D costs</a:t>
            </a:r>
            <a:endParaRPr/>
          </a:p>
          <a:p>
            <a:pPr indent="0" lvl="0" marL="0" rtl="0" algn="l">
              <a:spcBef>
                <a:spcPts val="400"/>
              </a:spcBef>
              <a:spcAft>
                <a:spcPts val="0"/>
              </a:spcAft>
              <a:buNone/>
            </a:pPr>
            <a:r>
              <a:rPr lang="en-US"/>
              <a:t> and leveraged (3x multiplier</a:t>
            </a:r>
            <a:r>
              <a:rPr baseline="30000" lang="en-US"/>
              <a:t>(1)</a:t>
            </a:r>
            <a:r>
              <a:rPr lang="en-US"/>
              <a:t>)…</a:t>
            </a:r>
            <a:endParaRPr/>
          </a:p>
          <a:p>
            <a:pPr indent="-355600" lvl="0" marL="457200" rtl="0" algn="l">
              <a:spcBef>
                <a:spcPts val="400"/>
              </a:spcBef>
              <a:spcAft>
                <a:spcPts val="0"/>
              </a:spcAft>
              <a:buSzPts val="2000"/>
              <a:buChar char="-"/>
            </a:pPr>
            <a:r>
              <a:rPr b="1" lang="en-US"/>
              <a:t>65.46 years</a:t>
            </a:r>
            <a:r>
              <a:rPr lang="en-US"/>
              <a:t> of developer effort</a:t>
            </a:r>
            <a:endParaRPr b="1"/>
          </a:p>
          <a:p>
            <a:pPr indent="-355600" lvl="0" marL="457200" rtl="0" algn="l">
              <a:spcBef>
                <a:spcPts val="0"/>
              </a:spcBef>
              <a:spcAft>
                <a:spcPts val="0"/>
              </a:spcAft>
              <a:buSzPts val="2000"/>
              <a:buChar char="-"/>
            </a:pPr>
            <a:r>
              <a:rPr b="1" lang="en-US"/>
              <a:t>$8.8M</a:t>
            </a:r>
            <a:r>
              <a:rPr lang="en-US"/>
              <a:t> of R&amp;D costs</a:t>
            </a:r>
            <a:endParaRPr/>
          </a:p>
          <a:p>
            <a:pPr indent="0" lvl="0" marL="0" rtl="0" algn="l">
              <a:spcBef>
                <a:spcPts val="400"/>
              </a:spcBef>
              <a:spcAft>
                <a:spcPts val="0"/>
              </a:spcAft>
              <a:buNone/>
            </a:pPr>
            <a:r>
              <a:t/>
            </a:r>
            <a:endParaRPr/>
          </a:p>
          <a:p>
            <a:pPr indent="-107950" lvl="0" marL="114300" rtl="0" algn="l">
              <a:spcBef>
                <a:spcPts val="400"/>
              </a:spcBef>
              <a:spcAft>
                <a:spcPts val="0"/>
              </a:spcAft>
              <a:buSzPts val="800"/>
              <a:buAutoNum type="arabicParenBoth"/>
            </a:pPr>
            <a:r>
              <a:rPr i="1" lang="en-US" sz="800"/>
              <a:t>Source: </a:t>
            </a:r>
            <a:r>
              <a:rPr i="1" lang="en-US" sz="800" u="sng">
                <a:solidFill>
                  <a:schemeClr val="hlink"/>
                </a:solidFill>
                <a:hlinkClick r:id="rId3"/>
              </a:rPr>
              <a:t>https://www.mckinsey.com/industries/technology-media-and-telecommunications/our-insights/developer-velocity-how-software-excellence-fuels-business-performance</a:t>
            </a:r>
            <a:r>
              <a:rPr i="1" lang="en-US" sz="800"/>
              <a:t> </a:t>
            </a:r>
            <a:endParaRPr b="1" sz="2500"/>
          </a:p>
        </p:txBody>
      </p:sp>
      <p:sp>
        <p:nvSpPr>
          <p:cNvPr id="773" name="Google Shape;773;p114"/>
          <p:cNvSpPr txBox="1"/>
          <p:nvPr>
            <p:ph idx="2" type="body"/>
          </p:nvPr>
        </p:nvSpPr>
        <p:spPr>
          <a:xfrm>
            <a:off x="4712200" y="943425"/>
            <a:ext cx="4127100" cy="3554700"/>
          </a:xfrm>
          <a:prstGeom prst="rect">
            <a:avLst/>
          </a:prstGeom>
        </p:spPr>
        <p:txBody>
          <a:bodyPr anchorCtr="0" anchor="ctr" bIns="91425" lIns="91425" spcFirstLastPara="1" rIns="91425" wrap="square" tIns="91425">
            <a:noAutofit/>
          </a:bodyPr>
          <a:lstStyle/>
          <a:p>
            <a:pPr indent="0" lvl="0" marL="0" rtl="0" algn="ctr">
              <a:spcBef>
                <a:spcPts val="400"/>
              </a:spcBef>
              <a:spcAft>
                <a:spcPts val="0"/>
              </a:spcAft>
              <a:buClr>
                <a:schemeClr val="dk1"/>
              </a:buClr>
              <a:buSzPts val="1100"/>
              <a:buFont typeface="Arial"/>
              <a:buNone/>
            </a:pPr>
            <a:r>
              <a:rPr b="1" lang="en-US" sz="4000"/>
              <a:t>7x R&amp;D ROI</a:t>
            </a:r>
            <a:endParaRPr b="1" sz="4000"/>
          </a:p>
          <a:p>
            <a:pPr indent="0" lvl="0" marL="0" rtl="0" algn="l">
              <a:spcBef>
                <a:spcPts val="4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15"/>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But there are more benefits than just pure R&amp;D</a:t>
            </a:r>
            <a:endParaRPr/>
          </a:p>
        </p:txBody>
      </p:sp>
      <p:sp>
        <p:nvSpPr>
          <p:cNvPr id="780" name="Google Shape;780;p115"/>
          <p:cNvSpPr txBox="1"/>
          <p:nvPr>
            <p:ph idx="1" type="body"/>
          </p:nvPr>
        </p:nvSpPr>
        <p:spPr>
          <a:xfrm>
            <a:off x="334000" y="697450"/>
            <a:ext cx="4127100" cy="4311300"/>
          </a:xfrm>
          <a:prstGeom prst="rect">
            <a:avLst/>
          </a:prstGeom>
        </p:spPr>
        <p:txBody>
          <a:bodyPr anchorCtr="0" anchor="t" bIns="91425" lIns="91425" spcFirstLastPara="1" rIns="91425" wrap="square" tIns="91425">
            <a:noAutofit/>
          </a:bodyPr>
          <a:lstStyle/>
          <a:p>
            <a:pPr indent="-323850" lvl="0" marL="457200" rtl="0" algn="l">
              <a:spcBef>
                <a:spcPts val="400"/>
              </a:spcBef>
              <a:spcAft>
                <a:spcPts val="0"/>
              </a:spcAft>
              <a:buSzPts val="1500"/>
              <a:buChar char="➔"/>
            </a:pPr>
            <a:r>
              <a:rPr lang="en-US" sz="1500"/>
              <a:t>Leadership</a:t>
            </a:r>
            <a:endParaRPr sz="1500"/>
          </a:p>
          <a:p>
            <a:pPr indent="-311150" lvl="1" marL="914400" rtl="0" algn="l">
              <a:spcBef>
                <a:spcPts val="1000"/>
              </a:spcBef>
              <a:spcAft>
                <a:spcPts val="0"/>
              </a:spcAft>
              <a:buSzPts val="1300"/>
              <a:buChar char="◆"/>
            </a:pPr>
            <a:r>
              <a:rPr lang="en-US" sz="1300"/>
              <a:t>Top contributing organizations in best position to drive </a:t>
            </a:r>
            <a:r>
              <a:rPr lang="en-US" sz="1300"/>
              <a:t>ecosystem</a:t>
            </a:r>
            <a:r>
              <a:rPr lang="en-US" sz="1300"/>
              <a:t> direction.</a:t>
            </a:r>
            <a:endParaRPr sz="1300"/>
          </a:p>
          <a:p>
            <a:pPr indent="-311150" lvl="1" marL="914400" rtl="0" algn="l">
              <a:spcBef>
                <a:spcPts val="1000"/>
              </a:spcBef>
              <a:spcAft>
                <a:spcPts val="0"/>
              </a:spcAft>
              <a:buSzPts val="1300"/>
              <a:buChar char="◆"/>
            </a:pPr>
            <a:r>
              <a:rPr lang="en-US" sz="1300"/>
              <a:t>End-users more likely to work with vendors who are primary contributors and invest in upstream projects.</a:t>
            </a:r>
            <a:endParaRPr sz="1300"/>
          </a:p>
          <a:p>
            <a:pPr indent="-330200" lvl="0" marL="457200" rtl="0" algn="l">
              <a:spcBef>
                <a:spcPts val="1000"/>
              </a:spcBef>
              <a:spcAft>
                <a:spcPts val="0"/>
              </a:spcAft>
              <a:buSzPts val="1600"/>
              <a:buChar char="➔"/>
            </a:pPr>
            <a:r>
              <a:rPr lang="en-US" sz="1600"/>
              <a:t>Supply chain efficiencies</a:t>
            </a:r>
            <a:endParaRPr sz="1600"/>
          </a:p>
          <a:p>
            <a:pPr indent="-311150" lvl="1" marL="914400" rtl="0" algn="l">
              <a:spcBef>
                <a:spcPts val="1000"/>
              </a:spcBef>
              <a:spcAft>
                <a:spcPts val="0"/>
              </a:spcAft>
              <a:buSzPts val="1300"/>
              <a:buChar char="◆"/>
            </a:pPr>
            <a:r>
              <a:rPr lang="en-US" sz="1300"/>
              <a:t>License and security vulnerability management done in upstream project</a:t>
            </a:r>
            <a:endParaRPr sz="1300"/>
          </a:p>
          <a:p>
            <a:pPr indent="-311150" lvl="1" marL="914400" rtl="0" algn="l">
              <a:spcBef>
                <a:spcPts val="1000"/>
              </a:spcBef>
              <a:spcAft>
                <a:spcPts val="0"/>
              </a:spcAft>
              <a:buSzPts val="1300"/>
              <a:buChar char="◆"/>
            </a:pPr>
            <a:r>
              <a:rPr lang="en-US" sz="1300"/>
              <a:t>Partner and developer onboarding can leverage broad community versus specific vendor resources.</a:t>
            </a:r>
            <a:endParaRPr sz="1300"/>
          </a:p>
          <a:p>
            <a:pPr indent="-323850" lvl="0" marL="457200" rtl="0" algn="l">
              <a:spcBef>
                <a:spcPts val="1000"/>
              </a:spcBef>
              <a:spcAft>
                <a:spcPts val="0"/>
              </a:spcAft>
              <a:buSzPts val="1500"/>
              <a:buChar char="➔"/>
            </a:pPr>
            <a:r>
              <a:rPr lang="en-US" sz="1500"/>
              <a:t>Vendor-neutral outreach and training</a:t>
            </a:r>
            <a:endParaRPr sz="1500"/>
          </a:p>
          <a:p>
            <a:pPr indent="-311150" lvl="1" marL="914400" rtl="0" algn="l">
              <a:spcBef>
                <a:spcPts val="1000"/>
              </a:spcBef>
              <a:spcAft>
                <a:spcPts val="0"/>
              </a:spcAft>
              <a:buSzPts val="1300"/>
              <a:buChar char="◆"/>
            </a:pPr>
            <a:r>
              <a:rPr lang="en-US" sz="1300"/>
              <a:t>Technology enablement done at project level</a:t>
            </a:r>
            <a:endParaRPr sz="1300"/>
          </a:p>
          <a:p>
            <a:pPr indent="-311150" lvl="1" marL="914400" rtl="0" algn="l">
              <a:spcBef>
                <a:spcPts val="1000"/>
              </a:spcBef>
              <a:spcAft>
                <a:spcPts val="1000"/>
              </a:spcAft>
              <a:buSzPts val="1300"/>
              <a:buChar char="◆"/>
            </a:pPr>
            <a:r>
              <a:rPr lang="en-US" sz="1300"/>
              <a:t>Vendor can focus on specific value adds.</a:t>
            </a:r>
            <a:endParaRPr b="1" sz="1300"/>
          </a:p>
        </p:txBody>
      </p:sp>
      <p:sp>
        <p:nvSpPr>
          <p:cNvPr id="781" name="Google Shape;781;p115"/>
          <p:cNvSpPr txBox="1"/>
          <p:nvPr>
            <p:ph idx="2" type="body"/>
          </p:nvPr>
        </p:nvSpPr>
        <p:spPr>
          <a:xfrm>
            <a:off x="4712200" y="943425"/>
            <a:ext cx="4127100" cy="3554700"/>
          </a:xfrm>
          <a:prstGeom prst="rect">
            <a:avLst/>
          </a:prstGeom>
        </p:spPr>
        <p:txBody>
          <a:bodyPr anchorCtr="0" anchor="ctr" bIns="91425" lIns="91425" spcFirstLastPara="1" rIns="91425" wrap="square" tIns="91425">
            <a:noAutofit/>
          </a:bodyPr>
          <a:lstStyle/>
          <a:p>
            <a:pPr indent="0" lvl="0" marL="0" rtl="0" algn="ctr">
              <a:spcBef>
                <a:spcPts val="400"/>
              </a:spcBef>
              <a:spcAft>
                <a:spcPts val="0"/>
              </a:spcAft>
              <a:buClr>
                <a:schemeClr val="dk1"/>
              </a:buClr>
              <a:buSzPts val="1100"/>
              <a:buFont typeface="Arial"/>
              <a:buNone/>
            </a:pPr>
            <a:r>
              <a:rPr b="1" lang="en-US" sz="3000"/>
              <a:t>Typical ROI 5x-40x</a:t>
            </a:r>
            <a:endParaRPr b="1" sz="3000"/>
          </a:p>
          <a:p>
            <a:pPr indent="0" lvl="0" marL="0" rtl="0" algn="ctr">
              <a:spcBef>
                <a:spcPts val="0"/>
              </a:spcBef>
              <a:spcAft>
                <a:spcPts val="0"/>
              </a:spcAft>
              <a:buClr>
                <a:schemeClr val="dk1"/>
              </a:buClr>
              <a:buSzPts val="1100"/>
              <a:buFont typeface="Arial"/>
              <a:buNone/>
            </a:pPr>
            <a:r>
              <a:rPr b="1" lang="en-US" sz="1300"/>
              <a:t>dependent on membership, staff, and product investment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16"/>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chemeClr val="lt1"/>
                </a:solidFill>
              </a:rPr>
              <a:t>Challenge:</a:t>
            </a:r>
            <a:endParaRPr>
              <a:solidFill>
                <a:schemeClr val="lt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chemeClr val="lt1"/>
                </a:solidFill>
              </a:rPr>
              <a:t>How can we grow and sustain open source on mainframe?</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17"/>
          <p:cNvSpPr/>
          <p:nvPr/>
        </p:nvSpPr>
        <p:spPr>
          <a:xfrm>
            <a:off x="494850" y="1407675"/>
            <a:ext cx="3849600" cy="1164000"/>
          </a:xfrm>
          <a:prstGeom prst="rect">
            <a:avLst/>
          </a:prstGeom>
          <a:noFill/>
          <a:ln cap="flat" cmpd="sng" w="9525">
            <a:solidFill>
              <a:schemeClr val="lt1"/>
            </a:solidFill>
            <a:prstDash val="solid"/>
            <a:round/>
            <a:headEnd len="sm" w="sm" type="none"/>
            <a:tailEnd len="sm" w="sm" type="none"/>
          </a:ln>
        </p:spPr>
        <p:txBody>
          <a:bodyPr anchorCtr="0" anchor="t" bIns="0" lIns="91425" spcFirstLastPara="1" rIns="91425" wrap="square" tIns="182875">
            <a:noAutofit/>
          </a:bodyPr>
          <a:lstStyle/>
          <a:p>
            <a:pPr indent="0" lvl="0" marL="0" marR="0" rtl="0" algn="ctr">
              <a:lnSpc>
                <a:spcPct val="115000"/>
              </a:lnSpc>
              <a:spcBef>
                <a:spcPts val="800"/>
              </a:spcBef>
              <a:spcAft>
                <a:spcPts val="0"/>
              </a:spcAft>
              <a:buClr>
                <a:srgbClr val="000000"/>
              </a:buClr>
              <a:buSzPts val="1100"/>
              <a:buFont typeface="Arial"/>
              <a:buNone/>
            </a:pPr>
            <a:r>
              <a:rPr i="0" lang="en-US" sz="1600" u="none" cap="none" strike="noStrike">
                <a:solidFill>
                  <a:srgbClr val="42B0FF"/>
                </a:solidFill>
                <a:latin typeface="Roboto Slab Medium"/>
                <a:ea typeface="Roboto Slab Medium"/>
                <a:cs typeface="Roboto Slab Medium"/>
                <a:sym typeface="Roboto Slab Medium"/>
              </a:rPr>
              <a:t>Neutrality</a:t>
            </a:r>
            <a:endParaRPr sz="1600">
              <a:solidFill>
                <a:srgbClr val="42B0FF"/>
              </a:solidFill>
              <a:latin typeface="Roboto Slab Medium"/>
              <a:ea typeface="Roboto Slab Medium"/>
              <a:cs typeface="Roboto Slab Medium"/>
              <a:sym typeface="Roboto Slab Medium"/>
            </a:endParaRPr>
          </a:p>
          <a:p>
            <a:pPr indent="0" lvl="0" marL="0" marR="0" rtl="0" algn="ctr">
              <a:lnSpc>
                <a:spcPct val="115000"/>
              </a:lnSpc>
              <a:spcBef>
                <a:spcPts val="400"/>
              </a:spcBef>
              <a:spcAft>
                <a:spcPts val="0"/>
              </a:spcAft>
              <a:buClr>
                <a:srgbClr val="000000"/>
              </a:buClr>
              <a:buSzPts val="1100"/>
              <a:buFont typeface="Arial"/>
              <a:buNone/>
            </a:pPr>
            <a:r>
              <a:rPr b="0" i="0" lang="en-US" sz="1200" u="none" cap="none" strike="noStrike">
                <a:solidFill>
                  <a:schemeClr val="lt1"/>
                </a:solidFill>
                <a:latin typeface="Open Sans"/>
                <a:ea typeface="Open Sans"/>
                <a:cs typeface="Open Sans"/>
                <a:sym typeface="Open Sans"/>
              </a:rPr>
              <a:t>No one company or organization can “take it away” from the community that forms around a project.</a:t>
            </a:r>
            <a:endParaRPr b="0" i="0" sz="11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100" u="none" cap="none" strike="noStrike">
              <a:solidFill>
                <a:schemeClr val="lt1"/>
              </a:solidFill>
              <a:latin typeface="Arial"/>
              <a:ea typeface="Arial"/>
              <a:cs typeface="Arial"/>
              <a:sym typeface="Arial"/>
            </a:endParaRPr>
          </a:p>
        </p:txBody>
      </p:sp>
      <p:sp>
        <p:nvSpPr>
          <p:cNvPr id="793" name="Google Shape;793;p117"/>
          <p:cNvSpPr/>
          <p:nvPr/>
        </p:nvSpPr>
        <p:spPr>
          <a:xfrm>
            <a:off x="494846" y="2781013"/>
            <a:ext cx="3849600" cy="1515000"/>
          </a:xfrm>
          <a:prstGeom prst="rect">
            <a:avLst/>
          </a:prstGeom>
          <a:noFill/>
          <a:ln cap="flat" cmpd="sng" w="9525">
            <a:solidFill>
              <a:schemeClr val="lt1"/>
            </a:solidFill>
            <a:prstDash val="solid"/>
            <a:round/>
            <a:headEnd len="sm" w="sm" type="none"/>
            <a:tailEnd len="sm" w="sm" type="none"/>
          </a:ln>
        </p:spPr>
        <p:txBody>
          <a:bodyPr anchorCtr="0" anchor="t" bIns="0" lIns="91425" spcFirstLastPara="1" rIns="91425" wrap="square" tIns="182875">
            <a:noAutofit/>
          </a:bodyPr>
          <a:lstStyle/>
          <a:p>
            <a:pPr indent="0" lvl="0" marL="0" marR="0" rtl="0" algn="ctr">
              <a:lnSpc>
                <a:spcPct val="100000"/>
              </a:lnSpc>
              <a:spcBef>
                <a:spcPts val="800"/>
              </a:spcBef>
              <a:spcAft>
                <a:spcPts val="0"/>
              </a:spcAft>
              <a:buClr>
                <a:srgbClr val="000000"/>
              </a:buClr>
              <a:buSzPts val="1100"/>
              <a:buFont typeface="Arial"/>
              <a:buNone/>
            </a:pPr>
            <a:r>
              <a:rPr i="0" lang="en-US" sz="1600" u="none" cap="none" strike="noStrike">
                <a:solidFill>
                  <a:srgbClr val="42B0FF"/>
                </a:solidFill>
                <a:latin typeface="Roboto Slab Medium"/>
                <a:ea typeface="Roboto Slab Medium"/>
                <a:cs typeface="Roboto Slab Medium"/>
                <a:sym typeface="Roboto Slab Medium"/>
              </a:rPr>
              <a:t>Open Governance Do-ocracy</a:t>
            </a:r>
            <a:endParaRPr i="0" sz="1600" u="none" cap="none" strike="noStrike">
              <a:solidFill>
                <a:srgbClr val="42B0FF"/>
              </a:solidFill>
              <a:latin typeface="Roboto Slab Medium"/>
              <a:ea typeface="Roboto Slab Medium"/>
              <a:cs typeface="Roboto Slab Medium"/>
              <a:sym typeface="Roboto Slab Medium"/>
            </a:endParaRPr>
          </a:p>
          <a:p>
            <a:pPr indent="0" lvl="0" marL="0" marR="0" rtl="0" algn="ctr">
              <a:lnSpc>
                <a:spcPct val="115000"/>
              </a:lnSpc>
              <a:spcBef>
                <a:spcPts val="400"/>
              </a:spcBef>
              <a:spcAft>
                <a:spcPts val="0"/>
              </a:spcAft>
              <a:buClr>
                <a:srgbClr val="000000"/>
              </a:buClr>
              <a:buSzPts val="1100"/>
              <a:buFont typeface="Arial"/>
              <a:buNone/>
            </a:pPr>
            <a:r>
              <a:rPr b="0" i="0" lang="en-US" sz="1200" u="none" cap="none" strike="noStrike">
                <a:solidFill>
                  <a:schemeClr val="lt1"/>
                </a:solidFill>
                <a:latin typeface="Open Sans"/>
                <a:ea typeface="Open Sans"/>
                <a:cs typeface="Open Sans"/>
                <a:sym typeface="Open Sans"/>
              </a:rPr>
              <a:t>The most successful projects that have stood the test of time have neutral, open governance models where those who do the work make the decisions in a defined governance model.</a:t>
            </a:r>
            <a:endParaRPr b="0" i="0" sz="1200" u="none" cap="none" strike="noStrike">
              <a:solidFill>
                <a:schemeClr val="lt1"/>
              </a:solidFill>
              <a:latin typeface="Open Sans"/>
              <a:ea typeface="Open Sans"/>
              <a:cs typeface="Open Sans"/>
              <a:sym typeface="Open Sans"/>
            </a:endParaRPr>
          </a:p>
        </p:txBody>
      </p:sp>
      <p:sp>
        <p:nvSpPr>
          <p:cNvPr id="794" name="Google Shape;794;p117"/>
          <p:cNvSpPr/>
          <p:nvPr/>
        </p:nvSpPr>
        <p:spPr>
          <a:xfrm>
            <a:off x="4671725" y="1407675"/>
            <a:ext cx="3808500" cy="1164000"/>
          </a:xfrm>
          <a:prstGeom prst="rect">
            <a:avLst/>
          </a:prstGeom>
          <a:noFill/>
          <a:ln cap="flat" cmpd="sng" w="9525">
            <a:solidFill>
              <a:schemeClr val="lt1"/>
            </a:solidFill>
            <a:prstDash val="solid"/>
            <a:round/>
            <a:headEnd len="sm" w="sm" type="none"/>
            <a:tailEnd len="sm" w="sm" type="none"/>
          </a:ln>
        </p:spPr>
        <p:txBody>
          <a:bodyPr anchorCtr="0" anchor="t" bIns="0" lIns="91425" spcFirstLastPara="1" rIns="91425" wrap="square" tIns="182875">
            <a:noAutofit/>
          </a:bodyPr>
          <a:lstStyle/>
          <a:p>
            <a:pPr indent="0" lvl="0" marL="0" marR="0" rtl="0" algn="ctr">
              <a:lnSpc>
                <a:spcPct val="115000"/>
              </a:lnSpc>
              <a:spcBef>
                <a:spcPts val="800"/>
              </a:spcBef>
              <a:spcAft>
                <a:spcPts val="0"/>
              </a:spcAft>
              <a:buClr>
                <a:srgbClr val="000000"/>
              </a:buClr>
              <a:buSzPts val="1100"/>
              <a:buFont typeface="Arial"/>
              <a:buNone/>
            </a:pPr>
            <a:r>
              <a:rPr i="0" lang="en-US" sz="1600" u="none" cap="none" strike="noStrike">
                <a:solidFill>
                  <a:srgbClr val="42B0FF"/>
                </a:solidFill>
                <a:latin typeface="Roboto Slab Medium"/>
                <a:ea typeface="Roboto Slab Medium"/>
                <a:cs typeface="Roboto Slab Medium"/>
                <a:sym typeface="Roboto Slab Medium"/>
              </a:rPr>
              <a:t>IP Clarity</a:t>
            </a:r>
            <a:endParaRPr i="0" sz="1600" u="none" cap="none" strike="noStrike">
              <a:solidFill>
                <a:srgbClr val="42B0FF"/>
              </a:solidFill>
              <a:latin typeface="Roboto Slab Medium"/>
              <a:ea typeface="Roboto Slab Medium"/>
              <a:cs typeface="Roboto Slab Medium"/>
              <a:sym typeface="Roboto Slab Medium"/>
            </a:endParaRPr>
          </a:p>
          <a:p>
            <a:pPr indent="0" lvl="0" marL="0" marR="0" rtl="0" algn="ctr">
              <a:lnSpc>
                <a:spcPct val="115000"/>
              </a:lnSpc>
              <a:spcBef>
                <a:spcPts val="400"/>
              </a:spcBef>
              <a:spcAft>
                <a:spcPts val="0"/>
              </a:spcAft>
              <a:buClr>
                <a:srgbClr val="000000"/>
              </a:buClr>
              <a:buSzPts val="1100"/>
              <a:buFont typeface="Arial"/>
              <a:buNone/>
            </a:pPr>
            <a:r>
              <a:rPr b="0" i="0" lang="en-US" sz="1200" u="none" cap="none" strike="noStrike">
                <a:solidFill>
                  <a:schemeClr val="lt1"/>
                </a:solidFill>
                <a:latin typeface="Open Sans"/>
                <a:ea typeface="Open Sans"/>
                <a:cs typeface="Open Sans"/>
                <a:sym typeface="Open Sans"/>
              </a:rPr>
              <a:t>Removal of IP uncertainty enables anyone to get involved as a contributor or implement as a user.</a:t>
            </a:r>
            <a:endParaRPr b="0" i="0" sz="1200" u="none" cap="none" strike="noStrike">
              <a:solidFill>
                <a:schemeClr val="lt1"/>
              </a:solidFill>
              <a:latin typeface="Open Sans"/>
              <a:ea typeface="Open Sans"/>
              <a:cs typeface="Open Sans"/>
              <a:sym typeface="Open Sans"/>
            </a:endParaRPr>
          </a:p>
        </p:txBody>
      </p:sp>
      <p:sp>
        <p:nvSpPr>
          <p:cNvPr id="795" name="Google Shape;795;p117"/>
          <p:cNvSpPr/>
          <p:nvPr/>
        </p:nvSpPr>
        <p:spPr>
          <a:xfrm>
            <a:off x="4671725" y="2781025"/>
            <a:ext cx="3808500" cy="1515000"/>
          </a:xfrm>
          <a:prstGeom prst="rect">
            <a:avLst/>
          </a:prstGeom>
          <a:noFill/>
          <a:ln cap="flat" cmpd="sng" w="9525">
            <a:solidFill>
              <a:schemeClr val="lt1"/>
            </a:solidFill>
            <a:prstDash val="solid"/>
            <a:round/>
            <a:headEnd len="sm" w="sm" type="none"/>
            <a:tailEnd len="sm" w="sm" type="none"/>
          </a:ln>
        </p:spPr>
        <p:txBody>
          <a:bodyPr anchorCtr="0" anchor="t" bIns="0" lIns="91425" spcFirstLastPara="1" rIns="91425" wrap="square" tIns="182875">
            <a:noAutofit/>
          </a:bodyPr>
          <a:lstStyle/>
          <a:p>
            <a:pPr indent="0" lvl="0" marL="0" marR="0" rtl="0" algn="ctr">
              <a:lnSpc>
                <a:spcPct val="100000"/>
              </a:lnSpc>
              <a:spcBef>
                <a:spcPts val="800"/>
              </a:spcBef>
              <a:spcAft>
                <a:spcPts val="0"/>
              </a:spcAft>
              <a:buClr>
                <a:srgbClr val="000000"/>
              </a:buClr>
              <a:buSzPts val="1100"/>
              <a:buFont typeface="Arial"/>
              <a:buNone/>
            </a:pPr>
            <a:r>
              <a:rPr lang="en-US" sz="1600">
                <a:solidFill>
                  <a:srgbClr val="42B0FF"/>
                </a:solidFill>
                <a:latin typeface="Roboto Slab Medium"/>
                <a:ea typeface="Roboto Slab Medium"/>
                <a:cs typeface="Roboto Slab Medium"/>
                <a:sym typeface="Roboto Slab Medium"/>
              </a:rPr>
              <a:t>Financial</a:t>
            </a:r>
            <a:r>
              <a:rPr i="0" lang="en-US" sz="1600" u="none" cap="none" strike="noStrike">
                <a:solidFill>
                  <a:srgbClr val="42B0FF"/>
                </a:solidFill>
                <a:latin typeface="Roboto Slab Medium"/>
                <a:ea typeface="Roboto Slab Medium"/>
                <a:cs typeface="Roboto Slab Medium"/>
                <a:sym typeface="Roboto Slab Medium"/>
              </a:rPr>
              <a:t> Support Ecosystem</a:t>
            </a:r>
            <a:endParaRPr i="0" sz="1600" u="none" cap="none" strike="noStrike">
              <a:solidFill>
                <a:srgbClr val="42B0FF"/>
              </a:solidFill>
              <a:latin typeface="Roboto Slab Medium"/>
              <a:ea typeface="Roboto Slab Medium"/>
              <a:cs typeface="Roboto Slab Medium"/>
              <a:sym typeface="Roboto Slab Medium"/>
            </a:endParaRPr>
          </a:p>
          <a:p>
            <a:pPr indent="0" lvl="0" marL="0" marR="0" rtl="0" algn="ctr">
              <a:lnSpc>
                <a:spcPct val="115000"/>
              </a:lnSpc>
              <a:spcBef>
                <a:spcPts val="400"/>
              </a:spcBef>
              <a:spcAft>
                <a:spcPts val="0"/>
              </a:spcAft>
              <a:buClr>
                <a:srgbClr val="000000"/>
              </a:buClr>
              <a:buSzPts val="1100"/>
              <a:buFont typeface="Arial"/>
              <a:buNone/>
            </a:pPr>
            <a:r>
              <a:rPr b="0" i="0" lang="en-US" sz="1200" u="none" cap="none" strike="noStrike">
                <a:solidFill>
                  <a:schemeClr val="lt1"/>
                </a:solidFill>
                <a:latin typeface="Open Sans"/>
                <a:ea typeface="Open Sans"/>
                <a:cs typeface="Open Sans"/>
                <a:sym typeface="Open Sans"/>
              </a:rPr>
              <a:t>Encouraging </a:t>
            </a:r>
            <a:r>
              <a:rPr lang="en-US" sz="1200">
                <a:solidFill>
                  <a:schemeClr val="lt1"/>
                </a:solidFill>
                <a:latin typeface="Open Sans"/>
                <a:ea typeface="Open Sans"/>
                <a:cs typeface="Open Sans"/>
                <a:sym typeface="Open Sans"/>
              </a:rPr>
              <a:t>academic, government, and </a:t>
            </a:r>
            <a:r>
              <a:rPr b="0" i="0" lang="en-US" sz="1200" u="none" cap="none" strike="noStrike">
                <a:solidFill>
                  <a:schemeClr val="lt1"/>
                </a:solidFill>
                <a:latin typeface="Open Sans"/>
                <a:ea typeface="Open Sans"/>
                <a:cs typeface="Open Sans"/>
                <a:sym typeface="Open Sans"/>
              </a:rPr>
              <a:t>commercial engagement in </a:t>
            </a:r>
            <a:br>
              <a:rPr b="0" i="0" lang="en-US" sz="1200" u="none" cap="none" strike="noStrike">
                <a:solidFill>
                  <a:schemeClr val="lt1"/>
                </a:solidFill>
                <a:latin typeface="Open Sans"/>
                <a:ea typeface="Open Sans"/>
                <a:cs typeface="Open Sans"/>
                <a:sym typeface="Open Sans"/>
              </a:rPr>
            </a:br>
            <a:r>
              <a:rPr b="0" i="0" lang="en-US" sz="1200" u="none" cap="none" strike="noStrike">
                <a:solidFill>
                  <a:schemeClr val="lt1"/>
                </a:solidFill>
                <a:latin typeface="Open Sans"/>
                <a:ea typeface="Open Sans"/>
                <a:cs typeface="Open Sans"/>
                <a:sym typeface="Open Sans"/>
              </a:rPr>
              <a:t>leads to jobs, faster adoption, </a:t>
            </a:r>
            <a:br>
              <a:rPr b="0" i="0" lang="en-US" sz="1200" u="none" cap="none" strike="noStrike">
                <a:solidFill>
                  <a:schemeClr val="lt1"/>
                </a:solidFill>
                <a:latin typeface="Open Sans"/>
                <a:ea typeface="Open Sans"/>
                <a:cs typeface="Open Sans"/>
                <a:sym typeface="Open Sans"/>
              </a:rPr>
            </a:br>
            <a:r>
              <a:rPr b="0" i="0" lang="en-US" sz="1200" u="none" cap="none" strike="noStrike">
                <a:solidFill>
                  <a:schemeClr val="lt1"/>
                </a:solidFill>
                <a:latin typeface="Open Sans"/>
                <a:ea typeface="Open Sans"/>
                <a:cs typeface="Open Sans"/>
                <a:sym typeface="Open Sans"/>
              </a:rPr>
              <a:t>new contributions and features that address </a:t>
            </a:r>
            <a:br>
              <a:rPr b="0" i="0" lang="en-US" sz="1200" u="none" cap="none" strike="noStrike">
                <a:solidFill>
                  <a:schemeClr val="lt1"/>
                </a:solidFill>
                <a:latin typeface="Open Sans"/>
                <a:ea typeface="Open Sans"/>
                <a:cs typeface="Open Sans"/>
                <a:sym typeface="Open Sans"/>
              </a:rPr>
            </a:br>
            <a:r>
              <a:rPr b="0" i="0" lang="en-US" sz="1200" u="none" cap="none" strike="noStrike">
                <a:solidFill>
                  <a:schemeClr val="lt1"/>
                </a:solidFill>
                <a:latin typeface="Open Sans"/>
                <a:ea typeface="Open Sans"/>
                <a:cs typeface="Open Sans"/>
                <a:sym typeface="Open Sans"/>
              </a:rPr>
              <a:t>new use cases.</a:t>
            </a:r>
            <a:endParaRPr b="0" i="0" sz="1100" u="none" cap="none" strike="noStrike">
              <a:solidFill>
                <a:schemeClr val="lt1"/>
              </a:solidFill>
              <a:latin typeface="Arial"/>
              <a:ea typeface="Arial"/>
              <a:cs typeface="Arial"/>
              <a:sym typeface="Arial"/>
            </a:endParaRPr>
          </a:p>
        </p:txBody>
      </p:sp>
      <p:sp>
        <p:nvSpPr>
          <p:cNvPr id="796" name="Google Shape;796;p117"/>
          <p:cNvSpPr txBox="1"/>
          <p:nvPr>
            <p:ph idx="4294967295" type="title"/>
          </p:nvPr>
        </p:nvSpPr>
        <p:spPr>
          <a:xfrm>
            <a:off x="457200" y="411480"/>
            <a:ext cx="8039400" cy="701700"/>
          </a:xfrm>
          <a:prstGeom prst="rect">
            <a:avLst/>
          </a:prstGeom>
          <a:noFill/>
          <a:ln>
            <a:noFill/>
          </a:ln>
        </p:spPr>
        <p:txBody>
          <a:bodyPr anchorCtr="0" anchor="ctr" bIns="34275" lIns="68575" spcFirstLastPara="1" rIns="68575" wrap="square" tIns="34275">
            <a:noAutofit/>
          </a:bodyPr>
          <a:lstStyle/>
          <a:p>
            <a:pPr indent="0" lvl="0" marL="0" rtl="0" algn="ctr">
              <a:lnSpc>
                <a:spcPct val="115000"/>
              </a:lnSpc>
              <a:spcBef>
                <a:spcPts val="0"/>
              </a:spcBef>
              <a:spcAft>
                <a:spcPts val="0"/>
              </a:spcAft>
              <a:buSzPts val="1400"/>
              <a:buNone/>
            </a:pPr>
            <a:r>
              <a:rPr lang="en-US" sz="2200">
                <a:solidFill>
                  <a:schemeClr val="lt1"/>
                </a:solidFill>
                <a:latin typeface="Roboto Slab"/>
                <a:ea typeface="Roboto Slab"/>
                <a:cs typeface="Roboto Slab"/>
                <a:sym typeface="Roboto Slab"/>
              </a:rPr>
              <a:t>Successful open collaboration ecosystems </a:t>
            </a:r>
            <a:br>
              <a:rPr lang="en-US" sz="2200">
                <a:solidFill>
                  <a:schemeClr val="lt1"/>
                </a:solidFill>
                <a:latin typeface="Roboto Slab"/>
                <a:ea typeface="Roboto Slab"/>
                <a:cs typeface="Roboto Slab"/>
                <a:sym typeface="Roboto Slab"/>
              </a:rPr>
            </a:br>
            <a:r>
              <a:rPr lang="en-US" sz="2200">
                <a:solidFill>
                  <a:schemeClr val="lt1"/>
                </a:solidFill>
                <a:latin typeface="Roboto Slab"/>
                <a:ea typeface="Roboto Slab"/>
                <a:cs typeface="Roboto Slab"/>
                <a:sym typeface="Roboto Slab"/>
              </a:rPr>
              <a:t>comes down to four core factors.</a:t>
            </a:r>
            <a:endParaRPr sz="2200">
              <a:solidFill>
                <a:schemeClr val="lt1"/>
              </a:solidFill>
              <a:latin typeface="Roboto Slab"/>
              <a:ea typeface="Roboto Slab"/>
              <a:cs typeface="Roboto Slab"/>
              <a:sym typeface="Roboto Slab"/>
            </a:endParaRPr>
          </a:p>
        </p:txBody>
      </p:sp>
      <p:sp>
        <p:nvSpPr>
          <p:cNvPr id="797" name="Google Shape;797;p11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18"/>
          <p:cNvSpPr txBox="1"/>
          <p:nvPr>
            <p:ph idx="4294967295" type="body"/>
          </p:nvPr>
        </p:nvSpPr>
        <p:spPr>
          <a:xfrm>
            <a:off x="222625" y="106675"/>
            <a:ext cx="6146400" cy="43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000">
                <a:solidFill>
                  <a:schemeClr val="lt1"/>
                </a:solidFill>
              </a:rPr>
              <a:t>Enter Open Mainframe Project</a:t>
            </a:r>
            <a:endParaRPr sz="3000">
              <a:solidFill>
                <a:schemeClr val="lt1"/>
              </a:solidFill>
            </a:endParaRPr>
          </a:p>
          <a:p>
            <a:pPr indent="0" lvl="0" marL="0" rtl="0" algn="l">
              <a:spcBef>
                <a:spcPts val="400"/>
              </a:spcBef>
              <a:spcAft>
                <a:spcPts val="0"/>
              </a:spcAft>
              <a:buNone/>
            </a:pPr>
            <a:r>
              <a:rPr lang="en-US">
                <a:solidFill>
                  <a:schemeClr val="lt1"/>
                </a:solidFill>
              </a:rPr>
              <a:t>Open Mainframe Project believes…</a:t>
            </a:r>
            <a:endParaRPr>
              <a:solidFill>
                <a:schemeClr val="lt1"/>
              </a:solidFill>
            </a:endParaRPr>
          </a:p>
          <a:p>
            <a:pPr indent="-355600" lvl="0" marL="457200" rtl="0" algn="l">
              <a:spcBef>
                <a:spcPts val="1000"/>
              </a:spcBef>
              <a:spcAft>
                <a:spcPts val="0"/>
              </a:spcAft>
              <a:buClr>
                <a:schemeClr val="lt1"/>
              </a:buClr>
              <a:buSzPts val="2000"/>
              <a:buChar char="➔"/>
            </a:pPr>
            <a:r>
              <a:rPr lang="en-US">
                <a:solidFill>
                  <a:schemeClr val="lt1"/>
                </a:solidFill>
              </a:rPr>
              <a:t>that leading organizations leverage </a:t>
            </a:r>
            <a:r>
              <a:rPr lang="en-US">
                <a:solidFill>
                  <a:schemeClr val="lt1"/>
                </a:solidFill>
              </a:rPr>
              <a:t>their</a:t>
            </a:r>
            <a:r>
              <a:rPr lang="en-US">
                <a:solidFill>
                  <a:schemeClr val="lt1"/>
                </a:solidFill>
              </a:rPr>
              <a:t> </a:t>
            </a:r>
            <a:r>
              <a:rPr b="1" lang="en-US">
                <a:solidFill>
                  <a:schemeClr val="lt1"/>
                </a:solidFill>
              </a:rPr>
              <a:t>technology</a:t>
            </a:r>
            <a:r>
              <a:rPr b="1" lang="en-US">
                <a:solidFill>
                  <a:schemeClr val="lt1"/>
                </a:solidFill>
              </a:rPr>
              <a:t> infrastructure as a competitive advantage</a:t>
            </a:r>
            <a:r>
              <a:rPr lang="en-US">
                <a:solidFill>
                  <a:schemeClr val="lt1"/>
                </a:solidFill>
              </a:rPr>
              <a:t>.</a:t>
            </a:r>
            <a:endParaRPr>
              <a:solidFill>
                <a:schemeClr val="lt1"/>
              </a:solidFill>
            </a:endParaRPr>
          </a:p>
          <a:p>
            <a:pPr indent="-355600" lvl="0" marL="457200" rtl="0" algn="l">
              <a:spcBef>
                <a:spcPts val="1000"/>
              </a:spcBef>
              <a:spcAft>
                <a:spcPts val="0"/>
              </a:spcAft>
              <a:buClr>
                <a:schemeClr val="lt1"/>
              </a:buClr>
              <a:buSzPts val="2000"/>
              <a:buChar char="➔"/>
            </a:pPr>
            <a:r>
              <a:rPr lang="en-US">
                <a:solidFill>
                  <a:schemeClr val="lt1"/>
                </a:solidFill>
              </a:rPr>
              <a:t>that the mainframe design principles of </a:t>
            </a:r>
            <a:r>
              <a:rPr b="1" lang="en-US">
                <a:solidFill>
                  <a:schemeClr val="lt1"/>
                </a:solidFill>
              </a:rPr>
              <a:t>security, stability, </a:t>
            </a:r>
            <a:r>
              <a:rPr b="1" lang="en-US">
                <a:solidFill>
                  <a:schemeClr val="lt1"/>
                </a:solidFill>
              </a:rPr>
              <a:t>scalability, and performance are important</a:t>
            </a:r>
            <a:r>
              <a:rPr lang="en-US">
                <a:solidFill>
                  <a:schemeClr val="lt1"/>
                </a:solidFill>
              </a:rPr>
              <a:t> to these leading organizations</a:t>
            </a:r>
            <a:endParaRPr>
              <a:solidFill>
                <a:schemeClr val="lt1"/>
              </a:solidFill>
            </a:endParaRPr>
          </a:p>
          <a:p>
            <a:pPr indent="-355600" lvl="0" marL="457200" rtl="0" algn="l">
              <a:spcBef>
                <a:spcPts val="1000"/>
              </a:spcBef>
              <a:spcAft>
                <a:spcPts val="0"/>
              </a:spcAft>
              <a:buClr>
                <a:schemeClr val="lt1"/>
              </a:buClr>
              <a:buSzPts val="2000"/>
              <a:buChar char="➔"/>
            </a:pPr>
            <a:r>
              <a:rPr b="1" lang="en-US">
                <a:solidFill>
                  <a:schemeClr val="lt1"/>
                </a:solidFill>
              </a:rPr>
              <a:t>having the mainframe interoperable</a:t>
            </a:r>
            <a:r>
              <a:rPr lang="en-US">
                <a:solidFill>
                  <a:schemeClr val="lt1"/>
                </a:solidFill>
              </a:rPr>
              <a:t> in a hybrid infrastructure enables leading organizations to realizes it’s benefits.</a:t>
            </a:r>
            <a:endParaRPr>
              <a:solidFill>
                <a:schemeClr val="lt1"/>
              </a:solidFill>
            </a:endParaRPr>
          </a:p>
          <a:p>
            <a:pPr indent="-355600" lvl="0" marL="457200" rtl="0" algn="l">
              <a:spcBef>
                <a:spcPts val="1000"/>
              </a:spcBef>
              <a:spcAft>
                <a:spcPts val="1000"/>
              </a:spcAft>
              <a:buClr>
                <a:schemeClr val="lt1"/>
              </a:buClr>
              <a:buSzPts val="2000"/>
              <a:buChar char="➔"/>
            </a:pPr>
            <a:r>
              <a:rPr lang="en-US">
                <a:solidFill>
                  <a:schemeClr val="lt1"/>
                </a:solidFill>
              </a:rPr>
              <a:t>technical advancements that are needed by the mainframe community can be </a:t>
            </a:r>
            <a:r>
              <a:rPr b="1" lang="en-US">
                <a:solidFill>
                  <a:schemeClr val="lt1"/>
                </a:solidFill>
              </a:rPr>
              <a:t>better achieved through open source</a:t>
            </a:r>
            <a:r>
              <a:rPr lang="en-US">
                <a:solidFill>
                  <a:schemeClr val="lt1"/>
                </a:solidFill>
              </a:rPr>
              <a:t>.</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19"/>
          <p:cNvSpPr txBox="1"/>
          <p:nvPr>
            <p:ph type="title"/>
          </p:nvPr>
        </p:nvSpPr>
        <p:spPr>
          <a:xfrm>
            <a:off x="526800" y="767375"/>
            <a:ext cx="3726600" cy="15645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1400"/>
              <a:buNone/>
            </a:pPr>
            <a:r>
              <a:rPr lang="en-US" sz="2200">
                <a:solidFill>
                  <a:schemeClr val="accent2"/>
                </a:solidFill>
                <a:latin typeface="Roboto Slab"/>
                <a:ea typeface="Roboto Slab"/>
                <a:cs typeface="Roboto Slab"/>
                <a:sym typeface="Roboto Slab"/>
              </a:rPr>
              <a:t>Projects support a continuous, sustainable ecosystem.</a:t>
            </a:r>
            <a:endParaRPr sz="2200">
              <a:solidFill>
                <a:schemeClr val="accent2"/>
              </a:solidFill>
              <a:latin typeface="Roboto Slab"/>
              <a:ea typeface="Roboto Slab"/>
              <a:cs typeface="Roboto Slab"/>
              <a:sym typeface="Roboto Slab"/>
            </a:endParaRPr>
          </a:p>
        </p:txBody>
      </p:sp>
      <p:sp>
        <p:nvSpPr>
          <p:cNvPr id="809" name="Google Shape;809;p119"/>
          <p:cNvSpPr txBox="1"/>
          <p:nvPr>
            <p:ph idx="4294967295" type="body"/>
          </p:nvPr>
        </p:nvSpPr>
        <p:spPr>
          <a:xfrm>
            <a:off x="468650" y="1890350"/>
            <a:ext cx="3592800" cy="2590200"/>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800"/>
              </a:spcBef>
              <a:spcAft>
                <a:spcPts val="0"/>
              </a:spcAft>
              <a:buSzPts val="1800"/>
              <a:buNone/>
            </a:pPr>
            <a:r>
              <a:rPr lang="en-US" sz="1200">
                <a:solidFill>
                  <a:schemeClr val="dk1"/>
                </a:solidFill>
                <a:latin typeface="Open Sans"/>
                <a:ea typeface="Open Sans"/>
                <a:cs typeface="Open Sans"/>
                <a:sym typeface="Open Sans"/>
              </a:rPr>
              <a:t>Under the LF model projects become part of a continuous, sustainable ecosystem</a:t>
            </a:r>
            <a:endParaRPr sz="1200">
              <a:solidFill>
                <a:schemeClr val="dk1"/>
              </a:solidFill>
              <a:latin typeface="Open Sans"/>
              <a:ea typeface="Open Sans"/>
              <a:cs typeface="Open Sans"/>
              <a:sym typeface="Open Sans"/>
            </a:endParaRPr>
          </a:p>
          <a:p>
            <a:pPr indent="-177800" lvl="0" marL="177800" rtl="0" algn="l">
              <a:lnSpc>
                <a:spcPct val="100000"/>
              </a:lnSpc>
              <a:spcBef>
                <a:spcPts val="800"/>
              </a:spcBef>
              <a:spcAft>
                <a:spcPts val="0"/>
              </a:spcAft>
              <a:buSzPts val="1200"/>
              <a:buChar char="●"/>
            </a:pPr>
            <a:r>
              <a:rPr lang="en-US" sz="1200">
                <a:latin typeface="Open Sans"/>
                <a:ea typeface="Open Sans"/>
                <a:cs typeface="Open Sans"/>
                <a:sym typeface="Open Sans"/>
              </a:rPr>
              <a:t>Sustainable projects have a developer community </a:t>
            </a:r>
            <a:endParaRPr sz="1200">
              <a:latin typeface="Open Sans"/>
              <a:ea typeface="Open Sans"/>
              <a:cs typeface="Open Sans"/>
              <a:sym typeface="Open Sans"/>
            </a:endParaRPr>
          </a:p>
          <a:p>
            <a:pPr indent="-177800" lvl="0" marL="177800" rtl="0" algn="l">
              <a:lnSpc>
                <a:spcPct val="100000"/>
              </a:lnSpc>
              <a:spcBef>
                <a:spcPts val="800"/>
              </a:spcBef>
              <a:spcAft>
                <a:spcPts val="0"/>
              </a:spcAft>
              <a:buSzPts val="1200"/>
              <a:buChar char="●"/>
            </a:pPr>
            <a:r>
              <a:rPr lang="en-US" sz="1200">
                <a:latin typeface="Open Sans"/>
                <a:ea typeface="Open Sans"/>
                <a:cs typeface="Open Sans"/>
                <a:sym typeface="Open Sans"/>
              </a:rPr>
              <a:t>A developer community’s technology is used in commercial solutions that profit businesses</a:t>
            </a:r>
            <a:endParaRPr sz="1200">
              <a:latin typeface="Open Sans"/>
              <a:ea typeface="Open Sans"/>
              <a:cs typeface="Open Sans"/>
              <a:sym typeface="Open Sans"/>
            </a:endParaRPr>
          </a:p>
          <a:p>
            <a:pPr indent="-177800" lvl="0" marL="177800" rtl="0" algn="l">
              <a:lnSpc>
                <a:spcPct val="100000"/>
              </a:lnSpc>
              <a:spcBef>
                <a:spcPts val="800"/>
              </a:spcBef>
              <a:spcAft>
                <a:spcPts val="0"/>
              </a:spcAft>
              <a:buSzPts val="1200"/>
              <a:buChar char="●"/>
            </a:pPr>
            <a:r>
              <a:rPr lang="en-US" sz="1200">
                <a:latin typeface="Open Sans"/>
                <a:ea typeface="Open Sans"/>
                <a:cs typeface="Open Sans"/>
                <a:sym typeface="Open Sans"/>
              </a:rPr>
              <a:t>The businesses then participate and reinvest back into the project </a:t>
            </a:r>
            <a:endParaRPr sz="1200">
              <a:latin typeface="Open Sans"/>
              <a:ea typeface="Open Sans"/>
              <a:cs typeface="Open Sans"/>
              <a:sym typeface="Open Sans"/>
            </a:endParaRPr>
          </a:p>
          <a:p>
            <a:pPr indent="-177800" lvl="0" marL="177800" rtl="0" algn="l">
              <a:lnSpc>
                <a:spcPct val="100000"/>
              </a:lnSpc>
              <a:spcBef>
                <a:spcPts val="800"/>
              </a:spcBef>
              <a:spcAft>
                <a:spcPts val="0"/>
              </a:spcAft>
              <a:buSzPts val="1200"/>
              <a:buChar char="●"/>
            </a:pPr>
            <a:r>
              <a:rPr lang="en-US" sz="1200">
                <a:latin typeface="Open Sans"/>
                <a:ea typeface="Open Sans"/>
                <a:cs typeface="Open Sans"/>
                <a:sym typeface="Open Sans"/>
              </a:rPr>
              <a:t>The businesses then hire developers to work in the community</a:t>
            </a:r>
            <a:endParaRPr sz="1200">
              <a:latin typeface="Open Sans"/>
              <a:ea typeface="Open Sans"/>
              <a:cs typeface="Open Sans"/>
              <a:sym typeface="Open Sans"/>
            </a:endParaRPr>
          </a:p>
        </p:txBody>
      </p:sp>
      <p:grpSp>
        <p:nvGrpSpPr>
          <p:cNvPr id="810" name="Google Shape;810;p119"/>
          <p:cNvGrpSpPr/>
          <p:nvPr/>
        </p:nvGrpSpPr>
        <p:grpSpPr>
          <a:xfrm>
            <a:off x="4888050" y="1004700"/>
            <a:ext cx="3962813" cy="2486731"/>
            <a:chOff x="1623681" y="1952468"/>
            <a:chExt cx="8717143" cy="3756391"/>
          </a:xfrm>
        </p:grpSpPr>
        <p:sp>
          <p:nvSpPr>
            <p:cNvPr id="811" name="Google Shape;811;p119"/>
            <p:cNvSpPr txBox="1"/>
            <p:nvPr/>
          </p:nvSpPr>
          <p:spPr>
            <a:xfrm>
              <a:off x="1623681" y="3705074"/>
              <a:ext cx="2370000" cy="543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1" i="0" lang="en-US" sz="1000" u="none" cap="none" strike="noStrike">
                  <a:solidFill>
                    <a:schemeClr val="lt1"/>
                  </a:solidFill>
                  <a:latin typeface="Open Sans"/>
                  <a:ea typeface="Open Sans"/>
                  <a:cs typeface="Open Sans"/>
                  <a:sym typeface="Open Sans"/>
                </a:rPr>
                <a:t>Community</a:t>
              </a:r>
              <a:br>
                <a:rPr b="1" i="0" lang="en-US" sz="1000" u="none" cap="none" strike="noStrike">
                  <a:solidFill>
                    <a:schemeClr val="lt1"/>
                  </a:solidFill>
                  <a:latin typeface="Open Sans"/>
                  <a:ea typeface="Open Sans"/>
                  <a:cs typeface="Open Sans"/>
                  <a:sym typeface="Open Sans"/>
                </a:rPr>
              </a:br>
              <a:r>
                <a:rPr b="1" i="0" lang="en-US" sz="1000" u="none" cap="none" strike="noStrike">
                  <a:solidFill>
                    <a:schemeClr val="lt1"/>
                  </a:solidFill>
                  <a:latin typeface="Open Sans"/>
                  <a:ea typeface="Open Sans"/>
                  <a:cs typeface="Open Sans"/>
                  <a:sym typeface="Open Sans"/>
                </a:rPr>
                <a:t>Development</a:t>
              </a:r>
              <a:endParaRPr b="1" i="0" sz="1000" u="none" cap="none" strike="noStrike">
                <a:solidFill>
                  <a:schemeClr val="lt1"/>
                </a:solidFill>
                <a:latin typeface="Open Sans"/>
                <a:ea typeface="Open Sans"/>
                <a:cs typeface="Open Sans"/>
                <a:sym typeface="Open Sans"/>
              </a:endParaRPr>
            </a:p>
          </p:txBody>
        </p:sp>
        <p:sp>
          <p:nvSpPr>
            <p:cNvPr id="812" name="Google Shape;812;p119"/>
            <p:cNvSpPr txBox="1"/>
            <p:nvPr/>
          </p:nvSpPr>
          <p:spPr>
            <a:xfrm>
              <a:off x="4300815" y="1952468"/>
              <a:ext cx="3347400" cy="4761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1" i="0" lang="en-US" sz="1000" u="none" cap="none" strike="noStrike">
                  <a:solidFill>
                    <a:schemeClr val="lt1"/>
                  </a:solidFill>
                  <a:latin typeface="Open Sans"/>
                  <a:ea typeface="Open Sans"/>
                  <a:cs typeface="Open Sans"/>
                  <a:sym typeface="Open Sans"/>
                </a:rPr>
                <a:t>Commercial Products/Solutions</a:t>
              </a:r>
              <a:endParaRPr b="1" i="0" sz="1000" u="none" cap="none" strike="noStrike">
                <a:solidFill>
                  <a:schemeClr val="lt1"/>
                </a:solidFill>
                <a:latin typeface="Open Sans"/>
                <a:ea typeface="Open Sans"/>
                <a:cs typeface="Open Sans"/>
                <a:sym typeface="Open Sans"/>
              </a:endParaRPr>
            </a:p>
          </p:txBody>
        </p:sp>
        <p:sp>
          <p:nvSpPr>
            <p:cNvPr id="813" name="Google Shape;813;p119"/>
            <p:cNvSpPr txBox="1"/>
            <p:nvPr/>
          </p:nvSpPr>
          <p:spPr>
            <a:xfrm>
              <a:off x="7648324" y="3496025"/>
              <a:ext cx="2692500" cy="8421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1" i="0" lang="en-US" sz="1000" u="none" cap="none" strike="noStrike">
                  <a:solidFill>
                    <a:schemeClr val="lt1"/>
                  </a:solidFill>
                  <a:latin typeface="Open Sans"/>
                  <a:ea typeface="Open Sans"/>
                  <a:cs typeface="Open Sans"/>
                  <a:sym typeface="Open Sans"/>
                </a:rPr>
                <a:t>Bug Fixes,</a:t>
              </a:r>
              <a:endParaRPr b="1" i="0" sz="1000" u="none" cap="none" strike="noStrike">
                <a:solidFill>
                  <a:schemeClr val="lt1"/>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500"/>
                <a:buFont typeface="Arial"/>
                <a:buNone/>
              </a:pPr>
              <a:r>
                <a:rPr b="1" i="0" lang="en-US" sz="1000" u="none" cap="none" strike="noStrike">
                  <a:solidFill>
                    <a:schemeClr val="lt1"/>
                  </a:solidFill>
                  <a:latin typeface="Open Sans"/>
                  <a:ea typeface="Open Sans"/>
                  <a:cs typeface="Open Sans"/>
                  <a:sym typeface="Open Sans"/>
                </a:rPr>
                <a:t>Security Updates</a:t>
              </a:r>
              <a:endParaRPr b="1" i="0" sz="1000" u="none" cap="none" strike="noStrike">
                <a:solidFill>
                  <a:schemeClr val="lt1"/>
                </a:solidFill>
                <a:latin typeface="Open Sans"/>
                <a:ea typeface="Open Sans"/>
                <a:cs typeface="Open Sans"/>
                <a:sym typeface="Open Sans"/>
              </a:endParaRPr>
            </a:p>
          </p:txBody>
        </p:sp>
        <p:grpSp>
          <p:nvGrpSpPr>
            <p:cNvPr id="814" name="Google Shape;814;p119"/>
            <p:cNvGrpSpPr/>
            <p:nvPr/>
          </p:nvGrpSpPr>
          <p:grpSpPr>
            <a:xfrm>
              <a:off x="4501348" y="2970858"/>
              <a:ext cx="2946300" cy="1892400"/>
              <a:chOff x="4435241" y="3514291"/>
              <a:chExt cx="2946300" cy="1892400"/>
            </a:xfrm>
          </p:grpSpPr>
          <p:sp>
            <p:nvSpPr>
              <p:cNvPr id="815" name="Google Shape;815;p119"/>
              <p:cNvSpPr/>
              <p:nvPr/>
            </p:nvSpPr>
            <p:spPr>
              <a:xfrm>
                <a:off x="4435241" y="3514291"/>
                <a:ext cx="2946300" cy="1892400"/>
              </a:xfrm>
              <a:prstGeom prst="ellipse">
                <a:avLst/>
              </a:prstGeom>
              <a:solidFill>
                <a:schemeClr val="accent2"/>
              </a:solidFill>
              <a:ln>
                <a:noFill/>
              </a:ln>
              <a:effectLst>
                <a:outerShdw blurRad="40000" rotWithShape="0" dir="5400000" dist="23000">
                  <a:srgbClr val="000000">
                    <a:alpha val="345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100"/>
                  <a:buFont typeface="Gill Sans"/>
                  <a:buNone/>
                </a:pPr>
                <a:r>
                  <a:t/>
                </a:r>
                <a:endParaRPr b="0" i="0" sz="800" u="none" cap="none" strike="noStrike">
                  <a:solidFill>
                    <a:schemeClr val="lt1"/>
                  </a:solidFill>
                  <a:latin typeface="Open Sans"/>
                  <a:ea typeface="Open Sans"/>
                  <a:cs typeface="Open Sans"/>
                  <a:sym typeface="Open Sans"/>
                </a:endParaRPr>
              </a:p>
            </p:txBody>
          </p:sp>
          <p:sp>
            <p:nvSpPr>
              <p:cNvPr id="816" name="Google Shape;816;p119"/>
              <p:cNvSpPr txBox="1"/>
              <p:nvPr/>
            </p:nvSpPr>
            <p:spPr>
              <a:xfrm>
                <a:off x="4543140" y="4120183"/>
                <a:ext cx="2838300" cy="8421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500"/>
                  <a:buFont typeface="Arial"/>
                  <a:buNone/>
                </a:pPr>
                <a:r>
                  <a:rPr b="1" i="0" lang="en-US" sz="1000" u="none" cap="none" strike="noStrike">
                    <a:solidFill>
                      <a:schemeClr val="lt1"/>
                    </a:solidFill>
                    <a:latin typeface="Open Sans"/>
                    <a:ea typeface="Open Sans"/>
                    <a:cs typeface="Open Sans"/>
                    <a:sym typeface="Open Sans"/>
                  </a:rPr>
                  <a:t>Neutral Project Governance &amp; </a:t>
                </a:r>
                <a:endParaRPr b="0" i="0" sz="1000" u="none" cap="none" strike="noStrike">
                  <a:solidFill>
                    <a:schemeClr val="lt1"/>
                  </a:solidFill>
                  <a:latin typeface="Open Sans"/>
                  <a:ea typeface="Open Sans"/>
                  <a:cs typeface="Open Sans"/>
                  <a:sym typeface="Open Sans"/>
                </a:endParaRPr>
              </a:p>
              <a:p>
                <a:pPr indent="0" lvl="0" marL="0" marR="0" rtl="0" algn="ctr">
                  <a:lnSpc>
                    <a:spcPct val="100000"/>
                  </a:lnSpc>
                  <a:spcBef>
                    <a:spcPts val="0"/>
                  </a:spcBef>
                  <a:spcAft>
                    <a:spcPts val="0"/>
                  </a:spcAft>
                  <a:buClr>
                    <a:schemeClr val="lt1"/>
                  </a:buClr>
                  <a:buSzPts val="1500"/>
                  <a:buFont typeface="Arial"/>
                  <a:buNone/>
                </a:pPr>
                <a:r>
                  <a:rPr b="1" i="0" lang="en-US" sz="1000" u="none" cap="none" strike="noStrike">
                    <a:solidFill>
                      <a:schemeClr val="lt1"/>
                    </a:solidFill>
                    <a:latin typeface="Open Sans"/>
                    <a:ea typeface="Open Sans"/>
                    <a:cs typeface="Open Sans"/>
                    <a:sym typeface="Open Sans"/>
                  </a:rPr>
                  <a:t>IP Model</a:t>
                </a:r>
                <a:endParaRPr b="0" i="0" sz="1000" u="none" cap="none" strike="noStrike">
                  <a:solidFill>
                    <a:schemeClr val="lt1"/>
                  </a:solidFill>
                  <a:latin typeface="Open Sans"/>
                  <a:ea typeface="Open Sans"/>
                  <a:cs typeface="Open Sans"/>
                  <a:sym typeface="Open Sans"/>
                </a:endParaRPr>
              </a:p>
            </p:txBody>
          </p:sp>
        </p:grpSp>
        <p:sp>
          <p:nvSpPr>
            <p:cNvPr id="817" name="Google Shape;817;p119"/>
            <p:cNvSpPr/>
            <p:nvPr/>
          </p:nvSpPr>
          <p:spPr>
            <a:xfrm>
              <a:off x="2648110" y="2167837"/>
              <a:ext cx="1652700" cy="1064700"/>
            </a:xfrm>
            <a:prstGeom prst="bentArrow">
              <a:avLst>
                <a:gd fmla="val 25000" name="adj1"/>
                <a:gd fmla="val 25000" name="adj2"/>
                <a:gd fmla="val 25000" name="adj3"/>
                <a:gd fmla="val 43750" name="adj4"/>
              </a:avLst>
            </a:prstGeom>
            <a:solidFill>
              <a:schemeClr val="accent2"/>
            </a:solidFill>
            <a:ln>
              <a:noFill/>
            </a:ln>
            <a:effectLst>
              <a:outerShdw blurRad="40000" rotWithShape="0" dir="5400000" dist="23000">
                <a:srgbClr val="000000">
                  <a:alpha val="345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100"/>
                <a:buFont typeface="Gill Sans"/>
                <a:buNone/>
              </a:pPr>
              <a:r>
                <a:t/>
              </a:r>
              <a:endParaRPr b="0" i="0" sz="800" u="none" cap="none" strike="noStrike">
                <a:solidFill>
                  <a:schemeClr val="lt1"/>
                </a:solidFill>
                <a:latin typeface="Open Sans"/>
                <a:ea typeface="Open Sans"/>
                <a:cs typeface="Open Sans"/>
                <a:sym typeface="Open Sans"/>
              </a:endParaRPr>
            </a:p>
          </p:txBody>
        </p:sp>
        <p:sp>
          <p:nvSpPr>
            <p:cNvPr id="818" name="Google Shape;818;p119"/>
            <p:cNvSpPr/>
            <p:nvPr/>
          </p:nvSpPr>
          <p:spPr>
            <a:xfrm rot="5400000">
              <a:off x="7992133" y="1903332"/>
              <a:ext cx="985200" cy="1673100"/>
            </a:xfrm>
            <a:prstGeom prst="bentArrow">
              <a:avLst>
                <a:gd fmla="val 26591" name="adj1"/>
                <a:gd fmla="val 25000" name="adj2"/>
                <a:gd fmla="val 25000" name="adj3"/>
                <a:gd fmla="val 43750" name="adj4"/>
              </a:avLst>
            </a:prstGeom>
            <a:solidFill>
              <a:schemeClr val="accent2"/>
            </a:solidFill>
            <a:ln>
              <a:noFill/>
            </a:ln>
            <a:effectLst>
              <a:outerShdw blurRad="40000" rotWithShape="0" dir="5400000" dist="23000">
                <a:srgbClr val="000000">
                  <a:alpha val="345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100"/>
                <a:buFont typeface="Gill Sans"/>
                <a:buNone/>
              </a:pPr>
              <a:r>
                <a:t/>
              </a:r>
              <a:endParaRPr b="0" i="0" sz="800" u="none" cap="none" strike="noStrike">
                <a:solidFill>
                  <a:schemeClr val="lt1"/>
                </a:solidFill>
                <a:latin typeface="Open Sans"/>
                <a:ea typeface="Open Sans"/>
                <a:cs typeface="Open Sans"/>
                <a:sym typeface="Open Sans"/>
              </a:endParaRPr>
            </a:p>
          </p:txBody>
        </p:sp>
        <p:sp>
          <p:nvSpPr>
            <p:cNvPr id="819" name="Google Shape;819;p119"/>
            <p:cNvSpPr/>
            <p:nvPr/>
          </p:nvSpPr>
          <p:spPr>
            <a:xfrm rot="10800000">
              <a:off x="2480867" y="4542459"/>
              <a:ext cx="6722400" cy="1166400"/>
            </a:xfrm>
            <a:prstGeom prst="uturnArrow">
              <a:avLst>
                <a:gd fmla="val 25000" name="adj1"/>
                <a:gd fmla="val 25000" name="adj2"/>
                <a:gd fmla="val 25000" name="adj3"/>
                <a:gd fmla="val 43750" name="adj4"/>
                <a:gd fmla="val 75000" name="adj5"/>
              </a:avLst>
            </a:prstGeom>
            <a:solidFill>
              <a:schemeClr val="accent2"/>
            </a:solidFill>
            <a:ln>
              <a:noFill/>
            </a:ln>
            <a:effectLst>
              <a:outerShdw blurRad="40000" rotWithShape="0" dir="5400000" dist="23000">
                <a:srgbClr val="000000">
                  <a:alpha val="3451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100"/>
                <a:buFont typeface="Gill Sans"/>
                <a:buNone/>
              </a:pPr>
              <a:r>
                <a:t/>
              </a:r>
              <a:endParaRPr b="0" i="0" sz="800" u="none" cap="none" strike="noStrike">
                <a:solidFill>
                  <a:schemeClr val="lt1"/>
                </a:solidFill>
                <a:latin typeface="Open Sans"/>
                <a:ea typeface="Open Sans"/>
                <a:cs typeface="Open Sans"/>
                <a:sym typeface="Open Sans"/>
              </a:endParaRPr>
            </a:p>
          </p:txBody>
        </p:sp>
      </p:grpSp>
      <p:sp>
        <p:nvSpPr>
          <p:cNvPr id="820" name="Google Shape;820;p119"/>
          <p:cNvSpPr/>
          <p:nvPr/>
        </p:nvSpPr>
        <p:spPr>
          <a:xfrm>
            <a:off x="5203701" y="3700224"/>
            <a:ext cx="3331500" cy="5577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1000" u="none" cap="none" strike="noStrike">
                <a:solidFill>
                  <a:schemeClr val="lt1"/>
                </a:solidFill>
                <a:latin typeface="Open Sans"/>
                <a:ea typeface="Open Sans"/>
                <a:cs typeface="Open Sans"/>
                <a:sym typeface="Open Sans"/>
              </a:rPr>
              <a:t>Commercial dependency drives a virtuous cycle of commercial and community engagement based on accepted governance and IP models</a:t>
            </a:r>
            <a:endParaRPr b="1" i="0" sz="1000" u="none" cap="none" strike="noStrike">
              <a:solidFill>
                <a:schemeClr val="lt1"/>
              </a:solidFill>
              <a:latin typeface="Open Sans"/>
              <a:ea typeface="Open Sans"/>
              <a:cs typeface="Open Sans"/>
              <a:sym typeface="Open Sans"/>
            </a:endParaRPr>
          </a:p>
        </p:txBody>
      </p:sp>
      <p:sp>
        <p:nvSpPr>
          <p:cNvPr id="821" name="Google Shape;821;p11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20"/>
          <p:cNvSpPr txBox="1"/>
          <p:nvPr/>
        </p:nvSpPr>
        <p:spPr>
          <a:xfrm>
            <a:off x="58975" y="1295400"/>
            <a:ext cx="3959700" cy="34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300">
                <a:latin typeface="Gill Sans"/>
                <a:ea typeface="Gill Sans"/>
                <a:cs typeface="Gill Sans"/>
                <a:sym typeface="Gill Sans"/>
              </a:rPr>
              <a:t>The Open Mainframe Project was founded in 2015, as a focal point for deployment and use of Linux and Open Source in a mainframe computing environment.</a:t>
            </a:r>
            <a:endParaRPr sz="1300">
              <a:latin typeface="Gill Sans"/>
              <a:ea typeface="Gill Sans"/>
              <a:cs typeface="Gill Sans"/>
              <a:sym typeface="Gill Sans"/>
            </a:endParaRPr>
          </a:p>
          <a:p>
            <a:pPr indent="0" lvl="0" marL="0" rtl="0" algn="l">
              <a:spcBef>
                <a:spcPts val="1000"/>
              </a:spcBef>
              <a:spcAft>
                <a:spcPts val="0"/>
              </a:spcAft>
              <a:buNone/>
            </a:pPr>
            <a:r>
              <a:rPr lang="en-US" sz="1300">
                <a:latin typeface="Gill Sans"/>
                <a:ea typeface="Gill Sans"/>
                <a:cs typeface="Gill Sans"/>
                <a:sym typeface="Gill Sans"/>
              </a:rPr>
              <a:t>Open Source is the collective thread within leading organizations that look to leverage their technology infrastructure as a competitive advantage. The mainframe design principles of security, stability, scalability, and performance are important to these leading organizations, and having the mainframe interoperable in a hybrid infrastructure enables leading organizations to realize its benefits. Open Mainframe Project believes this is best achieved as a community through open source.</a:t>
            </a:r>
            <a:endParaRPr sz="1300">
              <a:latin typeface="Gill Sans"/>
              <a:ea typeface="Gill Sans"/>
              <a:cs typeface="Gill Sans"/>
              <a:sym typeface="Gill Sans"/>
            </a:endParaRPr>
          </a:p>
          <a:p>
            <a:pPr indent="0" lvl="0" marL="0" rtl="0" algn="l">
              <a:spcBef>
                <a:spcPts val="1000"/>
              </a:spcBef>
              <a:spcAft>
                <a:spcPts val="1000"/>
              </a:spcAft>
              <a:buNone/>
            </a:pPr>
            <a:r>
              <a:rPr lang="en-US" sz="1300">
                <a:latin typeface="Gill Sans"/>
                <a:ea typeface="Gill Sans"/>
                <a:cs typeface="Gill Sans"/>
                <a:sym typeface="Gill Sans"/>
              </a:rPr>
              <a:t>Open Mainframe Project hosts 17 projects and working groups and is supported by 40 organizations.</a:t>
            </a:r>
            <a:endParaRPr sz="1300">
              <a:latin typeface="Gill Sans"/>
              <a:ea typeface="Gill Sans"/>
              <a:cs typeface="Gill Sans"/>
              <a:sym typeface="Gill Sans"/>
            </a:endParaRPr>
          </a:p>
        </p:txBody>
      </p:sp>
      <p:sp>
        <p:nvSpPr>
          <p:cNvPr id="828" name="Google Shape;828;p120"/>
          <p:cNvSpPr txBox="1"/>
          <p:nvPr/>
        </p:nvSpPr>
        <p:spPr>
          <a:xfrm>
            <a:off x="4094925" y="185525"/>
            <a:ext cx="48816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latin typeface="Gill Sans"/>
                <a:ea typeface="Gill Sans"/>
                <a:cs typeface="Gill Sans"/>
                <a:sym typeface="Gill Sans"/>
              </a:rPr>
              <a:t>Vision</a:t>
            </a:r>
            <a:endParaRPr b="1" sz="1200">
              <a:latin typeface="Gill Sans"/>
              <a:ea typeface="Gill Sans"/>
              <a:cs typeface="Gill Sans"/>
              <a:sym typeface="Gill Sans"/>
            </a:endParaRPr>
          </a:p>
          <a:p>
            <a:pPr indent="0" lvl="0" marL="0" rtl="0" algn="ctr">
              <a:spcBef>
                <a:spcPts val="0"/>
              </a:spcBef>
              <a:spcAft>
                <a:spcPts val="0"/>
              </a:spcAft>
              <a:buNone/>
            </a:pPr>
            <a:r>
              <a:rPr lang="en-US" sz="1200">
                <a:latin typeface="Gill Sans"/>
                <a:ea typeface="Gill Sans"/>
                <a:cs typeface="Gill Sans"/>
                <a:sym typeface="Gill Sans"/>
              </a:rPr>
              <a:t>The mainframe is an active, integrated, and essential part of modern enterprise IT, consumable by mainstream developers and users, and driven by a vibrant open source community.</a:t>
            </a:r>
            <a:endParaRPr sz="1200">
              <a:latin typeface="Gill Sans"/>
              <a:ea typeface="Gill Sans"/>
              <a:cs typeface="Gill Sans"/>
              <a:sym typeface="Gill Sans"/>
            </a:endParaRPr>
          </a:p>
          <a:p>
            <a:pPr indent="0" lvl="0" marL="0" rtl="0" algn="ctr">
              <a:spcBef>
                <a:spcPts val="0"/>
              </a:spcBef>
              <a:spcAft>
                <a:spcPts val="0"/>
              </a:spcAft>
              <a:buNone/>
            </a:pPr>
            <a:r>
              <a:t/>
            </a:r>
            <a:endParaRPr b="1" sz="1200">
              <a:latin typeface="Gill Sans"/>
              <a:ea typeface="Gill Sans"/>
              <a:cs typeface="Gill Sans"/>
              <a:sym typeface="Gill Sans"/>
            </a:endParaRPr>
          </a:p>
          <a:p>
            <a:pPr indent="0" lvl="0" marL="0" rtl="0" algn="ctr">
              <a:spcBef>
                <a:spcPts val="0"/>
              </a:spcBef>
              <a:spcAft>
                <a:spcPts val="0"/>
              </a:spcAft>
              <a:buNone/>
            </a:pPr>
            <a:r>
              <a:rPr b="1" lang="en-US">
                <a:latin typeface="Gill Sans"/>
                <a:ea typeface="Gill Sans"/>
                <a:cs typeface="Gill Sans"/>
                <a:sym typeface="Gill Sans"/>
              </a:rPr>
              <a:t>Mission</a:t>
            </a:r>
            <a:endParaRPr sz="1200">
              <a:latin typeface="Gill Sans"/>
              <a:ea typeface="Gill Sans"/>
              <a:cs typeface="Gill Sans"/>
              <a:sym typeface="Gill Sans"/>
            </a:endParaRPr>
          </a:p>
          <a:p>
            <a:pPr indent="0" lvl="0" marL="0" rtl="0" algn="ctr">
              <a:spcBef>
                <a:spcPts val="0"/>
              </a:spcBef>
              <a:spcAft>
                <a:spcPts val="0"/>
              </a:spcAft>
              <a:buNone/>
            </a:pPr>
            <a:r>
              <a:rPr lang="en-US" sz="1200">
                <a:latin typeface="Gill Sans"/>
                <a:ea typeface="Gill Sans"/>
                <a:cs typeface="Gill Sans"/>
                <a:sym typeface="Gill Sans"/>
              </a:rPr>
              <a:t>To achieve the vision of the Open Mainframe Project by…</a:t>
            </a:r>
            <a:endParaRPr sz="1200">
              <a:latin typeface="Gill Sans"/>
              <a:ea typeface="Gill Sans"/>
              <a:cs typeface="Gill Sans"/>
              <a:sym typeface="Gill Sans"/>
            </a:endParaRPr>
          </a:p>
        </p:txBody>
      </p:sp>
      <p:sp>
        <p:nvSpPr>
          <p:cNvPr id="829" name="Google Shape;829;p120"/>
          <p:cNvSpPr txBox="1"/>
          <p:nvPr/>
        </p:nvSpPr>
        <p:spPr>
          <a:xfrm>
            <a:off x="4094925" y="230135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1"/>
                </a:solidFill>
                <a:latin typeface="Gill Sans"/>
                <a:ea typeface="Gill Sans"/>
                <a:cs typeface="Gill Sans"/>
                <a:sym typeface="Gill Sans"/>
              </a:rPr>
              <a:t>Setting a high bar for application development on the mainframe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US" sz="1100">
                <a:solidFill>
                  <a:schemeClr val="dk1"/>
                </a:solidFill>
                <a:latin typeface="Gill Sans"/>
                <a:ea typeface="Gill Sans"/>
                <a:cs typeface="Gill Sans"/>
                <a:sym typeface="Gill Sans"/>
              </a:rPr>
              <a:t>through documentation, API development, and a security-first approach.</a:t>
            </a:r>
            <a:endParaRPr sz="1100">
              <a:latin typeface="Gill Sans"/>
              <a:ea typeface="Gill Sans"/>
              <a:cs typeface="Gill Sans"/>
              <a:sym typeface="Gill Sans"/>
            </a:endParaRPr>
          </a:p>
        </p:txBody>
      </p:sp>
      <p:sp>
        <p:nvSpPr>
          <p:cNvPr id="830" name="Google Shape;830;p120"/>
          <p:cNvSpPr txBox="1"/>
          <p:nvPr/>
        </p:nvSpPr>
        <p:spPr>
          <a:xfrm>
            <a:off x="6553425" y="2301350"/>
            <a:ext cx="2488800" cy="10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chemeClr val="dk1"/>
                </a:solidFill>
                <a:latin typeface="Gill Sans"/>
                <a:ea typeface="Gill Sans"/>
                <a:cs typeface="Gill Sans"/>
                <a:sym typeface="Gill Sans"/>
              </a:rPr>
              <a:t>Showcase the mainframe of today</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US" sz="1100">
                <a:solidFill>
                  <a:schemeClr val="dk1"/>
                </a:solidFill>
                <a:latin typeface="Gill Sans"/>
                <a:ea typeface="Gill Sans"/>
                <a:cs typeface="Gill Sans"/>
                <a:sym typeface="Gill Sans"/>
              </a:rPr>
              <a:t> to both the mainframe ecosystem as well as the broad enterprise IT community.</a:t>
            </a:r>
            <a:endParaRPr sz="1100">
              <a:latin typeface="Gill Sans"/>
              <a:ea typeface="Gill Sans"/>
              <a:cs typeface="Gill Sans"/>
              <a:sym typeface="Gill Sans"/>
            </a:endParaRPr>
          </a:p>
        </p:txBody>
      </p:sp>
      <p:sp>
        <p:nvSpPr>
          <p:cNvPr id="831" name="Google Shape;831;p120"/>
          <p:cNvSpPr txBox="1"/>
          <p:nvPr/>
        </p:nvSpPr>
        <p:spPr>
          <a:xfrm>
            <a:off x="4094925" y="3824200"/>
            <a:ext cx="24888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1"/>
                </a:solidFill>
                <a:latin typeface="Gill Sans"/>
                <a:ea typeface="Gill Sans"/>
                <a:cs typeface="Gill Sans"/>
                <a:sym typeface="Gill Sans"/>
              </a:rPr>
              <a:t>Enable the mainframe to be more consumable by developers</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US" sz="1100">
                <a:solidFill>
                  <a:schemeClr val="dk1"/>
                </a:solidFill>
                <a:latin typeface="Gill Sans"/>
                <a:ea typeface="Gill Sans"/>
                <a:cs typeface="Gill Sans"/>
                <a:sym typeface="Gill Sans"/>
              </a:rPr>
              <a:t> with a transparent experience in leveraging the value propositions of the mainframe.</a:t>
            </a:r>
            <a:endParaRPr sz="1100">
              <a:solidFill>
                <a:schemeClr val="dk1"/>
              </a:solidFill>
              <a:latin typeface="Gill Sans"/>
              <a:ea typeface="Gill Sans"/>
              <a:cs typeface="Gill Sans"/>
              <a:sym typeface="Gill Sans"/>
            </a:endParaRPr>
          </a:p>
        </p:txBody>
      </p:sp>
      <p:sp>
        <p:nvSpPr>
          <p:cNvPr id="832" name="Google Shape;832;p120"/>
          <p:cNvSpPr txBox="1"/>
          <p:nvPr/>
        </p:nvSpPr>
        <p:spPr>
          <a:xfrm>
            <a:off x="6553425" y="3824200"/>
            <a:ext cx="24888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1"/>
                </a:solidFill>
                <a:latin typeface="Gill Sans"/>
                <a:ea typeface="Gill Sans"/>
                <a:cs typeface="Gill Sans"/>
                <a:sym typeface="Gill Sans"/>
              </a:rPr>
              <a:t>Ensure the mainframe aligns well in the changing enterprise IT landscape</a:t>
            </a:r>
            <a:endParaRPr b="1" sz="1100">
              <a:solidFill>
                <a:schemeClr val="dk1"/>
              </a:solidFill>
              <a:latin typeface="Gill Sans"/>
              <a:ea typeface="Gill Sans"/>
              <a:cs typeface="Gill Sans"/>
              <a:sym typeface="Gill Sans"/>
            </a:endParaRPr>
          </a:p>
          <a:p>
            <a:pPr indent="0" lvl="0" marL="0" rtl="0" algn="ctr">
              <a:spcBef>
                <a:spcPts val="0"/>
              </a:spcBef>
              <a:spcAft>
                <a:spcPts val="0"/>
              </a:spcAft>
              <a:buNone/>
            </a:pPr>
            <a:r>
              <a:rPr lang="en-US" sz="1100">
                <a:solidFill>
                  <a:schemeClr val="dk1"/>
                </a:solidFill>
                <a:latin typeface="Gill Sans"/>
                <a:ea typeface="Gill Sans"/>
                <a:cs typeface="Gill Sans"/>
                <a:sym typeface="Gill Sans"/>
              </a:rPr>
              <a:t> of cloud-native and DevOps.</a:t>
            </a:r>
            <a:endParaRPr sz="1100">
              <a:solidFill>
                <a:schemeClr val="dk1"/>
              </a:solidFill>
              <a:latin typeface="Gill Sans"/>
              <a:ea typeface="Gill Sans"/>
              <a:cs typeface="Gill Sans"/>
              <a:sym typeface="Gill Sans"/>
            </a:endParaRPr>
          </a:p>
        </p:txBody>
      </p:sp>
      <p:grpSp>
        <p:nvGrpSpPr>
          <p:cNvPr id="833" name="Google Shape;833;p120"/>
          <p:cNvGrpSpPr/>
          <p:nvPr/>
        </p:nvGrpSpPr>
        <p:grpSpPr>
          <a:xfrm>
            <a:off x="5038925" y="1770425"/>
            <a:ext cx="546300" cy="546300"/>
            <a:chOff x="790925" y="2833675"/>
            <a:chExt cx="546300" cy="546300"/>
          </a:xfrm>
        </p:grpSpPr>
        <p:sp>
          <p:nvSpPr>
            <p:cNvPr id="834" name="Google Shape;834;p120"/>
            <p:cNvSpPr/>
            <p:nvPr/>
          </p:nvSpPr>
          <p:spPr>
            <a:xfrm>
              <a:off x="79092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5" name="Google Shape;835;p120"/>
            <p:cNvPicPr preferRelativeResize="0"/>
            <p:nvPr/>
          </p:nvPicPr>
          <p:blipFill>
            <a:blip r:embed="rId3">
              <a:alphaModFix/>
            </a:blip>
            <a:stretch>
              <a:fillRect/>
            </a:stretch>
          </p:blipFill>
          <p:spPr>
            <a:xfrm>
              <a:off x="960250" y="3014522"/>
              <a:ext cx="207651" cy="184599"/>
            </a:xfrm>
            <a:prstGeom prst="rect">
              <a:avLst/>
            </a:prstGeom>
            <a:noFill/>
            <a:ln>
              <a:noFill/>
            </a:ln>
          </p:spPr>
        </p:pic>
      </p:grpSp>
      <p:grpSp>
        <p:nvGrpSpPr>
          <p:cNvPr id="836" name="Google Shape;836;p120"/>
          <p:cNvGrpSpPr/>
          <p:nvPr/>
        </p:nvGrpSpPr>
        <p:grpSpPr>
          <a:xfrm>
            <a:off x="7524675" y="1770425"/>
            <a:ext cx="546300" cy="546300"/>
            <a:chOff x="2966775" y="2833675"/>
            <a:chExt cx="546300" cy="546300"/>
          </a:xfrm>
        </p:grpSpPr>
        <p:sp>
          <p:nvSpPr>
            <p:cNvPr id="837" name="Google Shape;837;p120"/>
            <p:cNvSpPr/>
            <p:nvPr/>
          </p:nvSpPr>
          <p:spPr>
            <a:xfrm>
              <a:off x="2966775" y="2833675"/>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8" name="Google Shape;838;p120"/>
            <p:cNvPicPr preferRelativeResize="0"/>
            <p:nvPr/>
          </p:nvPicPr>
          <p:blipFill>
            <a:blip r:embed="rId4">
              <a:alphaModFix/>
            </a:blip>
            <a:stretch>
              <a:fillRect/>
            </a:stretch>
          </p:blipFill>
          <p:spPr>
            <a:xfrm>
              <a:off x="3138191" y="3016397"/>
              <a:ext cx="203460" cy="180851"/>
            </a:xfrm>
            <a:prstGeom prst="rect">
              <a:avLst/>
            </a:prstGeom>
            <a:noFill/>
            <a:ln>
              <a:noFill/>
            </a:ln>
          </p:spPr>
        </p:pic>
      </p:grpSp>
      <p:grpSp>
        <p:nvGrpSpPr>
          <p:cNvPr id="839" name="Google Shape;839;p120"/>
          <p:cNvGrpSpPr/>
          <p:nvPr/>
        </p:nvGrpSpPr>
        <p:grpSpPr>
          <a:xfrm>
            <a:off x="5038917" y="3277900"/>
            <a:ext cx="546300" cy="546300"/>
            <a:chOff x="5373650" y="2863650"/>
            <a:chExt cx="546300" cy="546300"/>
          </a:xfrm>
        </p:grpSpPr>
        <p:sp>
          <p:nvSpPr>
            <p:cNvPr id="840" name="Google Shape;840;p120"/>
            <p:cNvSpPr/>
            <p:nvPr/>
          </p:nvSpPr>
          <p:spPr>
            <a:xfrm>
              <a:off x="5373650" y="286365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1" name="Google Shape;841;p120"/>
            <p:cNvPicPr preferRelativeResize="0"/>
            <p:nvPr/>
          </p:nvPicPr>
          <p:blipFill>
            <a:blip r:embed="rId5">
              <a:alphaModFix/>
            </a:blip>
            <a:stretch>
              <a:fillRect/>
            </a:stretch>
          </p:blipFill>
          <p:spPr>
            <a:xfrm>
              <a:off x="5545788" y="3056000"/>
              <a:ext cx="202000" cy="161600"/>
            </a:xfrm>
            <a:prstGeom prst="rect">
              <a:avLst/>
            </a:prstGeom>
            <a:noFill/>
            <a:ln>
              <a:noFill/>
            </a:ln>
          </p:spPr>
        </p:pic>
      </p:grpSp>
      <p:grpSp>
        <p:nvGrpSpPr>
          <p:cNvPr id="842" name="Google Shape;842;p120"/>
          <p:cNvGrpSpPr/>
          <p:nvPr/>
        </p:nvGrpSpPr>
        <p:grpSpPr>
          <a:xfrm>
            <a:off x="7524675" y="3277900"/>
            <a:ext cx="546300" cy="546300"/>
            <a:chOff x="7724550" y="2897000"/>
            <a:chExt cx="546300" cy="546300"/>
          </a:xfrm>
        </p:grpSpPr>
        <p:sp>
          <p:nvSpPr>
            <p:cNvPr id="843" name="Google Shape;843;p120"/>
            <p:cNvSpPr/>
            <p:nvPr/>
          </p:nvSpPr>
          <p:spPr>
            <a:xfrm>
              <a:off x="7724550" y="2897000"/>
              <a:ext cx="546300" cy="546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4" name="Google Shape;844;p120"/>
            <p:cNvPicPr preferRelativeResize="0"/>
            <p:nvPr/>
          </p:nvPicPr>
          <p:blipFill>
            <a:blip r:embed="rId6">
              <a:alphaModFix/>
            </a:blip>
            <a:stretch>
              <a:fillRect/>
            </a:stretch>
          </p:blipFill>
          <p:spPr>
            <a:xfrm>
              <a:off x="7896700" y="3089345"/>
              <a:ext cx="202000" cy="161605"/>
            </a:xfrm>
            <a:prstGeom prst="rect">
              <a:avLst/>
            </a:prstGeom>
            <a:noFill/>
            <a:ln>
              <a:noFill/>
            </a:ln>
          </p:spPr>
        </p:pic>
      </p:grpSp>
      <p:pic>
        <p:nvPicPr>
          <p:cNvPr id="845" name="Google Shape;845;p120"/>
          <p:cNvPicPr preferRelativeResize="0"/>
          <p:nvPr/>
        </p:nvPicPr>
        <p:blipFill>
          <a:blip r:embed="rId7">
            <a:alphaModFix/>
          </a:blip>
          <a:stretch>
            <a:fillRect/>
          </a:stretch>
        </p:blipFill>
        <p:spPr>
          <a:xfrm>
            <a:off x="135252" y="119023"/>
            <a:ext cx="3599252" cy="1100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21"/>
          <p:cNvSpPr/>
          <p:nvPr/>
        </p:nvSpPr>
        <p:spPr>
          <a:xfrm>
            <a:off x="0" y="4717774"/>
            <a:ext cx="9144000" cy="425700"/>
          </a:xfrm>
          <a:prstGeom prst="rect">
            <a:avLst/>
          </a:prstGeom>
          <a:solidFill>
            <a:srgbClr val="4F81BD">
              <a:alpha val="588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Gill Sans"/>
              <a:buNone/>
            </a:pPr>
            <a:r>
              <a:rPr b="0" i="0" lang="en-US" sz="1800" u="none" cap="none" strike="noStrike">
                <a:solidFill>
                  <a:srgbClr val="FFFFFF"/>
                </a:solidFill>
                <a:latin typeface="Gill Sans"/>
                <a:ea typeface="Gill Sans"/>
                <a:cs typeface="Gill Sans"/>
                <a:sym typeface="Gill Sans"/>
              </a:rPr>
              <a:t>Learn about all Open Mainframe projects at </a:t>
            </a:r>
            <a:r>
              <a:rPr lang="en-US" sz="1800" u="sng">
                <a:solidFill>
                  <a:schemeClr val="hlink"/>
                </a:solidFill>
                <a:latin typeface="Gill Sans"/>
                <a:ea typeface="Gill Sans"/>
                <a:cs typeface="Gill Sans"/>
                <a:sym typeface="Gill Sans"/>
                <a:hlinkClick r:id="rId3"/>
              </a:rPr>
              <a:t>openmainframeproject.org/our-projects/</a:t>
            </a:r>
            <a:r>
              <a:rPr b="0" i="0" lang="en-US" sz="1800" u="none" cap="none" strike="noStrike">
                <a:solidFill>
                  <a:srgbClr val="FFFFFF"/>
                </a:solidFill>
                <a:latin typeface="Gill Sans"/>
                <a:ea typeface="Gill Sans"/>
                <a:cs typeface="Gill Sans"/>
                <a:sym typeface="Gill Sans"/>
              </a:rPr>
              <a:t> </a:t>
            </a:r>
            <a:endParaRPr/>
          </a:p>
        </p:txBody>
      </p:sp>
      <p:sp>
        <p:nvSpPr>
          <p:cNvPr id="851" name="Google Shape;851;p121"/>
          <p:cNvSpPr txBox="1"/>
          <p:nvPr/>
        </p:nvSpPr>
        <p:spPr>
          <a:xfrm>
            <a:off x="0" y="0"/>
            <a:ext cx="4284600" cy="4717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700">
                <a:solidFill>
                  <a:srgbClr val="262626"/>
                </a:solidFill>
                <a:latin typeface="Gill Sans"/>
                <a:ea typeface="Gill Sans"/>
                <a:cs typeface="Gill Sans"/>
                <a:sym typeface="Gill Sans"/>
              </a:rPr>
              <a:t>Open Mainframe Project enables this innovation</a:t>
            </a:r>
            <a:endParaRPr sz="3000">
              <a:solidFill>
                <a:srgbClr val="262626"/>
              </a:solidFill>
              <a:latin typeface="Gill Sans"/>
              <a:ea typeface="Gill Sans"/>
              <a:cs typeface="Gill Sans"/>
              <a:sym typeface="Gill Sans"/>
            </a:endParaRPr>
          </a:p>
        </p:txBody>
      </p:sp>
      <p:pic>
        <p:nvPicPr>
          <p:cNvPr id="852" name="Google Shape;852;p121"/>
          <p:cNvPicPr preferRelativeResize="0"/>
          <p:nvPr/>
        </p:nvPicPr>
        <p:blipFill rotWithShape="1">
          <a:blip r:embed="rId4">
            <a:alphaModFix/>
          </a:blip>
          <a:srcRect b="2003" l="2397" r="2110" t="2623"/>
          <a:stretch/>
        </p:blipFill>
        <p:spPr>
          <a:xfrm>
            <a:off x="4630100" y="24462"/>
            <a:ext cx="4232450" cy="46688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A"/>
        </a:solidFill>
      </p:bgPr>
    </p:bg>
    <p:spTree>
      <p:nvGrpSpPr>
        <p:cNvPr id="856" name="Shape 856"/>
        <p:cNvGrpSpPr/>
        <p:nvPr/>
      </p:nvGrpSpPr>
      <p:grpSpPr>
        <a:xfrm>
          <a:off x="0" y="0"/>
          <a:ext cx="0" cy="0"/>
          <a:chOff x="0" y="0"/>
          <a:chExt cx="0" cy="0"/>
        </a:xfrm>
      </p:grpSpPr>
      <p:sp>
        <p:nvSpPr>
          <p:cNvPr id="857" name="Google Shape;857;p122"/>
          <p:cNvSpPr txBox="1"/>
          <p:nvPr>
            <p:ph idx="4294967295" type="title"/>
          </p:nvPr>
        </p:nvSpPr>
        <p:spPr>
          <a:xfrm>
            <a:off x="333525" y="1421175"/>
            <a:ext cx="2200500" cy="1856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0"/>
              </a:spcBef>
              <a:spcAft>
                <a:spcPts val="0"/>
              </a:spcAft>
              <a:buSzPts val="1400"/>
              <a:buFont typeface="Gill Sans"/>
              <a:buNone/>
            </a:pPr>
            <a:r>
              <a:rPr lang="en-US" sz="2200">
                <a:solidFill>
                  <a:schemeClr val="accent2"/>
                </a:solidFill>
                <a:latin typeface="Roboto Slab"/>
                <a:ea typeface="Roboto Slab"/>
                <a:cs typeface="Roboto Slab"/>
                <a:sym typeface="Roboto Slab"/>
              </a:rPr>
              <a:t>The LF’s Support Programs help communities succeed.</a:t>
            </a:r>
            <a:endParaRPr sz="2200">
              <a:solidFill>
                <a:schemeClr val="accent2"/>
              </a:solidFill>
              <a:latin typeface="Roboto Slab"/>
              <a:ea typeface="Roboto Slab"/>
              <a:cs typeface="Roboto Slab"/>
              <a:sym typeface="Roboto Slab"/>
            </a:endParaRPr>
          </a:p>
        </p:txBody>
      </p:sp>
      <p:sp>
        <p:nvSpPr>
          <p:cNvPr id="858" name="Google Shape;858;p122"/>
          <p:cNvSpPr/>
          <p:nvPr/>
        </p:nvSpPr>
        <p:spPr>
          <a:xfrm>
            <a:off x="4436587" y="1282179"/>
            <a:ext cx="2607600" cy="2571000"/>
          </a:xfrm>
          <a:prstGeom prst="quadArrow">
            <a:avLst>
              <a:gd fmla="val 1798" name="adj1"/>
              <a:gd fmla="val 1980" name="adj2"/>
              <a:gd fmla="val 5000" name="adj3"/>
            </a:avLst>
          </a:prstGeom>
          <a:solidFill>
            <a:schemeClr val="accent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Gill Sans"/>
              <a:ea typeface="Gill Sans"/>
              <a:cs typeface="Gill Sans"/>
              <a:sym typeface="Gill Sans"/>
            </a:endParaRPr>
          </a:p>
        </p:txBody>
      </p:sp>
      <p:sp>
        <p:nvSpPr>
          <p:cNvPr id="859" name="Google Shape;859;p122"/>
          <p:cNvSpPr/>
          <p:nvPr/>
        </p:nvSpPr>
        <p:spPr>
          <a:xfrm>
            <a:off x="2740600" y="0"/>
            <a:ext cx="2880300" cy="2432700"/>
          </a:xfrm>
          <a:prstGeom prst="rect">
            <a:avLst/>
          </a:prstGeom>
          <a:solidFill>
            <a:schemeClr val="accent1"/>
          </a:solidFill>
          <a:ln>
            <a:noFill/>
          </a:ln>
        </p:spPr>
        <p:txBody>
          <a:bodyPr anchorCtr="0" anchor="t" bIns="91425" lIns="182875" spcFirstLastPara="1" rIns="91425" wrap="square" tIns="137150">
            <a:noAutofit/>
          </a:bodyPr>
          <a:lstStyle/>
          <a:p>
            <a:pPr indent="0" lvl="0" marL="0" rtl="0" algn="l">
              <a:spcBef>
                <a:spcPts val="0"/>
              </a:spcBef>
              <a:spcAft>
                <a:spcPts val="0"/>
              </a:spcAft>
              <a:buClr>
                <a:srgbClr val="000000"/>
              </a:buClr>
              <a:buSzPts val="1100"/>
              <a:buFont typeface="Arial"/>
              <a:buNone/>
            </a:pPr>
            <a:r>
              <a:rPr lang="en-US" sz="1500">
                <a:solidFill>
                  <a:schemeClr val="lt1"/>
                </a:solidFill>
                <a:latin typeface="Roboto Slab Medium"/>
                <a:ea typeface="Roboto Slab Medium"/>
                <a:cs typeface="Roboto Slab Medium"/>
                <a:sym typeface="Roboto Slab Medium"/>
              </a:rPr>
              <a:t>Developer Community</a:t>
            </a:r>
            <a:endParaRPr sz="1500">
              <a:solidFill>
                <a:schemeClr val="lt1"/>
              </a:solidFill>
              <a:latin typeface="Roboto Slab Medium"/>
              <a:ea typeface="Roboto Slab Medium"/>
              <a:cs typeface="Roboto Slab Medium"/>
              <a:sym typeface="Roboto Slab Medium"/>
            </a:endParaRPr>
          </a:p>
          <a:p>
            <a:pPr indent="0" lvl="0" marL="0" rtl="0" algn="l">
              <a:lnSpc>
                <a:spcPct val="115000"/>
              </a:lnSpc>
              <a:spcBef>
                <a:spcPts val="5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Release &amp; Infrastructure Support</a:t>
            </a:r>
            <a:endParaRPr sz="950">
              <a:solidFill>
                <a:schemeClr val="lt1"/>
              </a:solidFill>
              <a:latin typeface="Gill Sans"/>
              <a:ea typeface="Gill Sans"/>
              <a:cs typeface="Gill Sans"/>
              <a:sym typeface="Gill Sans"/>
            </a:endParaRPr>
          </a:p>
          <a:p>
            <a:pPr indent="0" lvl="0" marL="0" rtl="0" algn="l">
              <a:lnSpc>
                <a:spcPct val="115000"/>
              </a:lnSpc>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CI/CD, release engineering, infrastructure, collaboration tools, DNS/web</a:t>
            </a:r>
            <a:endParaRPr sz="950">
              <a:solidFill>
                <a:schemeClr val="lt1"/>
              </a:solidFill>
              <a:latin typeface="Gill Sans"/>
              <a:ea typeface="Gill Sans"/>
              <a:cs typeface="Gill Sans"/>
              <a:sym typeface="Gill Sans"/>
            </a:endParaRPr>
          </a:p>
          <a:p>
            <a:pPr indent="0" lvl="0" marL="0" rtl="0" algn="l">
              <a:lnSpc>
                <a:spcPct val="115000"/>
              </a:lnSpc>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Developer Engagement</a:t>
            </a:r>
            <a:endParaRPr sz="950">
              <a:solidFill>
                <a:schemeClr val="lt1"/>
              </a:solidFill>
              <a:latin typeface="Gill Sans"/>
              <a:ea typeface="Gill Sans"/>
              <a:cs typeface="Gill Sans"/>
              <a:sym typeface="Gill Sans"/>
            </a:endParaRPr>
          </a:p>
          <a:p>
            <a:pPr indent="0" lvl="0" marL="0" rtl="0" algn="l">
              <a:lnSpc>
                <a:spcPct val="115000"/>
              </a:lnSpc>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Dev Summits, meetups, events, Hackathons for maintainers and extended dev community</a:t>
            </a:r>
            <a:endParaRPr sz="950">
              <a:solidFill>
                <a:schemeClr val="lt1"/>
              </a:solidFill>
              <a:latin typeface="Gill Sans"/>
              <a:ea typeface="Gill Sans"/>
              <a:cs typeface="Gill Sans"/>
              <a:sym typeface="Gill Sans"/>
            </a:endParaRPr>
          </a:p>
          <a:p>
            <a:pPr indent="0" lvl="0" marL="0" rtl="0" algn="l">
              <a:lnSpc>
                <a:spcPct val="115000"/>
              </a:lnSpc>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Mentorship</a:t>
            </a:r>
            <a:endParaRPr sz="950">
              <a:solidFill>
                <a:schemeClr val="lt1"/>
              </a:solidFill>
              <a:latin typeface="Gill Sans"/>
              <a:ea typeface="Gill Sans"/>
              <a:cs typeface="Gill Sans"/>
              <a:sym typeface="Gill Sans"/>
            </a:endParaRPr>
          </a:p>
          <a:p>
            <a:pPr indent="0" lvl="0" marL="0" rtl="0" algn="l">
              <a:lnSpc>
                <a:spcPct val="115000"/>
              </a:lnSpc>
              <a:spcBef>
                <a:spcPts val="0"/>
              </a:spcBef>
              <a:spcAft>
                <a:spcPts val="0"/>
              </a:spcAft>
              <a:buNone/>
            </a:pPr>
            <a:r>
              <a:rPr lang="en-US" sz="950">
                <a:solidFill>
                  <a:schemeClr val="lt1"/>
                </a:solidFill>
                <a:latin typeface="Open Sans"/>
                <a:ea typeface="Open Sans"/>
                <a:cs typeface="Open Sans"/>
                <a:sym typeface="Open Sans"/>
              </a:rPr>
              <a:t>Upskilling for better careers, expanding the pool of developers and next generation leaders</a:t>
            </a:r>
            <a:endParaRPr sz="950">
              <a:solidFill>
                <a:schemeClr val="lt1"/>
              </a:solidFill>
              <a:latin typeface="Open Sans"/>
              <a:ea typeface="Open Sans"/>
              <a:cs typeface="Open Sans"/>
              <a:sym typeface="Open Sans"/>
            </a:endParaRPr>
          </a:p>
        </p:txBody>
      </p:sp>
      <p:sp>
        <p:nvSpPr>
          <p:cNvPr id="860" name="Google Shape;860;p122"/>
          <p:cNvSpPr/>
          <p:nvPr/>
        </p:nvSpPr>
        <p:spPr>
          <a:xfrm>
            <a:off x="5893525" y="0"/>
            <a:ext cx="2880300" cy="2432700"/>
          </a:xfrm>
          <a:prstGeom prst="rect">
            <a:avLst/>
          </a:prstGeom>
          <a:solidFill>
            <a:schemeClr val="accent1"/>
          </a:solidFill>
          <a:ln>
            <a:noFill/>
          </a:ln>
        </p:spPr>
        <p:txBody>
          <a:bodyPr anchorCtr="0" anchor="t" bIns="91425" lIns="182875" spcFirstLastPara="1" rIns="91425" wrap="square" tIns="137150">
            <a:noAutofit/>
          </a:bodyPr>
          <a:lstStyle/>
          <a:p>
            <a:pPr indent="0" lvl="0" marL="0" rtl="0" algn="l">
              <a:spcBef>
                <a:spcPts val="0"/>
              </a:spcBef>
              <a:spcAft>
                <a:spcPts val="0"/>
              </a:spcAft>
              <a:buClr>
                <a:srgbClr val="000000"/>
              </a:buClr>
              <a:buSzPts val="1100"/>
              <a:buFont typeface="Arial"/>
              <a:buNone/>
            </a:pPr>
            <a:r>
              <a:rPr lang="en-US" sz="1500">
                <a:solidFill>
                  <a:schemeClr val="lt1"/>
                </a:solidFill>
                <a:latin typeface="Roboto Slab Medium"/>
                <a:ea typeface="Roboto Slab Medium"/>
                <a:cs typeface="Roboto Slab Medium"/>
                <a:sym typeface="Roboto Slab Medium"/>
              </a:rPr>
              <a:t>Commercial Ecosystem</a:t>
            </a:r>
            <a:endParaRPr sz="1500">
              <a:solidFill>
                <a:schemeClr val="lt1"/>
              </a:solidFill>
              <a:latin typeface="Roboto Slab Medium"/>
              <a:ea typeface="Roboto Slab Medium"/>
              <a:cs typeface="Roboto Slab Medium"/>
              <a:sym typeface="Roboto Slab Medium"/>
            </a:endParaRPr>
          </a:p>
          <a:p>
            <a:pPr indent="0" lvl="0" marL="0" rtl="0" algn="l">
              <a:spcBef>
                <a:spcPts val="5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Talent &amp; Skills Development</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Educational engagement, training courses, professional certifications</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Neutral Venue, Global presence</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Nonprofit entity, leadership and managers </a:t>
            </a:r>
            <a:br>
              <a:rPr lang="en-US" sz="950">
                <a:solidFill>
                  <a:schemeClr val="lt1"/>
                </a:solidFill>
                <a:latin typeface="Open Sans"/>
                <a:ea typeface="Open Sans"/>
                <a:cs typeface="Open Sans"/>
                <a:sym typeface="Open Sans"/>
              </a:rPr>
            </a:br>
            <a:r>
              <a:rPr lang="en-US" sz="950">
                <a:solidFill>
                  <a:schemeClr val="lt1"/>
                </a:solidFill>
                <a:latin typeface="Open Sans"/>
                <a:ea typeface="Open Sans"/>
                <a:cs typeface="Open Sans"/>
                <a:sym typeface="Open Sans"/>
              </a:rPr>
              <a:t>to engage on issues/ideas, neutral </a:t>
            </a:r>
            <a:br>
              <a:rPr lang="en-US" sz="950">
                <a:solidFill>
                  <a:schemeClr val="lt1"/>
                </a:solidFill>
                <a:latin typeface="Open Sans"/>
                <a:ea typeface="Open Sans"/>
                <a:cs typeface="Open Sans"/>
                <a:sym typeface="Open Sans"/>
              </a:rPr>
            </a:br>
            <a:r>
              <a:rPr lang="en-US" sz="950">
                <a:solidFill>
                  <a:schemeClr val="lt1"/>
                </a:solidFill>
                <a:latin typeface="Open Sans"/>
                <a:ea typeface="Open Sans"/>
                <a:cs typeface="Open Sans"/>
                <a:sym typeface="Open Sans"/>
              </a:rPr>
              <a:t>governance templates, global entities</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Open Standards</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Open specifications, ISO standardization path </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Resource Funding Options</a:t>
            </a:r>
            <a:endParaRPr sz="950">
              <a:solidFill>
                <a:schemeClr val="lt1"/>
              </a:solidFill>
              <a:latin typeface="Gill Sans"/>
              <a:ea typeface="Gill Sans"/>
              <a:cs typeface="Gill Sans"/>
              <a:sym typeface="Gill Sans"/>
            </a:endParaRPr>
          </a:p>
          <a:p>
            <a:pPr indent="0" lvl="0" marL="0" rtl="0" algn="l">
              <a:spcBef>
                <a:spcPts val="0"/>
              </a:spcBef>
              <a:spcAft>
                <a:spcPts val="0"/>
              </a:spcAft>
              <a:buNone/>
            </a:pPr>
            <a:r>
              <a:rPr lang="en-US" sz="950">
                <a:solidFill>
                  <a:schemeClr val="lt1"/>
                </a:solidFill>
                <a:latin typeface="Open Sans"/>
                <a:ea typeface="Open Sans"/>
                <a:cs typeface="Open Sans"/>
                <a:sym typeface="Open Sans"/>
              </a:rPr>
              <a:t>Ability to infuse resources into a community</a:t>
            </a:r>
            <a:endParaRPr b="1" sz="950">
              <a:solidFill>
                <a:schemeClr val="lt1"/>
              </a:solidFill>
              <a:latin typeface="Open Sans"/>
              <a:ea typeface="Open Sans"/>
              <a:cs typeface="Open Sans"/>
              <a:sym typeface="Open Sans"/>
            </a:endParaRPr>
          </a:p>
        </p:txBody>
      </p:sp>
      <p:sp>
        <p:nvSpPr>
          <p:cNvPr id="861" name="Google Shape;861;p122"/>
          <p:cNvSpPr/>
          <p:nvPr/>
        </p:nvSpPr>
        <p:spPr>
          <a:xfrm>
            <a:off x="2740600" y="2710688"/>
            <a:ext cx="2880300" cy="2422200"/>
          </a:xfrm>
          <a:prstGeom prst="rect">
            <a:avLst/>
          </a:prstGeom>
          <a:solidFill>
            <a:schemeClr val="accent1"/>
          </a:solidFill>
          <a:ln>
            <a:noFill/>
          </a:ln>
        </p:spPr>
        <p:txBody>
          <a:bodyPr anchorCtr="0" anchor="t" bIns="91425" lIns="182875" spcFirstLastPara="1" rIns="91425" wrap="square" tIns="228600">
            <a:noAutofit/>
          </a:bodyPr>
          <a:lstStyle/>
          <a:p>
            <a:pPr indent="0" lvl="0" marL="0" rtl="0" algn="l">
              <a:spcBef>
                <a:spcPts val="0"/>
              </a:spcBef>
              <a:spcAft>
                <a:spcPts val="0"/>
              </a:spcAft>
              <a:buClr>
                <a:srgbClr val="000000"/>
              </a:buClr>
              <a:buSzPts val="1100"/>
              <a:buFont typeface="Arial"/>
              <a:buNone/>
            </a:pPr>
            <a:r>
              <a:rPr lang="en-US" sz="1500">
                <a:solidFill>
                  <a:schemeClr val="lt1"/>
                </a:solidFill>
                <a:latin typeface="Roboto Slab Medium"/>
                <a:ea typeface="Roboto Slab Medium"/>
                <a:cs typeface="Roboto Slab Medium"/>
                <a:sym typeface="Roboto Slab Medium"/>
              </a:rPr>
              <a:t>Project Maintainers</a:t>
            </a:r>
            <a:endParaRPr sz="1500">
              <a:solidFill>
                <a:schemeClr val="lt1"/>
              </a:solidFill>
              <a:latin typeface="Roboto Slab Medium"/>
              <a:ea typeface="Roboto Slab Medium"/>
              <a:cs typeface="Roboto Slab Medium"/>
              <a:sym typeface="Roboto Slab Medium"/>
            </a:endParaRPr>
          </a:p>
          <a:p>
            <a:pPr indent="0" lvl="0" marL="0" rtl="0" algn="l">
              <a:spcBef>
                <a:spcPts val="5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Security</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Security audits, best practices, badges and scanning tools</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Facilitation</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Neutral managers available to facilitate development and execution on priorities</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Project Advocacy</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PR/AR, social media, blogs, videos, content creation highlighting their project</a:t>
            </a:r>
            <a:endParaRPr b="1" sz="1100">
              <a:solidFill>
                <a:schemeClr val="lt1"/>
              </a:solidFill>
              <a:latin typeface="Open Sans"/>
              <a:ea typeface="Open Sans"/>
              <a:cs typeface="Open Sans"/>
              <a:sym typeface="Open Sans"/>
            </a:endParaRPr>
          </a:p>
        </p:txBody>
      </p:sp>
      <p:sp>
        <p:nvSpPr>
          <p:cNvPr id="862" name="Google Shape;862;p122"/>
          <p:cNvSpPr/>
          <p:nvPr/>
        </p:nvSpPr>
        <p:spPr>
          <a:xfrm>
            <a:off x="5893400" y="2710688"/>
            <a:ext cx="2880300" cy="2422200"/>
          </a:xfrm>
          <a:prstGeom prst="rect">
            <a:avLst/>
          </a:prstGeom>
          <a:solidFill>
            <a:schemeClr val="accent1"/>
          </a:solidFill>
          <a:ln>
            <a:noFill/>
          </a:ln>
        </p:spPr>
        <p:txBody>
          <a:bodyPr anchorCtr="0" anchor="t" bIns="91425" lIns="182875" spcFirstLastPara="1" rIns="91425" wrap="square" tIns="228600">
            <a:noAutofit/>
          </a:bodyPr>
          <a:lstStyle/>
          <a:p>
            <a:pPr indent="0" lvl="0" marL="0" rtl="0" algn="l">
              <a:spcBef>
                <a:spcPts val="0"/>
              </a:spcBef>
              <a:spcAft>
                <a:spcPts val="0"/>
              </a:spcAft>
              <a:buClr>
                <a:srgbClr val="000000"/>
              </a:buClr>
              <a:buSzPts val="1100"/>
              <a:buFont typeface="Arial"/>
              <a:buNone/>
            </a:pPr>
            <a:r>
              <a:rPr lang="en-US" sz="1500">
                <a:solidFill>
                  <a:schemeClr val="lt1"/>
                </a:solidFill>
                <a:latin typeface="Roboto Slab Medium"/>
                <a:ea typeface="Roboto Slab Medium"/>
                <a:cs typeface="Roboto Slab Medium"/>
                <a:sym typeface="Roboto Slab Medium"/>
              </a:rPr>
              <a:t>OSPO &amp; Legal Professionals</a:t>
            </a:r>
            <a:endParaRPr sz="1500">
              <a:solidFill>
                <a:schemeClr val="lt1"/>
              </a:solidFill>
              <a:latin typeface="Roboto Slab Medium"/>
              <a:ea typeface="Roboto Slab Medium"/>
              <a:cs typeface="Roboto Slab Medium"/>
              <a:sym typeface="Roboto Slab Medium"/>
            </a:endParaRPr>
          </a:p>
          <a:p>
            <a:pPr indent="0" lvl="0" marL="0" rtl="0" algn="l">
              <a:spcBef>
                <a:spcPts val="5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Analytics &amp; Insights</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Project health and dependability metrics</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OSS Management</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TODO Group OSPO peer engagement, OSPO best practices and guides, Legal Summit and peer engagement</a:t>
            </a:r>
            <a:endParaRPr sz="950">
              <a:solidFill>
                <a:schemeClr val="lt1"/>
              </a:solidFill>
              <a:latin typeface="Gill Sans"/>
              <a:ea typeface="Gill Sans"/>
              <a:cs typeface="Gill Sans"/>
              <a:sym typeface="Gill Sans"/>
            </a:endParaRPr>
          </a:p>
          <a:p>
            <a:pPr indent="0" lvl="0" marL="0" rtl="0" algn="l">
              <a:spcBef>
                <a:spcPts val="700"/>
              </a:spcBef>
              <a:spcAft>
                <a:spcPts val="0"/>
              </a:spcAft>
              <a:buClr>
                <a:srgbClr val="000000"/>
              </a:buClr>
              <a:buSzPts val="700"/>
              <a:buFont typeface="Arial"/>
              <a:buNone/>
            </a:pPr>
            <a:r>
              <a:rPr b="1" lang="en-US" sz="950">
                <a:solidFill>
                  <a:schemeClr val="lt1"/>
                </a:solidFill>
                <a:latin typeface="Open Sans"/>
                <a:ea typeface="Open Sans"/>
                <a:cs typeface="Open Sans"/>
                <a:sym typeface="Open Sans"/>
              </a:rPr>
              <a:t>Compliance</a:t>
            </a:r>
            <a:endParaRPr sz="950">
              <a:solidFill>
                <a:schemeClr val="lt1"/>
              </a:solidFill>
              <a:latin typeface="Gill Sans"/>
              <a:ea typeface="Gill Sans"/>
              <a:cs typeface="Gill Sans"/>
              <a:sym typeface="Gill Sans"/>
            </a:endParaRPr>
          </a:p>
          <a:p>
            <a:pPr indent="0" lvl="0" marL="0" rtl="0" algn="l">
              <a:spcBef>
                <a:spcPts val="0"/>
              </a:spcBef>
              <a:spcAft>
                <a:spcPts val="0"/>
              </a:spcAft>
              <a:buClr>
                <a:srgbClr val="000000"/>
              </a:buClr>
              <a:buSzPts val="700"/>
              <a:buFont typeface="Arial"/>
              <a:buNone/>
            </a:pPr>
            <a:r>
              <a:rPr lang="en-US" sz="950">
                <a:solidFill>
                  <a:schemeClr val="lt1"/>
                </a:solidFill>
                <a:latin typeface="Open Sans"/>
                <a:ea typeface="Open Sans"/>
                <a:cs typeface="Open Sans"/>
                <a:sym typeface="Open Sans"/>
              </a:rPr>
              <a:t>Process guides, license scanning, export control management, tools for internal use</a:t>
            </a:r>
            <a:endParaRPr b="1" sz="950">
              <a:solidFill>
                <a:schemeClr val="lt1"/>
              </a:solidFill>
              <a:latin typeface="Open Sans"/>
              <a:ea typeface="Open Sans"/>
              <a:cs typeface="Open Sans"/>
              <a:sym typeface="Open Sans"/>
            </a:endParaRPr>
          </a:p>
        </p:txBody>
      </p:sp>
      <p:sp>
        <p:nvSpPr>
          <p:cNvPr id="863" name="Google Shape;863;p12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23"/>
          <p:cNvSpPr txBox="1"/>
          <p:nvPr>
            <p:ph type="title"/>
          </p:nvPr>
        </p:nvSpPr>
        <p:spPr>
          <a:xfrm>
            <a:off x="311700" y="1102894"/>
            <a:ext cx="8520600" cy="280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700"/>
              <a:buNone/>
            </a:pPr>
            <a:r>
              <a:rPr lang="en-US" sz="2300"/>
              <a:t>The Linux Foundation’s goal is to create the greatest shared technology investment in history by enabling open collaboration across companies, developers and users.</a:t>
            </a:r>
            <a:endParaRPr sz="2300"/>
          </a:p>
          <a:p>
            <a:pPr indent="0" lvl="0" marL="0" rtl="0" algn="ctr">
              <a:spcBef>
                <a:spcPts val="800"/>
              </a:spcBef>
              <a:spcAft>
                <a:spcPts val="800"/>
              </a:spcAft>
              <a:buSzPts val="700"/>
              <a:buNone/>
            </a:pPr>
            <a:r>
              <a:rPr lang="en-US" sz="2300"/>
              <a:t>We are the nonprofit organization of choice to build ecosystems that accelerate open source technology development and commercial adoption on a global scale.</a:t>
            </a:r>
            <a:endParaRPr sz="4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24"/>
          <p:cNvSpPr txBox="1"/>
          <p:nvPr/>
        </p:nvSpPr>
        <p:spPr>
          <a:xfrm>
            <a:off x="420575" y="249750"/>
            <a:ext cx="8071200" cy="332100"/>
          </a:xfrm>
          <a:prstGeom prst="rect">
            <a:avLst/>
          </a:prstGeom>
          <a:noFill/>
          <a:ln>
            <a:noFill/>
          </a:ln>
        </p:spPr>
        <p:txBody>
          <a:bodyPr anchorCtr="0" anchor="t" bIns="45700" lIns="91400" spcFirstLastPara="1" rIns="91400" wrap="square" tIns="45700">
            <a:noAutofit/>
          </a:bodyPr>
          <a:lstStyle/>
          <a:p>
            <a:pPr indent="0" lvl="0" marL="0" rtl="0" algn="ctr">
              <a:lnSpc>
                <a:spcPct val="90000"/>
              </a:lnSpc>
              <a:spcBef>
                <a:spcPts val="0"/>
              </a:spcBef>
              <a:spcAft>
                <a:spcPts val="0"/>
              </a:spcAft>
              <a:buNone/>
            </a:pPr>
            <a:r>
              <a:rPr lang="en-US" sz="2100">
                <a:solidFill>
                  <a:schemeClr val="accent2"/>
                </a:solidFill>
                <a:latin typeface="Roboto Slab Light"/>
                <a:ea typeface="Roboto Slab Light"/>
                <a:cs typeface="Roboto Slab Light"/>
                <a:sym typeface="Roboto Slab Light"/>
              </a:rPr>
              <a:t>We are behind some of the most critical projects in the world</a:t>
            </a:r>
            <a:endParaRPr sz="2100">
              <a:solidFill>
                <a:schemeClr val="accent2"/>
              </a:solidFill>
              <a:latin typeface="Roboto Slab Light"/>
              <a:ea typeface="Roboto Slab Light"/>
              <a:cs typeface="Roboto Slab Light"/>
              <a:sym typeface="Roboto Slab Light"/>
            </a:endParaRPr>
          </a:p>
        </p:txBody>
      </p:sp>
      <p:pic>
        <p:nvPicPr>
          <p:cNvPr id="874" name="Google Shape;874;p124"/>
          <p:cNvPicPr preferRelativeResize="0"/>
          <p:nvPr/>
        </p:nvPicPr>
        <p:blipFill rotWithShape="1">
          <a:blip r:embed="rId3">
            <a:alphaModFix/>
          </a:blip>
          <a:srcRect b="0" l="0" r="0" t="0"/>
          <a:stretch/>
        </p:blipFill>
        <p:spPr>
          <a:xfrm>
            <a:off x="2599572" y="2805428"/>
            <a:ext cx="483513" cy="287555"/>
          </a:xfrm>
          <a:prstGeom prst="rect">
            <a:avLst/>
          </a:prstGeom>
          <a:noFill/>
          <a:ln>
            <a:noFill/>
          </a:ln>
        </p:spPr>
      </p:pic>
      <p:pic>
        <p:nvPicPr>
          <p:cNvPr id="875" name="Google Shape;875;p124"/>
          <p:cNvPicPr preferRelativeResize="0"/>
          <p:nvPr/>
        </p:nvPicPr>
        <p:blipFill rotWithShape="1">
          <a:blip r:embed="rId4">
            <a:alphaModFix/>
          </a:blip>
          <a:srcRect b="0" l="0" r="0" t="0"/>
          <a:stretch/>
        </p:blipFill>
        <p:spPr>
          <a:xfrm>
            <a:off x="3427797" y="2477413"/>
            <a:ext cx="631110" cy="239313"/>
          </a:xfrm>
          <a:prstGeom prst="rect">
            <a:avLst/>
          </a:prstGeom>
          <a:noFill/>
          <a:ln>
            <a:noFill/>
          </a:ln>
        </p:spPr>
      </p:pic>
      <p:pic>
        <p:nvPicPr>
          <p:cNvPr id="876" name="Google Shape;876;p124"/>
          <p:cNvPicPr preferRelativeResize="0"/>
          <p:nvPr/>
        </p:nvPicPr>
        <p:blipFill rotWithShape="1">
          <a:blip r:embed="rId5">
            <a:alphaModFix/>
          </a:blip>
          <a:srcRect b="0" l="0" r="0" t="0"/>
          <a:stretch/>
        </p:blipFill>
        <p:spPr>
          <a:xfrm>
            <a:off x="3348316" y="817307"/>
            <a:ext cx="995201" cy="165868"/>
          </a:xfrm>
          <a:prstGeom prst="rect">
            <a:avLst/>
          </a:prstGeom>
          <a:noFill/>
          <a:ln>
            <a:noFill/>
          </a:ln>
        </p:spPr>
      </p:pic>
      <p:pic>
        <p:nvPicPr>
          <p:cNvPr id="877" name="Google Shape;877;p124"/>
          <p:cNvPicPr preferRelativeResize="0"/>
          <p:nvPr/>
        </p:nvPicPr>
        <p:blipFill rotWithShape="1">
          <a:blip r:embed="rId6">
            <a:alphaModFix/>
          </a:blip>
          <a:srcRect b="0" l="0" r="0" t="0"/>
          <a:stretch/>
        </p:blipFill>
        <p:spPr>
          <a:xfrm>
            <a:off x="3349133" y="1831797"/>
            <a:ext cx="1142680" cy="246791"/>
          </a:xfrm>
          <a:prstGeom prst="rect">
            <a:avLst/>
          </a:prstGeom>
          <a:noFill/>
          <a:ln>
            <a:noFill/>
          </a:ln>
        </p:spPr>
      </p:pic>
      <p:pic>
        <p:nvPicPr>
          <p:cNvPr id="878" name="Google Shape;878;p124"/>
          <p:cNvPicPr preferRelativeResize="0"/>
          <p:nvPr/>
        </p:nvPicPr>
        <p:blipFill rotWithShape="1">
          <a:blip r:embed="rId7">
            <a:alphaModFix/>
          </a:blip>
          <a:srcRect b="0" l="0" r="0" t="0"/>
          <a:stretch/>
        </p:blipFill>
        <p:spPr>
          <a:xfrm>
            <a:off x="6077957" y="1414462"/>
            <a:ext cx="929074" cy="325189"/>
          </a:xfrm>
          <a:prstGeom prst="rect">
            <a:avLst/>
          </a:prstGeom>
          <a:noFill/>
          <a:ln>
            <a:noFill/>
          </a:ln>
        </p:spPr>
      </p:pic>
      <p:pic>
        <p:nvPicPr>
          <p:cNvPr id="879" name="Google Shape;879;p124"/>
          <p:cNvPicPr preferRelativeResize="0"/>
          <p:nvPr/>
        </p:nvPicPr>
        <p:blipFill rotWithShape="1">
          <a:blip r:embed="rId8">
            <a:alphaModFix/>
          </a:blip>
          <a:srcRect b="0" l="0" r="0" t="0"/>
          <a:stretch/>
        </p:blipFill>
        <p:spPr>
          <a:xfrm>
            <a:off x="4776682" y="1465136"/>
            <a:ext cx="808836" cy="223841"/>
          </a:xfrm>
          <a:prstGeom prst="rect">
            <a:avLst/>
          </a:prstGeom>
          <a:noFill/>
          <a:ln>
            <a:noFill/>
          </a:ln>
        </p:spPr>
      </p:pic>
      <p:pic>
        <p:nvPicPr>
          <p:cNvPr id="880" name="Google Shape;880;p124"/>
          <p:cNvPicPr preferRelativeResize="0"/>
          <p:nvPr/>
        </p:nvPicPr>
        <p:blipFill rotWithShape="1">
          <a:blip r:embed="rId9">
            <a:alphaModFix/>
          </a:blip>
          <a:srcRect b="0" l="0" r="0" t="0"/>
          <a:stretch/>
        </p:blipFill>
        <p:spPr>
          <a:xfrm>
            <a:off x="1623125" y="2828330"/>
            <a:ext cx="767448" cy="241751"/>
          </a:xfrm>
          <a:prstGeom prst="rect">
            <a:avLst/>
          </a:prstGeom>
          <a:noFill/>
          <a:ln>
            <a:noFill/>
          </a:ln>
        </p:spPr>
      </p:pic>
      <p:pic>
        <p:nvPicPr>
          <p:cNvPr id="881" name="Google Shape;881;p124"/>
          <p:cNvPicPr preferRelativeResize="0"/>
          <p:nvPr/>
        </p:nvPicPr>
        <p:blipFill rotWithShape="1">
          <a:blip r:embed="rId10">
            <a:alphaModFix/>
          </a:blip>
          <a:srcRect b="0" l="0" r="0" t="0"/>
          <a:stretch/>
        </p:blipFill>
        <p:spPr>
          <a:xfrm>
            <a:off x="5279632" y="1832186"/>
            <a:ext cx="767456" cy="246013"/>
          </a:xfrm>
          <a:prstGeom prst="rect">
            <a:avLst/>
          </a:prstGeom>
          <a:noFill/>
          <a:ln>
            <a:noFill/>
          </a:ln>
        </p:spPr>
      </p:pic>
      <p:pic>
        <p:nvPicPr>
          <p:cNvPr id="882" name="Google Shape;882;p124"/>
          <p:cNvPicPr preferRelativeResize="0"/>
          <p:nvPr/>
        </p:nvPicPr>
        <p:blipFill rotWithShape="1">
          <a:blip r:embed="rId11">
            <a:alphaModFix/>
          </a:blip>
          <a:srcRect b="0" l="0" r="0" t="0"/>
          <a:stretch/>
        </p:blipFill>
        <p:spPr>
          <a:xfrm>
            <a:off x="5687400" y="1433294"/>
            <a:ext cx="288676" cy="287526"/>
          </a:xfrm>
          <a:prstGeom prst="rect">
            <a:avLst/>
          </a:prstGeom>
          <a:noFill/>
          <a:ln>
            <a:noFill/>
          </a:ln>
        </p:spPr>
      </p:pic>
      <p:pic>
        <p:nvPicPr>
          <p:cNvPr id="883" name="Google Shape;883;p124"/>
          <p:cNvPicPr preferRelativeResize="0"/>
          <p:nvPr/>
        </p:nvPicPr>
        <p:blipFill rotWithShape="1">
          <a:blip r:embed="rId12">
            <a:alphaModFix/>
          </a:blip>
          <a:srcRect b="-10" l="-199" r="-4393" t="0"/>
          <a:stretch/>
        </p:blipFill>
        <p:spPr>
          <a:xfrm>
            <a:off x="2604626" y="3847425"/>
            <a:ext cx="1458175" cy="246800"/>
          </a:xfrm>
          <a:prstGeom prst="rect">
            <a:avLst/>
          </a:prstGeom>
          <a:noFill/>
          <a:ln>
            <a:noFill/>
          </a:ln>
        </p:spPr>
      </p:pic>
      <p:pic>
        <p:nvPicPr>
          <p:cNvPr id="884" name="Google Shape;884;p124"/>
          <p:cNvPicPr preferRelativeResize="0"/>
          <p:nvPr/>
        </p:nvPicPr>
        <p:blipFill rotWithShape="1">
          <a:blip r:embed="rId13">
            <a:alphaModFix/>
          </a:blip>
          <a:srcRect b="0" l="0" r="0" t="0"/>
          <a:stretch/>
        </p:blipFill>
        <p:spPr>
          <a:xfrm>
            <a:off x="4255228" y="2485381"/>
            <a:ext cx="566976" cy="223378"/>
          </a:xfrm>
          <a:prstGeom prst="rect">
            <a:avLst/>
          </a:prstGeom>
          <a:noFill/>
          <a:ln>
            <a:noFill/>
          </a:ln>
        </p:spPr>
      </p:pic>
      <p:pic>
        <p:nvPicPr>
          <p:cNvPr id="885" name="Google Shape;885;p124"/>
          <p:cNvPicPr preferRelativeResize="0"/>
          <p:nvPr/>
        </p:nvPicPr>
        <p:blipFill rotWithShape="1">
          <a:blip r:embed="rId14">
            <a:alphaModFix/>
          </a:blip>
          <a:srcRect b="28712" l="0" r="0" t="31019"/>
          <a:stretch/>
        </p:blipFill>
        <p:spPr>
          <a:xfrm>
            <a:off x="4185002" y="4204705"/>
            <a:ext cx="995200" cy="225675"/>
          </a:xfrm>
          <a:prstGeom prst="rect">
            <a:avLst/>
          </a:prstGeom>
          <a:noFill/>
          <a:ln>
            <a:noFill/>
          </a:ln>
        </p:spPr>
      </p:pic>
      <p:pic>
        <p:nvPicPr>
          <p:cNvPr id="886" name="Google Shape;886;p124"/>
          <p:cNvPicPr preferRelativeResize="0"/>
          <p:nvPr/>
        </p:nvPicPr>
        <p:blipFill rotWithShape="1">
          <a:blip r:embed="rId15">
            <a:alphaModFix/>
          </a:blip>
          <a:srcRect b="21624" l="0" r="0" t="19995"/>
          <a:stretch/>
        </p:blipFill>
        <p:spPr>
          <a:xfrm>
            <a:off x="3527504" y="4580514"/>
            <a:ext cx="808850" cy="289237"/>
          </a:xfrm>
          <a:prstGeom prst="rect">
            <a:avLst/>
          </a:prstGeom>
          <a:noFill/>
          <a:ln>
            <a:noFill/>
          </a:ln>
        </p:spPr>
      </p:pic>
      <p:pic>
        <p:nvPicPr>
          <p:cNvPr id="887" name="Google Shape;887;p124"/>
          <p:cNvPicPr preferRelativeResize="0"/>
          <p:nvPr/>
        </p:nvPicPr>
        <p:blipFill rotWithShape="1">
          <a:blip r:embed="rId16">
            <a:alphaModFix/>
          </a:blip>
          <a:srcRect b="0" l="0" r="0" t="0"/>
          <a:stretch/>
        </p:blipFill>
        <p:spPr>
          <a:xfrm>
            <a:off x="1693216" y="4240183"/>
            <a:ext cx="940204" cy="154717"/>
          </a:xfrm>
          <a:prstGeom prst="rect">
            <a:avLst/>
          </a:prstGeom>
          <a:noFill/>
          <a:ln>
            <a:noFill/>
          </a:ln>
        </p:spPr>
      </p:pic>
      <p:sp>
        <p:nvSpPr>
          <p:cNvPr id="888" name="Google Shape;888;p124"/>
          <p:cNvSpPr txBox="1"/>
          <p:nvPr/>
        </p:nvSpPr>
        <p:spPr>
          <a:xfrm>
            <a:off x="-150" y="798800"/>
            <a:ext cx="1485300" cy="4076100"/>
          </a:xfrm>
          <a:prstGeom prst="rect">
            <a:avLst/>
          </a:prstGeom>
          <a:noFill/>
          <a:ln>
            <a:noFill/>
          </a:ln>
        </p:spPr>
        <p:txBody>
          <a:bodyPr anchorCtr="0" anchor="t" bIns="396000" lIns="91400" spcFirstLastPara="1" rIns="91400" wrap="square" tIns="45700">
            <a:noAutofit/>
          </a:bodyPr>
          <a:lstStyle/>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Vertical Industry</a:t>
            </a:r>
            <a:endParaRPr sz="1100">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i="0" lang="en-US" sz="1100" u="none" cap="none" strike="noStrike">
                <a:solidFill>
                  <a:srgbClr val="3F3F3F"/>
                </a:solidFill>
                <a:latin typeface="Open Sans SemiBold"/>
                <a:ea typeface="Open Sans SemiBold"/>
                <a:cs typeface="Open Sans SemiBold"/>
                <a:sym typeface="Open Sans SemiBold"/>
              </a:rPr>
              <a:t>Security</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AI &amp; Data</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i="0" lang="en-US" sz="1100" u="none" cap="none" strike="noStrike">
                <a:solidFill>
                  <a:srgbClr val="3F3F3F"/>
                </a:solidFill>
                <a:latin typeface="Open Sans SemiBold"/>
                <a:ea typeface="Open Sans SemiBold"/>
                <a:cs typeface="Open Sans SemiBold"/>
                <a:sym typeface="Open Sans SemiBold"/>
              </a:rPr>
              <a:t>Cloud</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Networking</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Edge &amp; IoT</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Web</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Visual Effects</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latin typeface="Open Sans SemiBold"/>
                <a:ea typeface="Open Sans SemiBold"/>
                <a:cs typeface="Open Sans SemiBold"/>
                <a:sym typeface="Open Sans SemiBold"/>
              </a:rPr>
              <a:t>Sustainability</a:t>
            </a:r>
            <a:endParaRPr i="0" sz="1100" u="none" cap="none" strike="noStrike">
              <a:solidFill>
                <a:srgbClr val="000000"/>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solidFill>
                  <a:srgbClr val="3F3F3F"/>
                </a:solidFill>
                <a:latin typeface="Open Sans SemiBold"/>
                <a:ea typeface="Open Sans SemiBold"/>
                <a:cs typeface="Open Sans SemiBold"/>
                <a:sym typeface="Open Sans SemiBold"/>
              </a:rPr>
              <a:t>Digital Trust</a:t>
            </a:r>
            <a:endParaRPr i="0" sz="1100" u="none" cap="none" strike="noStrike">
              <a:solidFill>
                <a:srgbClr val="3F3F3F"/>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latin typeface="Open Sans SemiBold"/>
                <a:ea typeface="Open Sans SemiBold"/>
                <a:cs typeface="Open Sans SemiBold"/>
                <a:sym typeface="Open Sans SemiBold"/>
              </a:rPr>
              <a:t>Hardware</a:t>
            </a:r>
            <a:endParaRPr i="0" sz="1100" u="none" cap="none" strike="noStrike">
              <a:solidFill>
                <a:srgbClr val="000000"/>
              </a:solidFill>
              <a:latin typeface="Open Sans SemiBold"/>
              <a:ea typeface="Open Sans SemiBold"/>
              <a:cs typeface="Open Sans SemiBold"/>
              <a:sym typeface="Open Sans SemiBold"/>
            </a:endParaRPr>
          </a:p>
          <a:p>
            <a:pPr indent="0" lvl="0" marL="0" marR="0" rtl="0" algn="r">
              <a:lnSpc>
                <a:spcPct val="200000"/>
              </a:lnSpc>
              <a:spcBef>
                <a:spcPts val="0"/>
              </a:spcBef>
              <a:spcAft>
                <a:spcPts val="0"/>
              </a:spcAft>
              <a:buNone/>
            </a:pPr>
            <a:r>
              <a:rPr lang="en-US" sz="1100">
                <a:latin typeface="Open Sans SemiBold"/>
                <a:ea typeface="Open Sans SemiBold"/>
                <a:cs typeface="Open Sans SemiBold"/>
                <a:sym typeface="Open Sans SemiBold"/>
              </a:rPr>
              <a:t>Standards</a:t>
            </a:r>
            <a:endParaRPr i="0" sz="1100" u="none" cap="none" strike="noStrike">
              <a:solidFill>
                <a:srgbClr val="000000"/>
              </a:solidFill>
              <a:latin typeface="Open Sans SemiBold"/>
              <a:ea typeface="Open Sans SemiBold"/>
              <a:cs typeface="Open Sans SemiBold"/>
              <a:sym typeface="Open Sans SemiBold"/>
            </a:endParaRPr>
          </a:p>
        </p:txBody>
      </p:sp>
      <p:cxnSp>
        <p:nvCxnSpPr>
          <p:cNvPr id="889" name="Google Shape;889;p124"/>
          <p:cNvCxnSpPr/>
          <p:nvPr/>
        </p:nvCxnSpPr>
        <p:spPr>
          <a:xfrm rot="10800000">
            <a:off x="420575" y="1071349"/>
            <a:ext cx="8341200" cy="0"/>
          </a:xfrm>
          <a:prstGeom prst="straightConnector1">
            <a:avLst/>
          </a:prstGeom>
          <a:noFill/>
          <a:ln cap="flat" cmpd="sng" w="9525">
            <a:solidFill>
              <a:srgbClr val="EFEFEF"/>
            </a:solidFill>
            <a:prstDash val="solid"/>
            <a:round/>
            <a:headEnd len="sm" w="sm" type="none"/>
            <a:tailEnd len="sm" w="sm" type="none"/>
          </a:ln>
        </p:spPr>
      </p:cxnSp>
      <p:cxnSp>
        <p:nvCxnSpPr>
          <p:cNvPr id="890" name="Google Shape;890;p124"/>
          <p:cNvCxnSpPr/>
          <p:nvPr/>
        </p:nvCxnSpPr>
        <p:spPr>
          <a:xfrm rot="10800000">
            <a:off x="420575" y="1412776"/>
            <a:ext cx="8341200" cy="0"/>
          </a:xfrm>
          <a:prstGeom prst="straightConnector1">
            <a:avLst/>
          </a:prstGeom>
          <a:noFill/>
          <a:ln cap="flat" cmpd="sng" w="9525">
            <a:solidFill>
              <a:srgbClr val="EFEFEF"/>
            </a:solidFill>
            <a:prstDash val="solid"/>
            <a:round/>
            <a:headEnd len="sm" w="sm" type="none"/>
            <a:tailEnd len="sm" w="sm" type="none"/>
          </a:ln>
        </p:spPr>
      </p:cxnSp>
      <p:cxnSp>
        <p:nvCxnSpPr>
          <p:cNvPr id="891" name="Google Shape;891;p124"/>
          <p:cNvCxnSpPr/>
          <p:nvPr/>
        </p:nvCxnSpPr>
        <p:spPr>
          <a:xfrm rot="10800000">
            <a:off x="420575" y="1754204"/>
            <a:ext cx="8341200" cy="0"/>
          </a:xfrm>
          <a:prstGeom prst="straightConnector1">
            <a:avLst/>
          </a:prstGeom>
          <a:noFill/>
          <a:ln cap="flat" cmpd="sng" w="9525">
            <a:solidFill>
              <a:srgbClr val="EFEFEF"/>
            </a:solidFill>
            <a:prstDash val="solid"/>
            <a:round/>
            <a:headEnd len="sm" w="sm" type="none"/>
            <a:tailEnd len="sm" w="sm" type="none"/>
          </a:ln>
        </p:spPr>
      </p:cxnSp>
      <p:cxnSp>
        <p:nvCxnSpPr>
          <p:cNvPr id="892" name="Google Shape;892;p124"/>
          <p:cNvCxnSpPr/>
          <p:nvPr/>
        </p:nvCxnSpPr>
        <p:spPr>
          <a:xfrm rot="10800000">
            <a:off x="420575" y="2095631"/>
            <a:ext cx="8341200" cy="0"/>
          </a:xfrm>
          <a:prstGeom prst="straightConnector1">
            <a:avLst/>
          </a:prstGeom>
          <a:noFill/>
          <a:ln cap="flat" cmpd="sng" w="9525">
            <a:solidFill>
              <a:srgbClr val="EFEFEF"/>
            </a:solidFill>
            <a:prstDash val="solid"/>
            <a:round/>
            <a:headEnd len="sm" w="sm" type="none"/>
            <a:tailEnd len="sm" w="sm" type="none"/>
          </a:ln>
        </p:spPr>
      </p:cxnSp>
      <p:cxnSp>
        <p:nvCxnSpPr>
          <p:cNvPr id="893" name="Google Shape;893;p124"/>
          <p:cNvCxnSpPr/>
          <p:nvPr/>
        </p:nvCxnSpPr>
        <p:spPr>
          <a:xfrm rot="10800000">
            <a:off x="420575" y="2437059"/>
            <a:ext cx="8341200" cy="0"/>
          </a:xfrm>
          <a:prstGeom prst="straightConnector1">
            <a:avLst/>
          </a:prstGeom>
          <a:noFill/>
          <a:ln cap="flat" cmpd="sng" w="9525">
            <a:solidFill>
              <a:srgbClr val="EFEFEF"/>
            </a:solidFill>
            <a:prstDash val="solid"/>
            <a:round/>
            <a:headEnd len="sm" w="sm" type="none"/>
            <a:tailEnd len="sm" w="sm" type="none"/>
          </a:ln>
        </p:spPr>
      </p:cxnSp>
      <p:cxnSp>
        <p:nvCxnSpPr>
          <p:cNvPr id="894" name="Google Shape;894;p124"/>
          <p:cNvCxnSpPr/>
          <p:nvPr/>
        </p:nvCxnSpPr>
        <p:spPr>
          <a:xfrm rot="10800000">
            <a:off x="420575" y="2778487"/>
            <a:ext cx="8341200" cy="0"/>
          </a:xfrm>
          <a:prstGeom prst="straightConnector1">
            <a:avLst/>
          </a:prstGeom>
          <a:noFill/>
          <a:ln cap="flat" cmpd="sng" w="9525">
            <a:solidFill>
              <a:srgbClr val="EFEFEF"/>
            </a:solidFill>
            <a:prstDash val="solid"/>
            <a:round/>
            <a:headEnd len="sm" w="sm" type="none"/>
            <a:tailEnd len="sm" w="sm" type="none"/>
          </a:ln>
        </p:spPr>
      </p:cxnSp>
      <p:cxnSp>
        <p:nvCxnSpPr>
          <p:cNvPr id="895" name="Google Shape;895;p124"/>
          <p:cNvCxnSpPr/>
          <p:nvPr/>
        </p:nvCxnSpPr>
        <p:spPr>
          <a:xfrm rot="10800000">
            <a:off x="420575" y="3119914"/>
            <a:ext cx="8341200" cy="0"/>
          </a:xfrm>
          <a:prstGeom prst="straightConnector1">
            <a:avLst/>
          </a:prstGeom>
          <a:noFill/>
          <a:ln cap="flat" cmpd="sng" w="9525">
            <a:solidFill>
              <a:srgbClr val="EFEFEF"/>
            </a:solidFill>
            <a:prstDash val="solid"/>
            <a:round/>
            <a:headEnd len="sm" w="sm" type="none"/>
            <a:tailEnd len="sm" w="sm" type="none"/>
          </a:ln>
        </p:spPr>
      </p:cxnSp>
      <p:cxnSp>
        <p:nvCxnSpPr>
          <p:cNvPr id="896" name="Google Shape;896;p124"/>
          <p:cNvCxnSpPr/>
          <p:nvPr/>
        </p:nvCxnSpPr>
        <p:spPr>
          <a:xfrm rot="10800000">
            <a:off x="420575" y="3802770"/>
            <a:ext cx="8341200" cy="0"/>
          </a:xfrm>
          <a:prstGeom prst="straightConnector1">
            <a:avLst/>
          </a:prstGeom>
          <a:noFill/>
          <a:ln cap="flat" cmpd="sng" w="9525">
            <a:solidFill>
              <a:srgbClr val="EFEFEF"/>
            </a:solidFill>
            <a:prstDash val="solid"/>
            <a:round/>
            <a:headEnd len="sm" w="sm" type="none"/>
            <a:tailEnd len="sm" w="sm" type="none"/>
          </a:ln>
        </p:spPr>
      </p:cxnSp>
      <p:cxnSp>
        <p:nvCxnSpPr>
          <p:cNvPr id="897" name="Google Shape;897;p124"/>
          <p:cNvCxnSpPr/>
          <p:nvPr/>
        </p:nvCxnSpPr>
        <p:spPr>
          <a:xfrm rot="10800000">
            <a:off x="420575" y="4144197"/>
            <a:ext cx="8341200" cy="0"/>
          </a:xfrm>
          <a:prstGeom prst="straightConnector1">
            <a:avLst/>
          </a:prstGeom>
          <a:noFill/>
          <a:ln cap="flat" cmpd="sng" w="9525">
            <a:solidFill>
              <a:srgbClr val="EFEFEF"/>
            </a:solidFill>
            <a:prstDash val="solid"/>
            <a:round/>
            <a:headEnd len="sm" w="sm" type="none"/>
            <a:tailEnd len="sm" w="sm" type="none"/>
          </a:ln>
        </p:spPr>
      </p:cxnSp>
      <p:cxnSp>
        <p:nvCxnSpPr>
          <p:cNvPr id="898" name="Google Shape;898;p124"/>
          <p:cNvCxnSpPr/>
          <p:nvPr/>
        </p:nvCxnSpPr>
        <p:spPr>
          <a:xfrm rot="10800000">
            <a:off x="420575" y="3461342"/>
            <a:ext cx="8341200" cy="0"/>
          </a:xfrm>
          <a:prstGeom prst="straightConnector1">
            <a:avLst/>
          </a:prstGeom>
          <a:noFill/>
          <a:ln cap="flat" cmpd="sng" w="9525">
            <a:solidFill>
              <a:srgbClr val="EFEFEF"/>
            </a:solidFill>
            <a:prstDash val="solid"/>
            <a:round/>
            <a:headEnd len="sm" w="sm" type="none"/>
            <a:tailEnd len="sm" w="sm" type="none"/>
          </a:ln>
        </p:spPr>
      </p:cxnSp>
      <p:cxnSp>
        <p:nvCxnSpPr>
          <p:cNvPr id="899" name="Google Shape;899;p124"/>
          <p:cNvCxnSpPr/>
          <p:nvPr/>
        </p:nvCxnSpPr>
        <p:spPr>
          <a:xfrm rot="10800000">
            <a:off x="420575" y="4485625"/>
            <a:ext cx="8341200" cy="0"/>
          </a:xfrm>
          <a:prstGeom prst="straightConnector1">
            <a:avLst/>
          </a:prstGeom>
          <a:noFill/>
          <a:ln cap="flat" cmpd="sng" w="9525">
            <a:solidFill>
              <a:srgbClr val="EFEFEF"/>
            </a:solidFill>
            <a:prstDash val="solid"/>
            <a:round/>
            <a:headEnd len="sm" w="sm" type="none"/>
            <a:tailEnd len="sm" w="sm" type="none"/>
          </a:ln>
        </p:spPr>
      </p:cxnSp>
      <p:pic>
        <p:nvPicPr>
          <p:cNvPr id="900" name="Google Shape;900;p124"/>
          <p:cNvPicPr preferRelativeResize="0"/>
          <p:nvPr/>
        </p:nvPicPr>
        <p:blipFill rotWithShape="1">
          <a:blip r:embed="rId17">
            <a:alphaModFix/>
          </a:blip>
          <a:srcRect b="0" l="0" r="0" t="0"/>
          <a:stretch/>
        </p:blipFill>
        <p:spPr>
          <a:xfrm>
            <a:off x="1590238" y="1110414"/>
            <a:ext cx="694500" cy="263298"/>
          </a:xfrm>
          <a:prstGeom prst="rect">
            <a:avLst/>
          </a:prstGeom>
          <a:noFill/>
          <a:ln>
            <a:noFill/>
          </a:ln>
        </p:spPr>
      </p:pic>
      <p:cxnSp>
        <p:nvCxnSpPr>
          <p:cNvPr id="901" name="Google Shape;901;p124"/>
          <p:cNvCxnSpPr/>
          <p:nvPr/>
        </p:nvCxnSpPr>
        <p:spPr>
          <a:xfrm flipH="1" rot="10800000">
            <a:off x="1479775" y="852775"/>
            <a:ext cx="5400" cy="3995100"/>
          </a:xfrm>
          <a:prstGeom prst="straightConnector1">
            <a:avLst/>
          </a:prstGeom>
          <a:noFill/>
          <a:ln cap="flat" cmpd="sng" w="9525">
            <a:solidFill>
              <a:srgbClr val="EFEFEF"/>
            </a:solidFill>
            <a:prstDash val="solid"/>
            <a:round/>
            <a:headEnd len="sm" w="sm" type="none"/>
            <a:tailEnd len="sm" w="sm" type="none"/>
          </a:ln>
        </p:spPr>
      </p:cxnSp>
      <p:pic>
        <p:nvPicPr>
          <p:cNvPr id="902" name="Google Shape;902;p124"/>
          <p:cNvPicPr preferRelativeResize="0"/>
          <p:nvPr/>
        </p:nvPicPr>
        <p:blipFill rotWithShape="1">
          <a:blip r:embed="rId18">
            <a:alphaModFix/>
          </a:blip>
          <a:srcRect b="0" l="0" r="0" t="0"/>
          <a:stretch/>
        </p:blipFill>
        <p:spPr>
          <a:xfrm>
            <a:off x="5087175" y="2142248"/>
            <a:ext cx="694562" cy="259255"/>
          </a:xfrm>
          <a:prstGeom prst="rect">
            <a:avLst/>
          </a:prstGeom>
          <a:noFill/>
          <a:ln>
            <a:noFill/>
          </a:ln>
        </p:spPr>
      </p:pic>
      <p:pic>
        <p:nvPicPr>
          <p:cNvPr id="903" name="Google Shape;903;p124"/>
          <p:cNvPicPr preferRelativeResize="0"/>
          <p:nvPr/>
        </p:nvPicPr>
        <p:blipFill rotWithShape="1">
          <a:blip r:embed="rId19">
            <a:alphaModFix/>
          </a:blip>
          <a:srcRect b="0" l="0" r="0" t="0"/>
          <a:stretch/>
        </p:blipFill>
        <p:spPr>
          <a:xfrm>
            <a:off x="6204084" y="1096295"/>
            <a:ext cx="694538" cy="252285"/>
          </a:xfrm>
          <a:prstGeom prst="rect">
            <a:avLst/>
          </a:prstGeom>
          <a:noFill/>
          <a:ln>
            <a:noFill/>
          </a:ln>
        </p:spPr>
      </p:pic>
      <p:pic>
        <p:nvPicPr>
          <p:cNvPr id="904" name="Google Shape;904;p124"/>
          <p:cNvPicPr preferRelativeResize="0"/>
          <p:nvPr/>
        </p:nvPicPr>
        <p:blipFill rotWithShape="1">
          <a:blip r:embed="rId20">
            <a:alphaModFix/>
          </a:blip>
          <a:srcRect b="0" l="0" r="0" t="0"/>
          <a:stretch/>
        </p:blipFill>
        <p:spPr>
          <a:xfrm>
            <a:off x="5018525" y="2448129"/>
            <a:ext cx="595762" cy="297882"/>
          </a:xfrm>
          <a:prstGeom prst="rect">
            <a:avLst/>
          </a:prstGeom>
          <a:noFill/>
          <a:ln>
            <a:noFill/>
          </a:ln>
        </p:spPr>
      </p:pic>
      <p:pic>
        <p:nvPicPr>
          <p:cNvPr id="905" name="Google Shape;905;p124"/>
          <p:cNvPicPr preferRelativeResize="0"/>
          <p:nvPr/>
        </p:nvPicPr>
        <p:blipFill rotWithShape="1">
          <a:blip r:embed="rId21">
            <a:alphaModFix/>
          </a:blip>
          <a:srcRect b="0" l="0" r="0" t="0"/>
          <a:stretch/>
        </p:blipFill>
        <p:spPr>
          <a:xfrm>
            <a:off x="4538442" y="1834097"/>
            <a:ext cx="694562" cy="242191"/>
          </a:xfrm>
          <a:prstGeom prst="rect">
            <a:avLst/>
          </a:prstGeom>
          <a:noFill/>
          <a:ln>
            <a:noFill/>
          </a:ln>
        </p:spPr>
      </p:pic>
      <p:pic>
        <p:nvPicPr>
          <p:cNvPr id="906" name="Google Shape;906;p124"/>
          <p:cNvPicPr preferRelativeResize="0"/>
          <p:nvPr/>
        </p:nvPicPr>
        <p:blipFill rotWithShape="1">
          <a:blip r:embed="rId22">
            <a:alphaModFix/>
          </a:blip>
          <a:srcRect b="0" l="0" r="0" t="0"/>
          <a:stretch/>
        </p:blipFill>
        <p:spPr>
          <a:xfrm>
            <a:off x="7656584" y="2485203"/>
            <a:ext cx="881359" cy="223733"/>
          </a:xfrm>
          <a:prstGeom prst="rect">
            <a:avLst/>
          </a:prstGeom>
          <a:noFill/>
          <a:ln>
            <a:noFill/>
          </a:ln>
        </p:spPr>
      </p:pic>
      <p:pic>
        <p:nvPicPr>
          <p:cNvPr id="907" name="Google Shape;907;p124"/>
          <p:cNvPicPr preferRelativeResize="0"/>
          <p:nvPr/>
        </p:nvPicPr>
        <p:blipFill rotWithShape="1">
          <a:blip r:embed="rId23">
            <a:alphaModFix/>
          </a:blip>
          <a:srcRect b="0" l="0" r="0" t="0"/>
          <a:stretch/>
        </p:blipFill>
        <p:spPr>
          <a:xfrm>
            <a:off x="2600559" y="4609244"/>
            <a:ext cx="767462" cy="231776"/>
          </a:xfrm>
          <a:prstGeom prst="rect">
            <a:avLst/>
          </a:prstGeom>
          <a:noFill/>
          <a:ln>
            <a:noFill/>
          </a:ln>
        </p:spPr>
      </p:pic>
      <p:pic>
        <p:nvPicPr>
          <p:cNvPr id="908" name="Google Shape;908;p124"/>
          <p:cNvPicPr preferRelativeResize="0"/>
          <p:nvPr/>
        </p:nvPicPr>
        <p:blipFill rotWithShape="1">
          <a:blip r:embed="rId24">
            <a:alphaModFix/>
          </a:blip>
          <a:srcRect b="0" l="0" r="0" t="0"/>
          <a:stretch/>
        </p:blipFill>
        <p:spPr>
          <a:xfrm>
            <a:off x="5810608" y="2448989"/>
            <a:ext cx="483509" cy="296162"/>
          </a:xfrm>
          <a:prstGeom prst="rect">
            <a:avLst/>
          </a:prstGeom>
          <a:noFill/>
          <a:ln>
            <a:noFill/>
          </a:ln>
        </p:spPr>
      </p:pic>
      <p:pic>
        <p:nvPicPr>
          <p:cNvPr id="909" name="Google Shape;909;p124"/>
          <p:cNvPicPr preferRelativeResize="0"/>
          <p:nvPr/>
        </p:nvPicPr>
        <p:blipFill rotWithShape="1">
          <a:blip r:embed="rId25">
            <a:alphaModFix/>
          </a:blip>
          <a:srcRect b="0" l="0" r="0" t="0"/>
          <a:stretch/>
        </p:blipFill>
        <p:spPr>
          <a:xfrm>
            <a:off x="6963308" y="2859717"/>
            <a:ext cx="631126" cy="178977"/>
          </a:xfrm>
          <a:prstGeom prst="rect">
            <a:avLst/>
          </a:prstGeom>
          <a:noFill/>
          <a:ln>
            <a:noFill/>
          </a:ln>
        </p:spPr>
      </p:pic>
      <p:pic>
        <p:nvPicPr>
          <p:cNvPr id="910" name="Google Shape;910;p124"/>
          <p:cNvPicPr preferRelativeResize="0"/>
          <p:nvPr/>
        </p:nvPicPr>
        <p:blipFill rotWithShape="1">
          <a:blip r:embed="rId26">
            <a:alphaModFix/>
          </a:blip>
          <a:srcRect b="0" l="0" r="0" t="0"/>
          <a:stretch/>
        </p:blipFill>
        <p:spPr>
          <a:xfrm>
            <a:off x="7905295" y="1452897"/>
            <a:ext cx="940203" cy="248319"/>
          </a:xfrm>
          <a:prstGeom prst="rect">
            <a:avLst/>
          </a:prstGeom>
          <a:noFill/>
          <a:ln>
            <a:noFill/>
          </a:ln>
        </p:spPr>
      </p:pic>
      <p:pic>
        <p:nvPicPr>
          <p:cNvPr id="911" name="Google Shape;911;p124"/>
          <p:cNvPicPr preferRelativeResize="0"/>
          <p:nvPr/>
        </p:nvPicPr>
        <p:blipFill>
          <a:blip r:embed="rId27">
            <a:alphaModFix/>
          </a:blip>
          <a:stretch>
            <a:fillRect/>
          </a:stretch>
        </p:blipFill>
        <p:spPr>
          <a:xfrm>
            <a:off x="7620549" y="754081"/>
            <a:ext cx="881350" cy="292319"/>
          </a:xfrm>
          <a:prstGeom prst="rect">
            <a:avLst/>
          </a:prstGeom>
          <a:noFill/>
          <a:ln>
            <a:noFill/>
          </a:ln>
        </p:spPr>
      </p:pic>
      <p:pic>
        <p:nvPicPr>
          <p:cNvPr id="912" name="Google Shape;912;p124"/>
          <p:cNvPicPr preferRelativeResize="0"/>
          <p:nvPr/>
        </p:nvPicPr>
        <p:blipFill>
          <a:blip r:embed="rId28">
            <a:alphaModFix/>
          </a:blip>
          <a:stretch>
            <a:fillRect/>
          </a:stretch>
        </p:blipFill>
        <p:spPr>
          <a:xfrm>
            <a:off x="2418483" y="1142798"/>
            <a:ext cx="729850" cy="198529"/>
          </a:xfrm>
          <a:prstGeom prst="rect">
            <a:avLst/>
          </a:prstGeom>
          <a:noFill/>
          <a:ln>
            <a:noFill/>
          </a:ln>
        </p:spPr>
      </p:pic>
      <p:pic>
        <p:nvPicPr>
          <p:cNvPr id="913" name="Google Shape;913;p124"/>
          <p:cNvPicPr preferRelativeResize="0"/>
          <p:nvPr/>
        </p:nvPicPr>
        <p:blipFill>
          <a:blip r:embed="rId29">
            <a:alphaModFix/>
          </a:blip>
          <a:stretch>
            <a:fillRect/>
          </a:stretch>
        </p:blipFill>
        <p:spPr>
          <a:xfrm>
            <a:off x="3282079" y="1129233"/>
            <a:ext cx="940200" cy="225660"/>
          </a:xfrm>
          <a:prstGeom prst="rect">
            <a:avLst/>
          </a:prstGeom>
          <a:noFill/>
          <a:ln>
            <a:noFill/>
          </a:ln>
        </p:spPr>
      </p:pic>
      <p:pic>
        <p:nvPicPr>
          <p:cNvPr id="914" name="Google Shape;914;p124"/>
          <p:cNvPicPr preferRelativeResize="0"/>
          <p:nvPr/>
        </p:nvPicPr>
        <p:blipFill>
          <a:blip r:embed="rId30">
            <a:alphaModFix/>
          </a:blip>
          <a:stretch>
            <a:fillRect/>
          </a:stretch>
        </p:blipFill>
        <p:spPr>
          <a:xfrm>
            <a:off x="4356024" y="1129651"/>
            <a:ext cx="808852" cy="261834"/>
          </a:xfrm>
          <a:prstGeom prst="rect">
            <a:avLst/>
          </a:prstGeom>
          <a:noFill/>
          <a:ln>
            <a:noFill/>
          </a:ln>
        </p:spPr>
      </p:pic>
      <p:pic>
        <p:nvPicPr>
          <p:cNvPr id="915" name="Google Shape;915;p124"/>
          <p:cNvPicPr preferRelativeResize="0"/>
          <p:nvPr/>
        </p:nvPicPr>
        <p:blipFill>
          <a:blip r:embed="rId31">
            <a:alphaModFix/>
          </a:blip>
          <a:stretch>
            <a:fillRect/>
          </a:stretch>
        </p:blipFill>
        <p:spPr>
          <a:xfrm>
            <a:off x="5299667" y="1156225"/>
            <a:ext cx="729850" cy="198523"/>
          </a:xfrm>
          <a:prstGeom prst="rect">
            <a:avLst/>
          </a:prstGeom>
          <a:noFill/>
          <a:ln>
            <a:noFill/>
          </a:ln>
        </p:spPr>
      </p:pic>
      <p:pic>
        <p:nvPicPr>
          <p:cNvPr id="916" name="Google Shape;916;p124"/>
          <p:cNvPicPr preferRelativeResize="0"/>
          <p:nvPr/>
        </p:nvPicPr>
        <p:blipFill>
          <a:blip r:embed="rId32">
            <a:alphaModFix/>
          </a:blip>
          <a:stretch>
            <a:fillRect/>
          </a:stretch>
        </p:blipFill>
        <p:spPr>
          <a:xfrm>
            <a:off x="1632225" y="1508477"/>
            <a:ext cx="1014984" cy="137160"/>
          </a:xfrm>
          <a:prstGeom prst="rect">
            <a:avLst/>
          </a:prstGeom>
          <a:noFill/>
          <a:ln>
            <a:noFill/>
          </a:ln>
        </p:spPr>
      </p:pic>
      <p:pic>
        <p:nvPicPr>
          <p:cNvPr id="917" name="Google Shape;917;p124"/>
          <p:cNvPicPr preferRelativeResize="0"/>
          <p:nvPr/>
        </p:nvPicPr>
        <p:blipFill>
          <a:blip r:embed="rId33">
            <a:alphaModFix/>
          </a:blip>
          <a:stretch>
            <a:fillRect/>
          </a:stretch>
        </p:blipFill>
        <p:spPr>
          <a:xfrm>
            <a:off x="1632223" y="831661"/>
            <a:ext cx="1547948" cy="137160"/>
          </a:xfrm>
          <a:prstGeom prst="rect">
            <a:avLst/>
          </a:prstGeom>
          <a:noFill/>
          <a:ln>
            <a:noFill/>
          </a:ln>
        </p:spPr>
      </p:pic>
      <p:pic>
        <p:nvPicPr>
          <p:cNvPr id="918" name="Google Shape;918;p124"/>
          <p:cNvPicPr preferRelativeResize="0"/>
          <p:nvPr/>
        </p:nvPicPr>
        <p:blipFill>
          <a:blip r:embed="rId34">
            <a:alphaModFix/>
          </a:blip>
          <a:stretch>
            <a:fillRect/>
          </a:stretch>
        </p:blipFill>
        <p:spPr>
          <a:xfrm>
            <a:off x="5409657" y="811353"/>
            <a:ext cx="940200" cy="177774"/>
          </a:xfrm>
          <a:prstGeom prst="rect">
            <a:avLst/>
          </a:prstGeom>
          <a:noFill/>
          <a:ln>
            <a:noFill/>
          </a:ln>
        </p:spPr>
      </p:pic>
      <p:pic>
        <p:nvPicPr>
          <p:cNvPr id="919" name="Google Shape;919;p124"/>
          <p:cNvPicPr preferRelativeResize="0"/>
          <p:nvPr/>
        </p:nvPicPr>
        <p:blipFill>
          <a:blip r:embed="rId35">
            <a:alphaModFix/>
          </a:blip>
          <a:stretch>
            <a:fillRect/>
          </a:stretch>
        </p:blipFill>
        <p:spPr>
          <a:xfrm>
            <a:off x="6518002" y="831661"/>
            <a:ext cx="934402" cy="137160"/>
          </a:xfrm>
          <a:prstGeom prst="rect">
            <a:avLst/>
          </a:prstGeom>
          <a:noFill/>
          <a:ln>
            <a:noFill/>
          </a:ln>
        </p:spPr>
      </p:pic>
      <p:pic>
        <p:nvPicPr>
          <p:cNvPr id="920" name="Google Shape;920;p124"/>
          <p:cNvPicPr preferRelativeResize="0"/>
          <p:nvPr/>
        </p:nvPicPr>
        <p:blipFill>
          <a:blip r:embed="rId36">
            <a:alphaModFix/>
          </a:blip>
          <a:stretch>
            <a:fillRect/>
          </a:stretch>
        </p:blipFill>
        <p:spPr>
          <a:xfrm>
            <a:off x="7022162" y="1153427"/>
            <a:ext cx="767452" cy="211972"/>
          </a:xfrm>
          <a:prstGeom prst="rect">
            <a:avLst/>
          </a:prstGeom>
          <a:noFill/>
          <a:ln>
            <a:noFill/>
          </a:ln>
        </p:spPr>
      </p:pic>
      <p:pic>
        <p:nvPicPr>
          <p:cNvPr id="921" name="Google Shape;921;p124"/>
          <p:cNvPicPr preferRelativeResize="0"/>
          <p:nvPr/>
        </p:nvPicPr>
        <p:blipFill rotWithShape="1">
          <a:blip r:embed="rId37">
            <a:alphaModFix/>
          </a:blip>
          <a:srcRect b="18789" l="10623" r="10866" t="28552"/>
          <a:stretch/>
        </p:blipFill>
        <p:spPr>
          <a:xfrm>
            <a:off x="2749091" y="1470033"/>
            <a:ext cx="808852" cy="214047"/>
          </a:xfrm>
          <a:prstGeom prst="rect">
            <a:avLst/>
          </a:prstGeom>
          <a:noFill/>
          <a:ln>
            <a:noFill/>
          </a:ln>
        </p:spPr>
      </p:pic>
      <p:pic>
        <p:nvPicPr>
          <p:cNvPr id="922" name="Google Shape;922;p124"/>
          <p:cNvPicPr preferRelativeResize="0"/>
          <p:nvPr/>
        </p:nvPicPr>
        <p:blipFill>
          <a:blip r:embed="rId38">
            <a:alphaModFix/>
          </a:blip>
          <a:stretch>
            <a:fillRect/>
          </a:stretch>
        </p:blipFill>
        <p:spPr>
          <a:xfrm>
            <a:off x="3659825" y="1457299"/>
            <a:ext cx="1014975" cy="239517"/>
          </a:xfrm>
          <a:prstGeom prst="rect">
            <a:avLst/>
          </a:prstGeom>
          <a:noFill/>
          <a:ln>
            <a:noFill/>
          </a:ln>
        </p:spPr>
      </p:pic>
      <p:pic>
        <p:nvPicPr>
          <p:cNvPr id="923" name="Google Shape;923;p124"/>
          <p:cNvPicPr preferRelativeResize="0"/>
          <p:nvPr/>
        </p:nvPicPr>
        <p:blipFill>
          <a:blip r:embed="rId39">
            <a:alphaModFix/>
          </a:blip>
          <a:stretch>
            <a:fillRect/>
          </a:stretch>
        </p:blipFill>
        <p:spPr>
          <a:xfrm>
            <a:off x="7108913" y="1439451"/>
            <a:ext cx="694500" cy="275211"/>
          </a:xfrm>
          <a:prstGeom prst="rect">
            <a:avLst/>
          </a:prstGeom>
          <a:noFill/>
          <a:ln>
            <a:noFill/>
          </a:ln>
        </p:spPr>
      </p:pic>
      <p:pic>
        <p:nvPicPr>
          <p:cNvPr id="924" name="Google Shape;924;p124"/>
          <p:cNvPicPr preferRelativeResize="0"/>
          <p:nvPr/>
        </p:nvPicPr>
        <p:blipFill>
          <a:blip r:embed="rId40">
            <a:alphaModFix/>
          </a:blip>
          <a:stretch>
            <a:fillRect/>
          </a:stretch>
        </p:blipFill>
        <p:spPr>
          <a:xfrm>
            <a:off x="4511662" y="769598"/>
            <a:ext cx="729850" cy="261286"/>
          </a:xfrm>
          <a:prstGeom prst="rect">
            <a:avLst/>
          </a:prstGeom>
          <a:noFill/>
          <a:ln>
            <a:noFill/>
          </a:ln>
        </p:spPr>
      </p:pic>
      <p:pic>
        <p:nvPicPr>
          <p:cNvPr id="925" name="Google Shape;925;p124"/>
          <p:cNvPicPr preferRelativeResize="0"/>
          <p:nvPr/>
        </p:nvPicPr>
        <p:blipFill>
          <a:blip r:embed="rId41">
            <a:alphaModFix/>
          </a:blip>
          <a:stretch>
            <a:fillRect/>
          </a:stretch>
        </p:blipFill>
        <p:spPr>
          <a:xfrm>
            <a:off x="1632225" y="1866467"/>
            <a:ext cx="929075" cy="177451"/>
          </a:xfrm>
          <a:prstGeom prst="rect">
            <a:avLst/>
          </a:prstGeom>
          <a:noFill/>
          <a:ln>
            <a:noFill/>
          </a:ln>
        </p:spPr>
      </p:pic>
      <p:pic>
        <p:nvPicPr>
          <p:cNvPr id="926" name="Google Shape;926;p124"/>
          <p:cNvPicPr preferRelativeResize="0"/>
          <p:nvPr/>
        </p:nvPicPr>
        <p:blipFill>
          <a:blip r:embed="rId42">
            <a:alphaModFix/>
          </a:blip>
          <a:stretch>
            <a:fillRect/>
          </a:stretch>
        </p:blipFill>
        <p:spPr>
          <a:xfrm>
            <a:off x="2607929" y="1843360"/>
            <a:ext cx="694575" cy="223664"/>
          </a:xfrm>
          <a:prstGeom prst="rect">
            <a:avLst/>
          </a:prstGeom>
          <a:noFill/>
          <a:ln>
            <a:noFill/>
          </a:ln>
        </p:spPr>
      </p:pic>
      <p:pic>
        <p:nvPicPr>
          <p:cNvPr id="927" name="Google Shape;927;p124"/>
          <p:cNvPicPr preferRelativeResize="0"/>
          <p:nvPr/>
        </p:nvPicPr>
        <p:blipFill>
          <a:blip r:embed="rId43">
            <a:alphaModFix/>
          </a:blip>
          <a:stretch>
            <a:fillRect/>
          </a:stretch>
        </p:blipFill>
        <p:spPr>
          <a:xfrm>
            <a:off x="6093717" y="1841475"/>
            <a:ext cx="1033800" cy="227435"/>
          </a:xfrm>
          <a:prstGeom prst="rect">
            <a:avLst/>
          </a:prstGeom>
          <a:noFill/>
          <a:ln>
            <a:noFill/>
          </a:ln>
        </p:spPr>
      </p:pic>
      <p:pic>
        <p:nvPicPr>
          <p:cNvPr id="928" name="Google Shape;928;p124"/>
          <p:cNvPicPr preferRelativeResize="0"/>
          <p:nvPr/>
        </p:nvPicPr>
        <p:blipFill>
          <a:blip r:embed="rId44">
            <a:alphaModFix/>
          </a:blip>
          <a:stretch>
            <a:fillRect/>
          </a:stretch>
        </p:blipFill>
        <p:spPr>
          <a:xfrm>
            <a:off x="7174146" y="1818340"/>
            <a:ext cx="729850" cy="273706"/>
          </a:xfrm>
          <a:prstGeom prst="rect">
            <a:avLst/>
          </a:prstGeom>
          <a:noFill/>
          <a:ln>
            <a:noFill/>
          </a:ln>
        </p:spPr>
      </p:pic>
      <p:pic>
        <p:nvPicPr>
          <p:cNvPr id="929" name="Google Shape;929;p124"/>
          <p:cNvPicPr preferRelativeResize="0"/>
          <p:nvPr/>
        </p:nvPicPr>
        <p:blipFill rotWithShape="1">
          <a:blip r:embed="rId45">
            <a:alphaModFix/>
          </a:blip>
          <a:srcRect b="12993" l="0" r="0" t="13769"/>
          <a:stretch/>
        </p:blipFill>
        <p:spPr>
          <a:xfrm>
            <a:off x="7950625" y="1803710"/>
            <a:ext cx="929076" cy="302966"/>
          </a:xfrm>
          <a:prstGeom prst="rect">
            <a:avLst/>
          </a:prstGeom>
          <a:noFill/>
          <a:ln>
            <a:noFill/>
          </a:ln>
        </p:spPr>
      </p:pic>
      <p:pic>
        <p:nvPicPr>
          <p:cNvPr id="930" name="Google Shape;930;p124"/>
          <p:cNvPicPr preferRelativeResize="0"/>
          <p:nvPr/>
        </p:nvPicPr>
        <p:blipFill>
          <a:blip r:embed="rId46">
            <a:alphaModFix/>
          </a:blip>
          <a:stretch>
            <a:fillRect/>
          </a:stretch>
        </p:blipFill>
        <p:spPr>
          <a:xfrm>
            <a:off x="1693213" y="2214911"/>
            <a:ext cx="1254325" cy="102853"/>
          </a:xfrm>
          <a:prstGeom prst="rect">
            <a:avLst/>
          </a:prstGeom>
          <a:noFill/>
          <a:ln>
            <a:noFill/>
          </a:ln>
        </p:spPr>
      </p:pic>
      <p:pic>
        <p:nvPicPr>
          <p:cNvPr id="931" name="Google Shape;931;p124"/>
          <p:cNvPicPr preferRelativeResize="0"/>
          <p:nvPr/>
        </p:nvPicPr>
        <p:blipFill>
          <a:blip r:embed="rId47">
            <a:alphaModFix/>
          </a:blip>
          <a:stretch>
            <a:fillRect/>
          </a:stretch>
        </p:blipFill>
        <p:spPr>
          <a:xfrm>
            <a:off x="7133463" y="2210611"/>
            <a:ext cx="694574" cy="159605"/>
          </a:xfrm>
          <a:prstGeom prst="rect">
            <a:avLst/>
          </a:prstGeom>
          <a:noFill/>
          <a:ln>
            <a:noFill/>
          </a:ln>
        </p:spPr>
      </p:pic>
      <p:pic>
        <p:nvPicPr>
          <p:cNvPr id="932" name="Google Shape;932;p124"/>
          <p:cNvPicPr preferRelativeResize="0"/>
          <p:nvPr/>
        </p:nvPicPr>
        <p:blipFill>
          <a:blip r:embed="rId48">
            <a:alphaModFix/>
          </a:blip>
          <a:stretch>
            <a:fillRect/>
          </a:stretch>
        </p:blipFill>
        <p:spPr>
          <a:xfrm>
            <a:off x="4467738" y="2191856"/>
            <a:ext cx="566974" cy="148965"/>
          </a:xfrm>
          <a:prstGeom prst="rect">
            <a:avLst/>
          </a:prstGeom>
          <a:noFill/>
          <a:ln>
            <a:noFill/>
          </a:ln>
        </p:spPr>
      </p:pic>
      <p:pic>
        <p:nvPicPr>
          <p:cNvPr id="933" name="Google Shape;933;p124"/>
          <p:cNvPicPr preferRelativeResize="0"/>
          <p:nvPr/>
        </p:nvPicPr>
        <p:blipFill>
          <a:blip r:embed="rId49">
            <a:alphaModFix/>
          </a:blip>
          <a:stretch>
            <a:fillRect/>
          </a:stretch>
        </p:blipFill>
        <p:spPr>
          <a:xfrm>
            <a:off x="5834226" y="2167182"/>
            <a:ext cx="464450" cy="198313"/>
          </a:xfrm>
          <a:prstGeom prst="rect">
            <a:avLst/>
          </a:prstGeom>
          <a:noFill/>
          <a:ln>
            <a:noFill/>
          </a:ln>
        </p:spPr>
      </p:pic>
      <p:pic>
        <p:nvPicPr>
          <p:cNvPr id="934" name="Google Shape;934;p124"/>
          <p:cNvPicPr preferRelativeResize="0"/>
          <p:nvPr/>
        </p:nvPicPr>
        <p:blipFill>
          <a:blip r:embed="rId50">
            <a:alphaModFix/>
          </a:blip>
          <a:stretch>
            <a:fillRect/>
          </a:stretch>
        </p:blipFill>
        <p:spPr>
          <a:xfrm>
            <a:off x="6351150" y="2179566"/>
            <a:ext cx="729849" cy="221635"/>
          </a:xfrm>
          <a:prstGeom prst="rect">
            <a:avLst/>
          </a:prstGeom>
          <a:noFill/>
          <a:ln>
            <a:noFill/>
          </a:ln>
        </p:spPr>
      </p:pic>
      <p:pic>
        <p:nvPicPr>
          <p:cNvPr id="935" name="Google Shape;935;p124"/>
          <p:cNvPicPr preferRelativeResize="0"/>
          <p:nvPr/>
        </p:nvPicPr>
        <p:blipFill>
          <a:blip r:embed="rId51">
            <a:alphaModFix/>
          </a:blip>
          <a:stretch>
            <a:fillRect/>
          </a:stretch>
        </p:blipFill>
        <p:spPr>
          <a:xfrm>
            <a:off x="3014615" y="2169786"/>
            <a:ext cx="808850" cy="193105"/>
          </a:xfrm>
          <a:prstGeom prst="rect">
            <a:avLst/>
          </a:prstGeom>
          <a:noFill/>
          <a:ln>
            <a:noFill/>
          </a:ln>
        </p:spPr>
      </p:pic>
      <p:pic>
        <p:nvPicPr>
          <p:cNvPr id="936" name="Google Shape;936;p124"/>
          <p:cNvPicPr preferRelativeResize="0"/>
          <p:nvPr/>
        </p:nvPicPr>
        <p:blipFill>
          <a:blip r:embed="rId52">
            <a:alphaModFix/>
          </a:blip>
          <a:stretch>
            <a:fillRect/>
          </a:stretch>
        </p:blipFill>
        <p:spPr>
          <a:xfrm>
            <a:off x="1693223" y="2528490"/>
            <a:ext cx="774955" cy="137160"/>
          </a:xfrm>
          <a:prstGeom prst="rect">
            <a:avLst/>
          </a:prstGeom>
          <a:noFill/>
          <a:ln>
            <a:noFill/>
          </a:ln>
        </p:spPr>
      </p:pic>
      <p:pic>
        <p:nvPicPr>
          <p:cNvPr id="937" name="Google Shape;937;p124"/>
          <p:cNvPicPr preferRelativeResize="0"/>
          <p:nvPr/>
        </p:nvPicPr>
        <p:blipFill>
          <a:blip r:embed="rId53">
            <a:alphaModFix/>
          </a:blip>
          <a:stretch>
            <a:fillRect/>
          </a:stretch>
        </p:blipFill>
        <p:spPr>
          <a:xfrm>
            <a:off x="2664499" y="2450071"/>
            <a:ext cx="566977" cy="293997"/>
          </a:xfrm>
          <a:prstGeom prst="rect">
            <a:avLst/>
          </a:prstGeom>
          <a:noFill/>
          <a:ln>
            <a:noFill/>
          </a:ln>
        </p:spPr>
      </p:pic>
      <p:pic>
        <p:nvPicPr>
          <p:cNvPr id="938" name="Google Shape;938;p124"/>
          <p:cNvPicPr preferRelativeResize="0"/>
          <p:nvPr/>
        </p:nvPicPr>
        <p:blipFill>
          <a:blip r:embed="rId54">
            <a:alphaModFix/>
          </a:blip>
          <a:stretch>
            <a:fillRect/>
          </a:stretch>
        </p:blipFill>
        <p:spPr>
          <a:xfrm>
            <a:off x="3292085" y="2843259"/>
            <a:ext cx="867424" cy="211892"/>
          </a:xfrm>
          <a:prstGeom prst="rect">
            <a:avLst/>
          </a:prstGeom>
          <a:noFill/>
          <a:ln>
            <a:noFill/>
          </a:ln>
        </p:spPr>
      </p:pic>
      <p:pic>
        <p:nvPicPr>
          <p:cNvPr id="939" name="Google Shape;939;p124"/>
          <p:cNvPicPr preferRelativeResize="0"/>
          <p:nvPr/>
        </p:nvPicPr>
        <p:blipFill>
          <a:blip r:embed="rId55">
            <a:alphaModFix/>
          </a:blip>
          <a:stretch>
            <a:fillRect/>
          </a:stretch>
        </p:blipFill>
        <p:spPr>
          <a:xfrm>
            <a:off x="4368509" y="2819274"/>
            <a:ext cx="464450" cy="259862"/>
          </a:xfrm>
          <a:prstGeom prst="rect">
            <a:avLst/>
          </a:prstGeom>
          <a:noFill/>
          <a:ln>
            <a:noFill/>
          </a:ln>
        </p:spPr>
      </p:pic>
      <p:pic>
        <p:nvPicPr>
          <p:cNvPr id="940" name="Google Shape;940;p124"/>
          <p:cNvPicPr preferRelativeResize="0"/>
          <p:nvPr/>
        </p:nvPicPr>
        <p:blipFill>
          <a:blip r:embed="rId56">
            <a:alphaModFix/>
          </a:blip>
          <a:stretch>
            <a:fillRect/>
          </a:stretch>
        </p:blipFill>
        <p:spPr>
          <a:xfrm>
            <a:off x="5041958" y="2844744"/>
            <a:ext cx="808850" cy="208923"/>
          </a:xfrm>
          <a:prstGeom prst="rect">
            <a:avLst/>
          </a:prstGeom>
          <a:noFill/>
          <a:ln>
            <a:noFill/>
          </a:ln>
        </p:spPr>
      </p:pic>
      <p:pic>
        <p:nvPicPr>
          <p:cNvPr id="941" name="Google Shape;941;p124"/>
          <p:cNvPicPr preferRelativeResize="0"/>
          <p:nvPr/>
        </p:nvPicPr>
        <p:blipFill>
          <a:blip r:embed="rId57">
            <a:alphaModFix/>
          </a:blip>
          <a:stretch>
            <a:fillRect/>
          </a:stretch>
        </p:blipFill>
        <p:spPr>
          <a:xfrm>
            <a:off x="6059808" y="2830804"/>
            <a:ext cx="694500" cy="236801"/>
          </a:xfrm>
          <a:prstGeom prst="rect">
            <a:avLst/>
          </a:prstGeom>
          <a:noFill/>
          <a:ln>
            <a:noFill/>
          </a:ln>
        </p:spPr>
      </p:pic>
      <p:grpSp>
        <p:nvGrpSpPr>
          <p:cNvPr id="942" name="Google Shape;942;p124"/>
          <p:cNvGrpSpPr/>
          <p:nvPr/>
        </p:nvGrpSpPr>
        <p:grpSpPr>
          <a:xfrm>
            <a:off x="7803433" y="2817535"/>
            <a:ext cx="770567" cy="263340"/>
            <a:chOff x="6753983" y="2893735"/>
            <a:chExt cx="770567" cy="263340"/>
          </a:xfrm>
        </p:grpSpPr>
        <p:pic>
          <p:nvPicPr>
            <p:cNvPr id="943" name="Google Shape;943;p124"/>
            <p:cNvPicPr preferRelativeResize="0"/>
            <p:nvPr/>
          </p:nvPicPr>
          <p:blipFill rotWithShape="1">
            <a:blip r:embed="rId58">
              <a:alphaModFix/>
            </a:blip>
            <a:srcRect b="0" l="0" r="0" t="0"/>
            <a:stretch/>
          </p:blipFill>
          <p:spPr>
            <a:xfrm>
              <a:off x="6753983" y="2893735"/>
              <a:ext cx="263337" cy="263340"/>
            </a:xfrm>
            <a:prstGeom prst="rect">
              <a:avLst/>
            </a:prstGeom>
            <a:noFill/>
            <a:ln>
              <a:noFill/>
            </a:ln>
          </p:spPr>
        </p:pic>
        <p:sp>
          <p:nvSpPr>
            <p:cNvPr id="944" name="Google Shape;944;p124"/>
            <p:cNvSpPr txBox="1"/>
            <p:nvPr/>
          </p:nvSpPr>
          <p:spPr>
            <a:xfrm>
              <a:off x="7040950" y="2949950"/>
              <a:ext cx="483600" cy="15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US" sz="1000">
                  <a:solidFill>
                    <a:srgbClr val="51B1C5"/>
                  </a:solidFill>
                  <a:latin typeface="Roboto"/>
                  <a:ea typeface="Roboto"/>
                  <a:cs typeface="Roboto"/>
                  <a:sym typeface="Roboto"/>
                </a:rPr>
                <a:t>Electron</a:t>
              </a:r>
              <a:endParaRPr b="1" sz="1000">
                <a:solidFill>
                  <a:srgbClr val="51B1C5"/>
                </a:solidFill>
                <a:latin typeface="Roboto"/>
                <a:ea typeface="Roboto"/>
                <a:cs typeface="Roboto"/>
                <a:sym typeface="Roboto"/>
              </a:endParaRPr>
            </a:p>
          </p:txBody>
        </p:sp>
      </p:grpSp>
      <p:pic>
        <p:nvPicPr>
          <p:cNvPr id="945" name="Google Shape;945;p124"/>
          <p:cNvPicPr preferRelativeResize="0"/>
          <p:nvPr/>
        </p:nvPicPr>
        <p:blipFill>
          <a:blip r:embed="rId59">
            <a:alphaModFix/>
          </a:blip>
          <a:stretch>
            <a:fillRect/>
          </a:stretch>
        </p:blipFill>
        <p:spPr>
          <a:xfrm>
            <a:off x="1573950" y="3178250"/>
            <a:ext cx="566975" cy="228510"/>
          </a:xfrm>
          <a:prstGeom prst="rect">
            <a:avLst/>
          </a:prstGeom>
          <a:noFill/>
          <a:ln>
            <a:noFill/>
          </a:ln>
        </p:spPr>
      </p:pic>
      <p:pic>
        <p:nvPicPr>
          <p:cNvPr id="946" name="Google Shape;946;p124"/>
          <p:cNvPicPr preferRelativeResize="0"/>
          <p:nvPr/>
        </p:nvPicPr>
        <p:blipFill>
          <a:blip r:embed="rId60">
            <a:alphaModFix/>
          </a:blip>
          <a:stretch>
            <a:fillRect/>
          </a:stretch>
        </p:blipFill>
        <p:spPr>
          <a:xfrm>
            <a:off x="5457033" y="3201844"/>
            <a:ext cx="827049" cy="181323"/>
          </a:xfrm>
          <a:prstGeom prst="rect">
            <a:avLst/>
          </a:prstGeom>
          <a:noFill/>
          <a:ln>
            <a:noFill/>
          </a:ln>
        </p:spPr>
      </p:pic>
      <p:pic>
        <p:nvPicPr>
          <p:cNvPr id="947" name="Google Shape;947;p124"/>
          <p:cNvPicPr preferRelativeResize="0"/>
          <p:nvPr/>
        </p:nvPicPr>
        <p:blipFill>
          <a:blip r:embed="rId61">
            <a:alphaModFix/>
          </a:blip>
          <a:stretch>
            <a:fillRect/>
          </a:stretch>
        </p:blipFill>
        <p:spPr>
          <a:xfrm>
            <a:off x="2363671" y="3169058"/>
            <a:ext cx="929076" cy="246895"/>
          </a:xfrm>
          <a:prstGeom prst="rect">
            <a:avLst/>
          </a:prstGeom>
          <a:noFill/>
          <a:ln>
            <a:noFill/>
          </a:ln>
        </p:spPr>
      </p:pic>
      <p:pic>
        <p:nvPicPr>
          <p:cNvPr id="948" name="Google Shape;948;p124"/>
          <p:cNvPicPr preferRelativeResize="0"/>
          <p:nvPr/>
        </p:nvPicPr>
        <p:blipFill>
          <a:blip r:embed="rId62">
            <a:alphaModFix/>
          </a:blip>
          <a:stretch>
            <a:fillRect/>
          </a:stretch>
        </p:blipFill>
        <p:spPr>
          <a:xfrm>
            <a:off x="3515492" y="3213538"/>
            <a:ext cx="929075" cy="157934"/>
          </a:xfrm>
          <a:prstGeom prst="rect">
            <a:avLst/>
          </a:prstGeom>
          <a:noFill/>
          <a:ln>
            <a:noFill/>
          </a:ln>
        </p:spPr>
      </p:pic>
      <p:pic>
        <p:nvPicPr>
          <p:cNvPr id="949" name="Google Shape;949;p124"/>
          <p:cNvPicPr preferRelativeResize="0"/>
          <p:nvPr/>
        </p:nvPicPr>
        <p:blipFill>
          <a:blip r:embed="rId63">
            <a:alphaModFix/>
          </a:blip>
          <a:stretch>
            <a:fillRect/>
          </a:stretch>
        </p:blipFill>
        <p:spPr>
          <a:xfrm>
            <a:off x="6506827" y="3182251"/>
            <a:ext cx="694476" cy="220509"/>
          </a:xfrm>
          <a:prstGeom prst="rect">
            <a:avLst/>
          </a:prstGeom>
          <a:noFill/>
          <a:ln>
            <a:noFill/>
          </a:ln>
        </p:spPr>
      </p:pic>
      <p:pic>
        <p:nvPicPr>
          <p:cNvPr id="950" name="Google Shape;950;p124"/>
          <p:cNvPicPr preferRelativeResize="0"/>
          <p:nvPr/>
        </p:nvPicPr>
        <p:blipFill>
          <a:blip r:embed="rId64">
            <a:alphaModFix/>
          </a:blip>
          <a:stretch>
            <a:fillRect/>
          </a:stretch>
        </p:blipFill>
        <p:spPr>
          <a:xfrm>
            <a:off x="4667312" y="3207221"/>
            <a:ext cx="566975" cy="170568"/>
          </a:xfrm>
          <a:prstGeom prst="rect">
            <a:avLst/>
          </a:prstGeom>
          <a:noFill/>
          <a:ln>
            <a:noFill/>
          </a:ln>
        </p:spPr>
      </p:pic>
      <p:pic>
        <p:nvPicPr>
          <p:cNvPr id="951" name="Google Shape;951;p124"/>
          <p:cNvPicPr preferRelativeResize="0"/>
          <p:nvPr/>
        </p:nvPicPr>
        <p:blipFill>
          <a:blip r:embed="rId65">
            <a:alphaModFix/>
          </a:blip>
          <a:stretch>
            <a:fillRect/>
          </a:stretch>
        </p:blipFill>
        <p:spPr>
          <a:xfrm>
            <a:off x="7424049" y="3194549"/>
            <a:ext cx="1346427" cy="195913"/>
          </a:xfrm>
          <a:prstGeom prst="rect">
            <a:avLst/>
          </a:prstGeom>
          <a:noFill/>
          <a:ln>
            <a:noFill/>
          </a:ln>
        </p:spPr>
      </p:pic>
      <p:pic>
        <p:nvPicPr>
          <p:cNvPr id="952" name="Google Shape;952;p124"/>
          <p:cNvPicPr preferRelativeResize="0"/>
          <p:nvPr/>
        </p:nvPicPr>
        <p:blipFill rotWithShape="1">
          <a:blip r:embed="rId66">
            <a:alphaModFix/>
          </a:blip>
          <a:srcRect b="16932" l="6474" r="5443" t="17261"/>
          <a:stretch/>
        </p:blipFill>
        <p:spPr>
          <a:xfrm>
            <a:off x="1621925" y="3500369"/>
            <a:ext cx="631150" cy="290459"/>
          </a:xfrm>
          <a:prstGeom prst="rect">
            <a:avLst/>
          </a:prstGeom>
          <a:noFill/>
          <a:ln>
            <a:noFill/>
          </a:ln>
        </p:spPr>
      </p:pic>
      <p:pic>
        <p:nvPicPr>
          <p:cNvPr id="953" name="Google Shape;953;p124"/>
          <p:cNvPicPr preferRelativeResize="0"/>
          <p:nvPr/>
        </p:nvPicPr>
        <p:blipFill>
          <a:blip r:embed="rId67">
            <a:alphaModFix/>
          </a:blip>
          <a:stretch>
            <a:fillRect/>
          </a:stretch>
        </p:blipFill>
        <p:spPr>
          <a:xfrm>
            <a:off x="2410072" y="3518862"/>
            <a:ext cx="631150" cy="253474"/>
          </a:xfrm>
          <a:prstGeom prst="rect">
            <a:avLst/>
          </a:prstGeom>
          <a:noFill/>
          <a:ln>
            <a:noFill/>
          </a:ln>
        </p:spPr>
      </p:pic>
      <p:pic>
        <p:nvPicPr>
          <p:cNvPr id="954" name="Google Shape;954;p124"/>
          <p:cNvPicPr preferRelativeResize="0"/>
          <p:nvPr/>
        </p:nvPicPr>
        <p:blipFill>
          <a:blip r:embed="rId68">
            <a:alphaModFix/>
          </a:blip>
          <a:stretch>
            <a:fillRect/>
          </a:stretch>
        </p:blipFill>
        <p:spPr>
          <a:xfrm>
            <a:off x="3198219" y="3479549"/>
            <a:ext cx="1114330" cy="332100"/>
          </a:xfrm>
          <a:prstGeom prst="rect">
            <a:avLst/>
          </a:prstGeom>
          <a:noFill/>
          <a:ln>
            <a:noFill/>
          </a:ln>
        </p:spPr>
      </p:pic>
      <p:pic>
        <p:nvPicPr>
          <p:cNvPr id="955" name="Google Shape;955;p124"/>
          <p:cNvPicPr preferRelativeResize="0"/>
          <p:nvPr/>
        </p:nvPicPr>
        <p:blipFill>
          <a:blip r:embed="rId69">
            <a:alphaModFix/>
          </a:blip>
          <a:stretch>
            <a:fillRect/>
          </a:stretch>
        </p:blipFill>
        <p:spPr>
          <a:xfrm>
            <a:off x="3848335" y="2160810"/>
            <a:ext cx="566949" cy="211052"/>
          </a:xfrm>
          <a:prstGeom prst="rect">
            <a:avLst/>
          </a:prstGeom>
          <a:noFill/>
          <a:ln>
            <a:noFill/>
          </a:ln>
        </p:spPr>
      </p:pic>
      <p:pic>
        <p:nvPicPr>
          <p:cNvPr id="956" name="Google Shape;956;p124"/>
          <p:cNvPicPr preferRelativeResize="0"/>
          <p:nvPr/>
        </p:nvPicPr>
        <p:blipFill>
          <a:blip r:embed="rId70">
            <a:alphaModFix/>
          </a:blip>
          <a:stretch>
            <a:fillRect/>
          </a:stretch>
        </p:blipFill>
        <p:spPr>
          <a:xfrm>
            <a:off x="4469547" y="3487816"/>
            <a:ext cx="631150" cy="315566"/>
          </a:xfrm>
          <a:prstGeom prst="rect">
            <a:avLst/>
          </a:prstGeom>
          <a:noFill/>
          <a:ln>
            <a:noFill/>
          </a:ln>
        </p:spPr>
      </p:pic>
      <p:pic>
        <p:nvPicPr>
          <p:cNvPr id="957" name="Google Shape;957;p124"/>
          <p:cNvPicPr preferRelativeResize="0"/>
          <p:nvPr/>
        </p:nvPicPr>
        <p:blipFill>
          <a:blip r:embed="rId71">
            <a:alphaModFix/>
          </a:blip>
          <a:stretch>
            <a:fillRect/>
          </a:stretch>
        </p:blipFill>
        <p:spPr>
          <a:xfrm>
            <a:off x="5257694" y="3546365"/>
            <a:ext cx="881350" cy="198468"/>
          </a:xfrm>
          <a:prstGeom prst="rect">
            <a:avLst/>
          </a:prstGeom>
          <a:noFill/>
          <a:ln>
            <a:noFill/>
          </a:ln>
        </p:spPr>
      </p:pic>
      <p:pic>
        <p:nvPicPr>
          <p:cNvPr id="958" name="Google Shape;958;p124"/>
          <p:cNvPicPr preferRelativeResize="0"/>
          <p:nvPr/>
        </p:nvPicPr>
        <p:blipFill>
          <a:blip r:embed="rId72">
            <a:alphaModFix/>
          </a:blip>
          <a:stretch>
            <a:fillRect/>
          </a:stretch>
        </p:blipFill>
        <p:spPr>
          <a:xfrm>
            <a:off x="6296041" y="3499771"/>
            <a:ext cx="729849" cy="291656"/>
          </a:xfrm>
          <a:prstGeom prst="rect">
            <a:avLst/>
          </a:prstGeom>
          <a:noFill/>
          <a:ln>
            <a:noFill/>
          </a:ln>
        </p:spPr>
      </p:pic>
      <p:pic>
        <p:nvPicPr>
          <p:cNvPr id="959" name="Google Shape;959;p124"/>
          <p:cNvPicPr preferRelativeResize="0"/>
          <p:nvPr/>
        </p:nvPicPr>
        <p:blipFill>
          <a:blip r:embed="rId73">
            <a:alphaModFix/>
          </a:blip>
          <a:stretch>
            <a:fillRect/>
          </a:stretch>
        </p:blipFill>
        <p:spPr>
          <a:xfrm>
            <a:off x="7182888" y="3542862"/>
            <a:ext cx="694500" cy="205474"/>
          </a:xfrm>
          <a:prstGeom prst="rect">
            <a:avLst/>
          </a:prstGeom>
          <a:noFill/>
          <a:ln>
            <a:noFill/>
          </a:ln>
        </p:spPr>
      </p:pic>
      <p:pic>
        <p:nvPicPr>
          <p:cNvPr id="960" name="Google Shape;960;p124"/>
          <p:cNvPicPr preferRelativeResize="0"/>
          <p:nvPr/>
        </p:nvPicPr>
        <p:blipFill>
          <a:blip r:embed="rId74">
            <a:alphaModFix/>
          </a:blip>
          <a:stretch>
            <a:fillRect/>
          </a:stretch>
        </p:blipFill>
        <p:spPr>
          <a:xfrm>
            <a:off x="1607904" y="3851388"/>
            <a:ext cx="929074" cy="238872"/>
          </a:xfrm>
          <a:prstGeom prst="rect">
            <a:avLst/>
          </a:prstGeom>
          <a:noFill/>
          <a:ln>
            <a:noFill/>
          </a:ln>
        </p:spPr>
      </p:pic>
      <p:pic>
        <p:nvPicPr>
          <p:cNvPr id="961" name="Google Shape;961;p124"/>
          <p:cNvPicPr preferRelativeResize="0"/>
          <p:nvPr/>
        </p:nvPicPr>
        <p:blipFill>
          <a:blip r:embed="rId75">
            <a:alphaModFix/>
          </a:blip>
          <a:stretch>
            <a:fillRect/>
          </a:stretch>
        </p:blipFill>
        <p:spPr>
          <a:xfrm>
            <a:off x="4122301" y="3877000"/>
            <a:ext cx="1797601" cy="187650"/>
          </a:xfrm>
          <a:prstGeom prst="rect">
            <a:avLst/>
          </a:prstGeom>
          <a:noFill/>
          <a:ln>
            <a:noFill/>
          </a:ln>
        </p:spPr>
      </p:pic>
      <p:pic>
        <p:nvPicPr>
          <p:cNvPr id="962" name="Google Shape;962;p124"/>
          <p:cNvPicPr preferRelativeResize="0"/>
          <p:nvPr/>
        </p:nvPicPr>
        <p:blipFill>
          <a:blip r:embed="rId76">
            <a:alphaModFix/>
          </a:blip>
          <a:stretch>
            <a:fillRect/>
          </a:stretch>
        </p:blipFill>
        <p:spPr>
          <a:xfrm>
            <a:off x="6139681" y="3848093"/>
            <a:ext cx="595775" cy="245462"/>
          </a:xfrm>
          <a:prstGeom prst="rect">
            <a:avLst/>
          </a:prstGeom>
          <a:noFill/>
          <a:ln>
            <a:noFill/>
          </a:ln>
        </p:spPr>
      </p:pic>
      <p:pic>
        <p:nvPicPr>
          <p:cNvPr id="963" name="Google Shape;963;p124"/>
          <p:cNvPicPr preferRelativeResize="0"/>
          <p:nvPr/>
        </p:nvPicPr>
        <p:blipFill>
          <a:blip r:embed="rId77">
            <a:alphaModFix/>
          </a:blip>
          <a:stretch>
            <a:fillRect/>
          </a:stretch>
        </p:blipFill>
        <p:spPr>
          <a:xfrm>
            <a:off x="6955228" y="3873872"/>
            <a:ext cx="566975" cy="193904"/>
          </a:xfrm>
          <a:prstGeom prst="rect">
            <a:avLst/>
          </a:prstGeom>
          <a:noFill/>
          <a:ln>
            <a:noFill/>
          </a:ln>
        </p:spPr>
      </p:pic>
      <p:pic>
        <p:nvPicPr>
          <p:cNvPr id="964" name="Google Shape;964;p124"/>
          <p:cNvPicPr preferRelativeResize="0"/>
          <p:nvPr/>
        </p:nvPicPr>
        <p:blipFill>
          <a:blip r:embed="rId78">
            <a:alphaModFix/>
          </a:blip>
          <a:stretch>
            <a:fillRect/>
          </a:stretch>
        </p:blipFill>
        <p:spPr>
          <a:xfrm>
            <a:off x="7741975" y="3822749"/>
            <a:ext cx="517720" cy="296150"/>
          </a:xfrm>
          <a:prstGeom prst="rect">
            <a:avLst/>
          </a:prstGeom>
          <a:noFill/>
          <a:ln>
            <a:noFill/>
          </a:ln>
        </p:spPr>
      </p:pic>
      <p:grpSp>
        <p:nvGrpSpPr>
          <p:cNvPr id="965" name="Google Shape;965;p124"/>
          <p:cNvGrpSpPr/>
          <p:nvPr/>
        </p:nvGrpSpPr>
        <p:grpSpPr>
          <a:xfrm>
            <a:off x="6490438" y="2485157"/>
            <a:ext cx="969825" cy="223825"/>
            <a:chOff x="6292225" y="2539625"/>
            <a:chExt cx="969825" cy="223825"/>
          </a:xfrm>
        </p:grpSpPr>
        <p:sp>
          <p:nvSpPr>
            <p:cNvPr id="966" name="Google Shape;966;p124"/>
            <p:cNvSpPr txBox="1"/>
            <p:nvPr/>
          </p:nvSpPr>
          <p:spPr>
            <a:xfrm>
              <a:off x="6595150" y="2596700"/>
              <a:ext cx="666900" cy="126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US" sz="1000">
                  <a:solidFill>
                    <a:schemeClr val="dk1"/>
                  </a:solidFill>
                  <a:latin typeface="Open Sans ExtraBold"/>
                  <a:ea typeface="Open Sans ExtraBold"/>
                  <a:cs typeface="Open Sans ExtraBold"/>
                  <a:sym typeface="Open Sans ExtraBold"/>
                </a:rPr>
                <a:t>Linux</a:t>
              </a:r>
              <a:r>
                <a:rPr lang="en-US" sz="1000">
                  <a:solidFill>
                    <a:schemeClr val="dk1"/>
                  </a:solidFill>
                  <a:latin typeface="Open Sans"/>
                  <a:ea typeface="Open Sans"/>
                  <a:cs typeface="Open Sans"/>
                  <a:sym typeface="Open Sans"/>
                </a:rPr>
                <a:t>Boot</a:t>
              </a:r>
              <a:endParaRPr sz="1000">
                <a:solidFill>
                  <a:schemeClr val="dk1"/>
                </a:solidFill>
                <a:latin typeface="Open Sans"/>
                <a:ea typeface="Open Sans"/>
                <a:cs typeface="Open Sans"/>
                <a:sym typeface="Open Sans"/>
              </a:endParaRPr>
            </a:p>
          </p:txBody>
        </p:sp>
        <p:pic>
          <p:nvPicPr>
            <p:cNvPr id="967" name="Google Shape;967;p124"/>
            <p:cNvPicPr preferRelativeResize="0"/>
            <p:nvPr/>
          </p:nvPicPr>
          <p:blipFill rotWithShape="1">
            <a:blip r:embed="rId79">
              <a:alphaModFix/>
            </a:blip>
            <a:srcRect b="22463" l="0" r="0" t="0"/>
            <a:stretch/>
          </p:blipFill>
          <p:spPr>
            <a:xfrm>
              <a:off x="6292225" y="2539625"/>
              <a:ext cx="288675" cy="223825"/>
            </a:xfrm>
            <a:prstGeom prst="rect">
              <a:avLst/>
            </a:prstGeom>
            <a:noFill/>
            <a:ln>
              <a:noFill/>
            </a:ln>
          </p:spPr>
        </p:pic>
      </p:grpSp>
      <p:pic>
        <p:nvPicPr>
          <p:cNvPr id="968" name="Google Shape;968;p124"/>
          <p:cNvPicPr preferRelativeResize="0"/>
          <p:nvPr/>
        </p:nvPicPr>
        <p:blipFill>
          <a:blip r:embed="rId80">
            <a:alphaModFix/>
          </a:blip>
          <a:stretch>
            <a:fillRect/>
          </a:stretch>
        </p:blipFill>
        <p:spPr>
          <a:xfrm>
            <a:off x="2911611" y="4235025"/>
            <a:ext cx="995200" cy="165033"/>
          </a:xfrm>
          <a:prstGeom prst="rect">
            <a:avLst/>
          </a:prstGeom>
          <a:noFill/>
          <a:ln>
            <a:noFill/>
          </a:ln>
        </p:spPr>
      </p:pic>
      <p:pic>
        <p:nvPicPr>
          <p:cNvPr id="969" name="Google Shape;969;p124"/>
          <p:cNvPicPr preferRelativeResize="0"/>
          <p:nvPr/>
        </p:nvPicPr>
        <p:blipFill>
          <a:blip r:embed="rId81">
            <a:alphaModFix/>
          </a:blip>
          <a:stretch>
            <a:fillRect/>
          </a:stretch>
        </p:blipFill>
        <p:spPr>
          <a:xfrm>
            <a:off x="5458393" y="4178805"/>
            <a:ext cx="827050" cy="277474"/>
          </a:xfrm>
          <a:prstGeom prst="rect">
            <a:avLst/>
          </a:prstGeom>
          <a:noFill/>
          <a:ln>
            <a:noFill/>
          </a:ln>
        </p:spPr>
      </p:pic>
      <p:pic>
        <p:nvPicPr>
          <p:cNvPr id="970" name="Google Shape;970;p124"/>
          <p:cNvPicPr preferRelativeResize="0"/>
          <p:nvPr/>
        </p:nvPicPr>
        <p:blipFill>
          <a:blip r:embed="rId82">
            <a:alphaModFix/>
          </a:blip>
          <a:stretch>
            <a:fillRect/>
          </a:stretch>
        </p:blipFill>
        <p:spPr>
          <a:xfrm>
            <a:off x="6563634" y="4185576"/>
            <a:ext cx="694475" cy="263931"/>
          </a:xfrm>
          <a:prstGeom prst="rect">
            <a:avLst/>
          </a:prstGeom>
          <a:noFill/>
          <a:ln>
            <a:noFill/>
          </a:ln>
        </p:spPr>
      </p:pic>
      <p:pic>
        <p:nvPicPr>
          <p:cNvPr id="971" name="Google Shape;971;p124"/>
          <p:cNvPicPr preferRelativeResize="0"/>
          <p:nvPr/>
        </p:nvPicPr>
        <p:blipFill>
          <a:blip r:embed="rId83">
            <a:alphaModFix/>
          </a:blip>
          <a:stretch>
            <a:fillRect/>
          </a:stretch>
        </p:blipFill>
        <p:spPr>
          <a:xfrm>
            <a:off x="7536300" y="4233462"/>
            <a:ext cx="929075" cy="168160"/>
          </a:xfrm>
          <a:prstGeom prst="rect">
            <a:avLst/>
          </a:prstGeom>
          <a:noFill/>
          <a:ln>
            <a:noFill/>
          </a:ln>
        </p:spPr>
      </p:pic>
      <p:pic>
        <p:nvPicPr>
          <p:cNvPr id="972" name="Google Shape;972;p124"/>
          <p:cNvPicPr preferRelativeResize="0"/>
          <p:nvPr/>
        </p:nvPicPr>
        <p:blipFill>
          <a:blip r:embed="rId84">
            <a:alphaModFix/>
          </a:blip>
          <a:stretch>
            <a:fillRect/>
          </a:stretch>
        </p:blipFill>
        <p:spPr>
          <a:xfrm>
            <a:off x="1632225" y="4601508"/>
            <a:ext cx="808851" cy="247249"/>
          </a:xfrm>
          <a:prstGeom prst="rect">
            <a:avLst/>
          </a:prstGeom>
          <a:noFill/>
          <a:ln>
            <a:noFill/>
          </a:ln>
        </p:spPr>
      </p:pic>
      <p:pic>
        <p:nvPicPr>
          <p:cNvPr id="973" name="Google Shape;973;p124"/>
          <p:cNvPicPr preferRelativeResize="0"/>
          <p:nvPr/>
        </p:nvPicPr>
        <p:blipFill>
          <a:blip r:embed="rId85">
            <a:alphaModFix/>
          </a:blip>
          <a:stretch>
            <a:fillRect/>
          </a:stretch>
        </p:blipFill>
        <p:spPr>
          <a:xfrm>
            <a:off x="4495837" y="4612270"/>
            <a:ext cx="867425" cy="225725"/>
          </a:xfrm>
          <a:prstGeom prst="rect">
            <a:avLst/>
          </a:prstGeom>
          <a:noFill/>
          <a:ln>
            <a:noFill/>
          </a:ln>
        </p:spPr>
      </p:pic>
      <p:pic>
        <p:nvPicPr>
          <p:cNvPr id="974" name="Google Shape;974;p124"/>
          <p:cNvPicPr preferRelativeResize="0"/>
          <p:nvPr/>
        </p:nvPicPr>
        <p:blipFill>
          <a:blip r:embed="rId86">
            <a:alphaModFix/>
          </a:blip>
          <a:stretch>
            <a:fillRect/>
          </a:stretch>
        </p:blipFill>
        <p:spPr>
          <a:xfrm>
            <a:off x="5522745" y="4592557"/>
            <a:ext cx="333515" cy="265150"/>
          </a:xfrm>
          <a:prstGeom prst="rect">
            <a:avLst/>
          </a:prstGeom>
          <a:noFill/>
          <a:ln>
            <a:noFill/>
          </a:ln>
        </p:spPr>
      </p:pic>
      <p:pic>
        <p:nvPicPr>
          <p:cNvPr id="975" name="Google Shape;975;p124"/>
          <p:cNvPicPr preferRelativeResize="0"/>
          <p:nvPr/>
        </p:nvPicPr>
        <p:blipFill>
          <a:blip r:embed="rId87">
            <a:alphaModFix/>
          </a:blip>
          <a:stretch>
            <a:fillRect/>
          </a:stretch>
        </p:blipFill>
        <p:spPr>
          <a:xfrm>
            <a:off x="6015744" y="4567358"/>
            <a:ext cx="1198899" cy="315549"/>
          </a:xfrm>
          <a:prstGeom prst="rect">
            <a:avLst/>
          </a:prstGeom>
          <a:noFill/>
          <a:ln>
            <a:noFill/>
          </a:ln>
        </p:spPr>
      </p:pic>
      <p:pic>
        <p:nvPicPr>
          <p:cNvPr id="976" name="Google Shape;976;p124"/>
          <p:cNvPicPr preferRelativeResize="0"/>
          <p:nvPr/>
        </p:nvPicPr>
        <p:blipFill>
          <a:blip r:embed="rId88">
            <a:alphaModFix/>
          </a:blip>
          <a:stretch>
            <a:fillRect/>
          </a:stretch>
        </p:blipFill>
        <p:spPr>
          <a:xfrm>
            <a:off x="7374126" y="4655787"/>
            <a:ext cx="1346425" cy="138690"/>
          </a:xfrm>
          <a:prstGeom prst="rect">
            <a:avLst/>
          </a:prstGeom>
          <a:noFill/>
          <a:ln>
            <a:noFill/>
          </a:ln>
        </p:spPr>
      </p:pic>
      <p:pic>
        <p:nvPicPr>
          <p:cNvPr id="977" name="Google Shape;977;p124"/>
          <p:cNvPicPr preferRelativeResize="0"/>
          <p:nvPr/>
        </p:nvPicPr>
        <p:blipFill>
          <a:blip r:embed="rId89">
            <a:alphaModFix/>
          </a:blip>
          <a:stretch>
            <a:fillRect/>
          </a:stretch>
        </p:blipFill>
        <p:spPr>
          <a:xfrm>
            <a:off x="7880500" y="2222809"/>
            <a:ext cx="729850" cy="13494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25"/>
          <p:cNvSpPr txBox="1"/>
          <p:nvPr>
            <p:ph type="title"/>
          </p:nvPr>
        </p:nvSpPr>
        <p:spPr>
          <a:xfrm>
            <a:off x="66350" y="152225"/>
            <a:ext cx="81591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Landscape of Open Source Projects Only on Mainframe</a:t>
            </a:r>
            <a:endParaRPr/>
          </a:p>
        </p:txBody>
      </p:sp>
      <p:sp>
        <p:nvSpPr>
          <p:cNvPr id="983" name="Google Shape;983;p125"/>
          <p:cNvSpPr txBox="1"/>
          <p:nvPr>
            <p:ph idx="1" type="body"/>
          </p:nvPr>
        </p:nvSpPr>
        <p:spPr>
          <a:xfrm>
            <a:off x="0" y="4500475"/>
            <a:ext cx="9144000" cy="5946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400"/>
              </a:spcBef>
              <a:spcAft>
                <a:spcPts val="0"/>
              </a:spcAft>
              <a:buNone/>
            </a:pPr>
            <a:r>
              <a:rPr lang="en-US" sz="1400"/>
              <a:t>Source: </a:t>
            </a:r>
            <a:r>
              <a:rPr lang="en-US" sz="1400" u="sng">
                <a:solidFill>
                  <a:schemeClr val="hlink"/>
                </a:solidFill>
                <a:hlinkClick r:id="rId3"/>
              </a:rPr>
              <a:t>landscape.openmainframeproject.org/projects</a:t>
            </a:r>
            <a:r>
              <a:rPr lang="en-US"/>
              <a:t> </a:t>
            </a:r>
            <a:endParaRPr/>
          </a:p>
        </p:txBody>
      </p:sp>
      <p:pic>
        <p:nvPicPr>
          <p:cNvPr id="984" name="Google Shape;984;p125"/>
          <p:cNvPicPr preferRelativeResize="0"/>
          <p:nvPr/>
        </p:nvPicPr>
        <p:blipFill>
          <a:blip r:embed="rId4">
            <a:alphaModFix/>
          </a:blip>
          <a:stretch>
            <a:fillRect/>
          </a:stretch>
        </p:blipFill>
        <p:spPr>
          <a:xfrm>
            <a:off x="152400" y="938000"/>
            <a:ext cx="8839200" cy="32675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26"/>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Broad Open Source Supported on Mainframe</a:t>
            </a:r>
            <a:endParaRPr/>
          </a:p>
        </p:txBody>
      </p:sp>
      <p:sp>
        <p:nvSpPr>
          <p:cNvPr id="990" name="Google Shape;990;p126"/>
          <p:cNvSpPr txBox="1"/>
          <p:nvPr>
            <p:ph idx="1" type="body"/>
          </p:nvPr>
        </p:nvSpPr>
        <p:spPr>
          <a:xfrm>
            <a:off x="0" y="4713275"/>
            <a:ext cx="9144000" cy="4302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400"/>
              </a:spcBef>
              <a:spcAft>
                <a:spcPts val="0"/>
              </a:spcAft>
              <a:buNone/>
            </a:pPr>
            <a:r>
              <a:rPr lang="en-US" sz="1400"/>
              <a:t>Source: </a:t>
            </a:r>
            <a:r>
              <a:rPr lang="en-US" sz="1400" u="sng">
                <a:solidFill>
                  <a:schemeClr val="hlink"/>
                </a:solidFill>
                <a:hlinkClick r:id="rId3"/>
              </a:rPr>
              <a:t>landscape.openmainframeproject.org/open-source-ecosystem</a:t>
            </a:r>
            <a:r>
              <a:rPr lang="en-US" sz="1400"/>
              <a:t> </a:t>
            </a:r>
            <a:endParaRPr sz="1400"/>
          </a:p>
        </p:txBody>
      </p:sp>
      <p:pic>
        <p:nvPicPr>
          <p:cNvPr id="991" name="Google Shape;991;p126"/>
          <p:cNvPicPr preferRelativeResize="0"/>
          <p:nvPr/>
        </p:nvPicPr>
        <p:blipFill>
          <a:blip r:embed="rId4">
            <a:alphaModFix/>
          </a:blip>
          <a:stretch>
            <a:fillRect/>
          </a:stretch>
        </p:blipFill>
        <p:spPr>
          <a:xfrm>
            <a:off x="962200" y="710755"/>
            <a:ext cx="6637492" cy="380173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27"/>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Open Mainframe Project Enables Innovation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28"/>
          <p:cNvSpPr txBox="1"/>
          <p:nvPr>
            <p:ph idx="1" type="body"/>
          </p:nvPr>
        </p:nvSpPr>
        <p:spPr>
          <a:xfrm>
            <a:off x="3144613" y="2606675"/>
            <a:ext cx="28065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2018 Open Mainframe Project added Zowe from contributions from Broadcom, IBM, Rocket Software</a:t>
            </a:r>
            <a:endParaRPr/>
          </a:p>
          <a:p>
            <a:pPr indent="0" lvl="0" marL="0" rtl="0" algn="l">
              <a:spcBef>
                <a:spcPts val="400"/>
              </a:spcBef>
              <a:spcAft>
                <a:spcPts val="0"/>
              </a:spcAft>
              <a:buClr>
                <a:schemeClr val="dk1"/>
              </a:buClr>
              <a:buSzPts val="1100"/>
              <a:buFont typeface="Arial"/>
              <a:buNone/>
            </a:pPr>
            <a:r>
              <a:rPr lang="en-US"/>
              <a:t>2019 Zowe reached 1.0, launched Zowe Conformant to enable downstream ecosystem; investments in collaboration, ecosystem development, and infrastructure</a:t>
            </a:r>
            <a:endParaRPr/>
          </a:p>
          <a:p>
            <a:pPr indent="0" lvl="0" marL="0" rtl="0" algn="l">
              <a:spcBef>
                <a:spcPts val="400"/>
              </a:spcBef>
              <a:spcAft>
                <a:spcPts val="0"/>
              </a:spcAft>
              <a:buClr>
                <a:schemeClr val="dk1"/>
              </a:buClr>
              <a:buSzPts val="1100"/>
              <a:buFont typeface="Arial"/>
              <a:buNone/>
            </a:pPr>
            <a:r>
              <a:rPr lang="en-US"/>
              <a:t>2020 Ambitus joins the Open Mainframe Project</a:t>
            </a:r>
            <a:endParaRPr/>
          </a:p>
          <a:p>
            <a:pPr indent="0" lvl="0" marL="0" rtl="0" algn="l">
              <a:spcBef>
                <a:spcPts val="400"/>
              </a:spcBef>
              <a:spcAft>
                <a:spcPts val="0"/>
              </a:spcAft>
              <a:buNone/>
            </a:pPr>
            <a:r>
              <a:rPr lang="en-US"/>
              <a:t>2022 Zowe 2.0 release</a:t>
            </a:r>
            <a:endParaRPr/>
          </a:p>
          <a:p>
            <a:pPr indent="0" lvl="0" marL="0" rtl="0" algn="l">
              <a:spcBef>
                <a:spcPts val="400"/>
              </a:spcBef>
              <a:spcAft>
                <a:spcPts val="0"/>
              </a:spcAft>
              <a:buNone/>
            </a:pPr>
            <a:r>
              <a:rPr lang="en-US"/>
              <a:t>2023 Galasa joins the Open Mainframe Project</a:t>
            </a:r>
            <a:endParaRPr/>
          </a:p>
          <a:p>
            <a:pPr indent="0" lvl="0" marL="0" rtl="0" algn="l">
              <a:spcBef>
                <a:spcPts val="400"/>
              </a:spcBef>
              <a:spcAft>
                <a:spcPts val="0"/>
              </a:spcAft>
              <a:buNone/>
            </a:pPr>
            <a:r>
              <a:rPr lang="en-US"/>
              <a:t>2024 z/OS Open Tools joins the Open Mainframe Project as zopen community</a:t>
            </a:r>
            <a:endParaRPr/>
          </a:p>
        </p:txBody>
      </p:sp>
      <p:sp>
        <p:nvSpPr>
          <p:cNvPr id="1003" name="Google Shape;1003;p128"/>
          <p:cNvSpPr txBox="1"/>
          <p:nvPr>
            <p:ph type="title"/>
          </p:nvPr>
        </p:nvSpPr>
        <p:spPr>
          <a:xfrm>
            <a:off x="238775" y="205500"/>
            <a:ext cx="8131200" cy="47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US" sz="2230"/>
              <a:t>Enabling Innovation by Connecting</a:t>
            </a:r>
            <a:r>
              <a:rPr lang="en-US" sz="2230"/>
              <a:t> z/OS to Enterprise Devops</a:t>
            </a:r>
            <a:endParaRPr sz="2500"/>
          </a:p>
        </p:txBody>
      </p:sp>
      <p:pic>
        <p:nvPicPr>
          <p:cNvPr id="1004" name="Google Shape;1004;p128"/>
          <p:cNvPicPr preferRelativeResize="0"/>
          <p:nvPr/>
        </p:nvPicPr>
        <p:blipFill>
          <a:blip r:embed="rId3">
            <a:alphaModFix/>
          </a:blip>
          <a:stretch>
            <a:fillRect/>
          </a:stretch>
        </p:blipFill>
        <p:spPr>
          <a:xfrm>
            <a:off x="5312080" y="1048851"/>
            <a:ext cx="1776573" cy="785673"/>
          </a:xfrm>
          <a:prstGeom prst="rect">
            <a:avLst/>
          </a:prstGeom>
          <a:noFill/>
          <a:ln>
            <a:noFill/>
          </a:ln>
        </p:spPr>
      </p:pic>
      <p:sp>
        <p:nvSpPr>
          <p:cNvPr id="1005" name="Google Shape;1005;p128"/>
          <p:cNvSpPr txBox="1"/>
          <p:nvPr>
            <p:ph idx="3" type="body"/>
          </p:nvPr>
        </p:nvSpPr>
        <p:spPr>
          <a:xfrm>
            <a:off x="367500" y="2606675"/>
            <a:ext cx="2648700" cy="1751700"/>
          </a:xfrm>
          <a:prstGeom prst="rect">
            <a:avLst/>
          </a:prstGeom>
        </p:spPr>
        <p:txBody>
          <a:bodyPr anchorCtr="0" anchor="t" bIns="36575" lIns="0" spcFirstLastPara="1" rIns="0" wrap="square" tIns="36575">
            <a:spAutoFit/>
          </a:bodyPr>
          <a:lstStyle/>
          <a:p>
            <a:pPr indent="0" lvl="0" marL="0" rtl="0" algn="l">
              <a:spcBef>
                <a:spcPts val="400"/>
              </a:spcBef>
              <a:spcAft>
                <a:spcPts val="0"/>
              </a:spcAft>
              <a:buNone/>
            </a:pPr>
            <a:r>
              <a:rPr lang="en-US"/>
              <a:t>Modernize integration with z/OS based applications and services</a:t>
            </a:r>
            <a:endParaRPr/>
          </a:p>
          <a:p>
            <a:pPr indent="0" lvl="0" marL="0" rtl="0" algn="l">
              <a:spcBef>
                <a:spcPts val="400"/>
              </a:spcBef>
              <a:spcAft>
                <a:spcPts val="0"/>
              </a:spcAft>
              <a:buNone/>
            </a:pPr>
            <a:r>
              <a:rPr lang="en-US"/>
              <a:t>Bridge the talent gap by enabling modern development stacks on z/OS</a:t>
            </a:r>
            <a:endParaRPr/>
          </a:p>
          <a:p>
            <a:pPr indent="0" lvl="0" marL="0" rtl="0" algn="l">
              <a:spcBef>
                <a:spcPts val="400"/>
              </a:spcBef>
              <a:spcAft>
                <a:spcPts val="0"/>
              </a:spcAft>
              <a:buNone/>
            </a:pPr>
            <a:r>
              <a:rPr lang="en-US"/>
              <a:t>Lack of cross-enterprise testing tools that properly supported z/OS.</a:t>
            </a:r>
            <a:endParaRPr/>
          </a:p>
          <a:p>
            <a:pPr indent="0" lvl="0" marL="0" rtl="0" algn="l">
              <a:spcBef>
                <a:spcPts val="400"/>
              </a:spcBef>
              <a:spcAft>
                <a:spcPts val="0"/>
              </a:spcAft>
              <a:buNone/>
            </a:pPr>
            <a:r>
              <a:rPr lang="en-US"/>
              <a:t>Open source support for z/OS was vendor-centric and development efforts disconnected. </a:t>
            </a:r>
            <a:endParaRPr/>
          </a:p>
        </p:txBody>
      </p:sp>
      <p:sp>
        <p:nvSpPr>
          <p:cNvPr id="1006" name="Google Shape;1006;p128"/>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60,</a:t>
            </a:r>
            <a:r>
              <a:rPr lang="en-US"/>
              <a:t>000</a:t>
            </a:r>
            <a:r>
              <a:rPr lang="en-US"/>
              <a:t>+ Commits, 1000+ contributors all time</a:t>
            </a:r>
            <a:endParaRPr/>
          </a:p>
          <a:p>
            <a:pPr indent="0" lvl="0" marL="0" rtl="0" algn="l">
              <a:spcBef>
                <a:spcPts val="400"/>
              </a:spcBef>
              <a:spcAft>
                <a:spcPts val="0"/>
              </a:spcAft>
              <a:buClr>
                <a:schemeClr val="dk1"/>
              </a:buClr>
              <a:buSzPts val="1100"/>
              <a:buFont typeface="Arial"/>
              <a:buNone/>
            </a:pPr>
            <a:r>
              <a:rPr lang="en-US"/>
              <a:t>85% of mainframe customers using Z</a:t>
            </a:r>
            <a:r>
              <a:rPr lang="en-US"/>
              <a:t>owe </a:t>
            </a:r>
            <a:r>
              <a:rPr lang="en-US"/>
              <a:t>in or planning to use Zowe by end of 2024 ( source Arcati Mainframe Yearbook 2024 )</a:t>
            </a:r>
            <a:endParaRPr/>
          </a:p>
          <a:p>
            <a:pPr indent="0" lvl="0" marL="0" rtl="0" algn="l">
              <a:spcBef>
                <a:spcPts val="400"/>
              </a:spcBef>
              <a:spcAft>
                <a:spcPts val="0"/>
              </a:spcAft>
              <a:buClr>
                <a:schemeClr val="dk1"/>
              </a:buClr>
              <a:buSzPts val="1100"/>
              <a:buFont typeface="Arial"/>
              <a:buNone/>
            </a:pPr>
            <a:r>
              <a:rPr lang="en-US"/>
              <a:t>50+ Zowe Conformant offerings, 3 Zowe Conformant Support Providers, 7000+ completed Zowe training offered by Interskill</a:t>
            </a:r>
            <a:endParaRPr/>
          </a:p>
          <a:p>
            <a:pPr indent="0" lvl="0" marL="0" rtl="0" algn="l">
              <a:spcBef>
                <a:spcPts val="400"/>
              </a:spcBef>
              <a:spcAft>
                <a:spcPts val="0"/>
              </a:spcAft>
              <a:buClr>
                <a:schemeClr val="dk1"/>
              </a:buClr>
              <a:buSzPts val="1100"/>
              <a:buFont typeface="Arial"/>
              <a:buNone/>
            </a:pPr>
            <a:r>
              <a:rPr lang="en-US"/>
              <a:t>New project contributions from BMC, Phoenix Software, Vicom Infinity, and multiple customers, has grown codebases of these projects. </a:t>
            </a:r>
            <a:endParaRPr/>
          </a:p>
        </p:txBody>
      </p:sp>
      <p:pic>
        <p:nvPicPr>
          <p:cNvPr id="1007" name="Google Shape;1007;p128"/>
          <p:cNvPicPr preferRelativeResize="0"/>
          <p:nvPr/>
        </p:nvPicPr>
        <p:blipFill>
          <a:blip r:embed="rId4">
            <a:alphaModFix/>
          </a:blip>
          <a:stretch>
            <a:fillRect/>
          </a:stretch>
        </p:blipFill>
        <p:spPr>
          <a:xfrm>
            <a:off x="3108950" y="1174050"/>
            <a:ext cx="1958350" cy="535275"/>
          </a:xfrm>
          <a:prstGeom prst="rect">
            <a:avLst/>
          </a:prstGeom>
          <a:noFill/>
          <a:ln>
            <a:noFill/>
          </a:ln>
        </p:spPr>
      </p:pic>
      <p:pic>
        <p:nvPicPr>
          <p:cNvPr id="1008" name="Google Shape;1008;p128"/>
          <p:cNvPicPr preferRelativeResize="0"/>
          <p:nvPr/>
        </p:nvPicPr>
        <p:blipFill>
          <a:blip r:embed="rId5">
            <a:alphaModFix/>
          </a:blip>
          <a:stretch>
            <a:fillRect/>
          </a:stretch>
        </p:blipFill>
        <p:spPr>
          <a:xfrm>
            <a:off x="519900" y="1117400"/>
            <a:ext cx="2344275" cy="648575"/>
          </a:xfrm>
          <a:prstGeom prst="rect">
            <a:avLst/>
          </a:prstGeom>
          <a:noFill/>
          <a:ln>
            <a:noFill/>
          </a:ln>
        </p:spPr>
      </p:pic>
      <p:pic>
        <p:nvPicPr>
          <p:cNvPr id="1009" name="Google Shape;1009;p128"/>
          <p:cNvPicPr preferRelativeResize="0"/>
          <p:nvPr/>
        </p:nvPicPr>
        <p:blipFill>
          <a:blip r:embed="rId6">
            <a:alphaModFix/>
          </a:blip>
          <a:stretch>
            <a:fillRect/>
          </a:stretch>
        </p:blipFill>
        <p:spPr>
          <a:xfrm>
            <a:off x="7333425" y="1117401"/>
            <a:ext cx="1635036" cy="648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29"/>
          <p:cNvSpPr txBox="1"/>
          <p:nvPr>
            <p:ph type="title"/>
          </p:nvPr>
        </p:nvSpPr>
        <p:spPr>
          <a:xfrm>
            <a:off x="333943" y="15219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Enabling Innovation by Modernizing COBOL</a:t>
            </a:r>
            <a:endParaRPr/>
          </a:p>
        </p:txBody>
      </p:sp>
      <p:pic>
        <p:nvPicPr>
          <p:cNvPr id="1015" name="Google Shape;1015;p129"/>
          <p:cNvPicPr preferRelativeResize="0"/>
          <p:nvPr/>
        </p:nvPicPr>
        <p:blipFill>
          <a:blip r:embed="rId3">
            <a:alphaModFix/>
          </a:blip>
          <a:stretch>
            <a:fillRect/>
          </a:stretch>
        </p:blipFill>
        <p:spPr>
          <a:xfrm>
            <a:off x="2301775" y="1250351"/>
            <a:ext cx="1983952" cy="558750"/>
          </a:xfrm>
          <a:prstGeom prst="rect">
            <a:avLst/>
          </a:prstGeom>
          <a:noFill/>
          <a:ln>
            <a:noFill/>
          </a:ln>
        </p:spPr>
      </p:pic>
      <p:pic>
        <p:nvPicPr>
          <p:cNvPr id="1016" name="Google Shape;1016;p129"/>
          <p:cNvPicPr preferRelativeResize="0"/>
          <p:nvPr/>
        </p:nvPicPr>
        <p:blipFill>
          <a:blip r:embed="rId4">
            <a:alphaModFix/>
          </a:blip>
          <a:stretch>
            <a:fillRect/>
          </a:stretch>
        </p:blipFill>
        <p:spPr>
          <a:xfrm>
            <a:off x="4813994" y="1250349"/>
            <a:ext cx="2131756" cy="558750"/>
          </a:xfrm>
          <a:prstGeom prst="rect">
            <a:avLst/>
          </a:prstGeom>
          <a:noFill/>
          <a:ln>
            <a:noFill/>
          </a:ln>
        </p:spPr>
      </p:pic>
      <p:sp>
        <p:nvSpPr>
          <p:cNvPr id="1017" name="Google Shape;1017;p129"/>
          <p:cNvSpPr txBox="1"/>
          <p:nvPr>
            <p:ph idx="3" type="body"/>
          </p:nvPr>
        </p:nvSpPr>
        <p:spPr>
          <a:xfrm>
            <a:off x="367500" y="2606675"/>
            <a:ext cx="2648700" cy="1530900"/>
          </a:xfrm>
          <a:prstGeom prst="rect">
            <a:avLst/>
          </a:prstGeom>
        </p:spPr>
        <p:txBody>
          <a:bodyPr anchorCtr="0" anchor="t" bIns="36575" lIns="0" spcFirstLastPara="1" rIns="0" wrap="square" tIns="36575">
            <a:spAutoFit/>
          </a:bodyPr>
          <a:lstStyle/>
          <a:p>
            <a:pPr indent="0" lvl="0" marL="0" rtl="0" algn="l">
              <a:spcBef>
                <a:spcPts val="400"/>
              </a:spcBef>
              <a:spcAft>
                <a:spcPts val="0"/>
              </a:spcAft>
              <a:buClr>
                <a:schemeClr val="dk1"/>
              </a:buClr>
              <a:buSzPts val="1100"/>
              <a:buFont typeface="Arial"/>
              <a:buNone/>
            </a:pPr>
            <a:r>
              <a:rPr lang="en-US"/>
              <a:t>COBOL talent is critical to our society, and the need has amplified in the COVID-19 pandemic.</a:t>
            </a:r>
            <a:endParaRPr/>
          </a:p>
          <a:p>
            <a:pPr indent="0" lvl="0" marL="0" rtl="0" algn="l">
              <a:spcBef>
                <a:spcPts val="400"/>
              </a:spcBef>
              <a:spcAft>
                <a:spcPts val="0"/>
              </a:spcAft>
              <a:buClr>
                <a:schemeClr val="dk1"/>
              </a:buClr>
              <a:buSzPts val="1100"/>
              <a:buFont typeface="Arial"/>
              <a:buNone/>
            </a:pPr>
            <a:r>
              <a:rPr lang="en-US"/>
              <a:t>Enabling the next generation to have COBOL skills done in isolation, causing repeated efforts and lower uptick.</a:t>
            </a:r>
            <a:endParaRPr/>
          </a:p>
          <a:p>
            <a:pPr indent="0" lvl="0" marL="0" rtl="0" algn="l">
              <a:spcBef>
                <a:spcPts val="400"/>
              </a:spcBef>
              <a:spcAft>
                <a:spcPts val="0"/>
              </a:spcAft>
              <a:buNone/>
            </a:pPr>
            <a:r>
              <a:rPr lang="en-US"/>
              <a:t>COBOL lacking tools that align with modern development</a:t>
            </a:r>
            <a:endParaRPr/>
          </a:p>
        </p:txBody>
      </p:sp>
      <p:sp>
        <p:nvSpPr>
          <p:cNvPr id="1018" name="Google Shape;1018;p129"/>
          <p:cNvSpPr txBox="1"/>
          <p:nvPr>
            <p:ph idx="1" type="body"/>
          </p:nvPr>
        </p:nvSpPr>
        <p:spPr>
          <a:xfrm>
            <a:off x="3184700" y="2606675"/>
            <a:ext cx="27369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Launched </a:t>
            </a:r>
            <a:r>
              <a:rPr lang="en-US" u="sng">
                <a:solidFill>
                  <a:schemeClr val="hlink"/>
                </a:solidFill>
                <a:hlinkClick r:id="rId5"/>
              </a:rPr>
              <a:t>COBOL Programming Course</a:t>
            </a:r>
            <a:r>
              <a:rPr lang="en-US"/>
              <a:t> as an open source project in April 2020, teaching COBOL development using VS Code and Zowe.</a:t>
            </a:r>
            <a:endParaRPr/>
          </a:p>
          <a:p>
            <a:pPr indent="0" lvl="0" marL="0" rtl="0" algn="l">
              <a:spcBef>
                <a:spcPts val="400"/>
              </a:spcBef>
              <a:spcAft>
                <a:spcPts val="0"/>
              </a:spcAft>
              <a:buClr>
                <a:schemeClr val="dk1"/>
              </a:buClr>
              <a:buSzPts val="1100"/>
              <a:buFont typeface="Arial"/>
              <a:buNone/>
            </a:pPr>
            <a:r>
              <a:rPr lang="en-US"/>
              <a:t>Created </a:t>
            </a:r>
            <a:r>
              <a:rPr lang="en-US" u="sng">
                <a:solidFill>
                  <a:schemeClr val="hlink"/>
                </a:solidFill>
                <a:hlinkClick r:id="rId6"/>
              </a:rPr>
              <a:t>collaboration forums</a:t>
            </a:r>
            <a:r>
              <a:rPr lang="en-US"/>
              <a:t> and ways that COBOL talent can advertise their availability</a:t>
            </a:r>
            <a:endParaRPr/>
          </a:p>
          <a:p>
            <a:pPr indent="0" lvl="0" marL="0" rtl="0" algn="l">
              <a:spcBef>
                <a:spcPts val="400"/>
              </a:spcBef>
              <a:spcAft>
                <a:spcPts val="0"/>
              </a:spcAft>
              <a:buClr>
                <a:schemeClr val="dk1"/>
              </a:buClr>
              <a:buSzPts val="1100"/>
              <a:buFont typeface="Arial"/>
              <a:buNone/>
            </a:pPr>
            <a:r>
              <a:rPr lang="en-US"/>
              <a:t>Launched </a:t>
            </a:r>
            <a:r>
              <a:rPr lang="en-US" u="sng">
                <a:solidFill>
                  <a:schemeClr val="hlink"/>
                </a:solidFill>
                <a:hlinkClick r:id="rId7"/>
              </a:rPr>
              <a:t>COBOL Working Group</a:t>
            </a:r>
            <a:r>
              <a:rPr lang="en-US"/>
              <a:t> to bring together leaders in thinking about the future of COBOL</a:t>
            </a:r>
            <a:endParaRPr/>
          </a:p>
        </p:txBody>
      </p:sp>
      <p:sp>
        <p:nvSpPr>
          <p:cNvPr id="1019" name="Google Shape;1019;p129"/>
          <p:cNvSpPr txBox="1"/>
          <p:nvPr>
            <p:ph idx="2" type="body"/>
          </p:nvPr>
        </p:nvSpPr>
        <p:spPr>
          <a:xfrm>
            <a:off x="6099950" y="2606675"/>
            <a:ext cx="2648700" cy="1996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a:t>
            </a:r>
            <a:r>
              <a:rPr lang="en-US" u="sng">
                <a:solidFill>
                  <a:schemeClr val="hlink"/>
                </a:solidFill>
                <a:hlinkClick r:id="rId8"/>
              </a:rPr>
              <a:t>Calling all COBOL Programmers</a:t>
            </a:r>
            <a:r>
              <a:rPr lang="en-US"/>
              <a:t>” forum has had over 1.9k individuals make themselves available since April 2020</a:t>
            </a:r>
            <a:endParaRPr/>
          </a:p>
          <a:p>
            <a:pPr indent="0" lvl="0" marL="0" rtl="0" algn="l">
              <a:spcBef>
                <a:spcPts val="400"/>
              </a:spcBef>
              <a:spcAft>
                <a:spcPts val="0"/>
              </a:spcAft>
              <a:buClr>
                <a:schemeClr val="dk1"/>
              </a:buClr>
              <a:buSzPts val="1100"/>
              <a:buFont typeface="Arial"/>
              <a:buNone/>
            </a:pPr>
            <a:r>
              <a:rPr lang="en-US" u="sng">
                <a:solidFill>
                  <a:schemeClr val="hlink"/>
                </a:solidFill>
                <a:hlinkClick r:id="rId9"/>
              </a:rPr>
              <a:t>COBOL Programming Course GitHub repo</a:t>
            </a:r>
            <a:r>
              <a:rPr lang="en-US"/>
              <a:t> has 2.5k stars and 500+ forks, along with 22 contributors from several organizations, continuing to evolve with deeper level COBOL training content</a:t>
            </a:r>
            <a:endParaRPr/>
          </a:p>
          <a:p>
            <a:pPr indent="0" lvl="0" marL="0" rtl="0" algn="l">
              <a:spcBef>
                <a:spcPts val="400"/>
              </a:spcBef>
              <a:spcAft>
                <a:spcPts val="0"/>
              </a:spcAft>
              <a:buClr>
                <a:schemeClr val="dk1"/>
              </a:buClr>
              <a:buSzPts val="1100"/>
              <a:buFont typeface="Arial"/>
              <a:buNone/>
            </a:pPr>
            <a:r>
              <a:rPr lang="en-US"/>
              <a:t>COBOL Working Group getting broad feedback on the future direction of COBOL</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30"/>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None/>
            </a:pPr>
            <a:r>
              <a:rPr lang="en-US"/>
              <a:t>Central repository for open source on mainframe developed, tracking across all major distributions ( </a:t>
            </a:r>
            <a:r>
              <a:rPr lang="en-US" u="sng">
                <a:solidFill>
                  <a:schemeClr val="hlink"/>
                </a:solidFill>
                <a:hlinkClick r:id="rId3"/>
              </a:rPr>
              <a:t>http://sdt.openmainframeproject.org</a:t>
            </a:r>
            <a:r>
              <a:rPr lang="en-US"/>
              <a:t> )</a:t>
            </a:r>
            <a:endParaRPr/>
          </a:p>
          <a:p>
            <a:pPr indent="0" lvl="0" marL="0" rtl="0" algn="l">
              <a:spcBef>
                <a:spcPts val="400"/>
              </a:spcBef>
              <a:spcAft>
                <a:spcPts val="0"/>
              </a:spcAft>
              <a:buNone/>
            </a:pPr>
            <a:r>
              <a:rPr lang="en-US"/>
              <a:t>Sustainable and coordinated maintainership for s390x Linux distributions, including Alma Linux, Debian, Fedora, and openSUSE amongst others.</a:t>
            </a:r>
            <a:endParaRPr/>
          </a:p>
          <a:p>
            <a:pPr indent="0" lvl="0" marL="0" rtl="0" algn="l">
              <a:spcBef>
                <a:spcPts val="400"/>
              </a:spcBef>
              <a:spcAft>
                <a:spcPts val="0"/>
              </a:spcAft>
              <a:buNone/>
            </a:pPr>
            <a:r>
              <a:rPr lang="en-US"/>
              <a:t>Central hub being developed for z/VM tools and utilities for easier discoverability.</a:t>
            </a:r>
            <a:endParaRPr/>
          </a:p>
          <a:p>
            <a:pPr indent="0" lvl="0" marL="0" rtl="0" algn="l">
              <a:spcBef>
                <a:spcPts val="400"/>
              </a:spcBef>
              <a:spcAft>
                <a:spcPts val="0"/>
              </a:spcAft>
              <a:buClr>
                <a:schemeClr val="dk1"/>
              </a:buClr>
              <a:buSzPts val="1100"/>
              <a:buFont typeface="Arial"/>
              <a:buNone/>
            </a:pPr>
            <a:r>
              <a:t/>
            </a:r>
            <a:endParaRPr/>
          </a:p>
          <a:p>
            <a:pPr indent="0" lvl="0" marL="0" rtl="0" algn="l">
              <a:spcBef>
                <a:spcPts val="400"/>
              </a:spcBef>
              <a:spcAft>
                <a:spcPts val="0"/>
              </a:spcAft>
              <a:buNone/>
            </a:pPr>
            <a:r>
              <a:t/>
            </a:r>
            <a:endParaRPr/>
          </a:p>
        </p:txBody>
      </p:sp>
      <p:sp>
        <p:nvSpPr>
          <p:cNvPr id="1025" name="Google Shape;1025;p130"/>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None/>
            </a:pPr>
            <a:r>
              <a:rPr lang="en-US"/>
              <a:t>2019 Open Mainframe Project added Feilong</a:t>
            </a:r>
            <a:endParaRPr/>
          </a:p>
          <a:p>
            <a:pPr indent="0" lvl="0" marL="0" rtl="0" algn="l">
              <a:spcBef>
                <a:spcPts val="400"/>
              </a:spcBef>
              <a:spcAft>
                <a:spcPts val="0"/>
              </a:spcAft>
              <a:buClr>
                <a:schemeClr val="dk1"/>
              </a:buClr>
              <a:buSzPts val="1100"/>
              <a:buFont typeface="Arial"/>
              <a:buNone/>
            </a:pPr>
            <a:r>
              <a:rPr lang="en-US"/>
              <a:t>2020 Software Discovery Tool and Tessia added as a projects</a:t>
            </a:r>
            <a:endParaRPr/>
          </a:p>
          <a:p>
            <a:pPr indent="0" lvl="0" marL="0" rtl="0" algn="l">
              <a:spcBef>
                <a:spcPts val="400"/>
              </a:spcBef>
              <a:spcAft>
                <a:spcPts val="0"/>
              </a:spcAft>
              <a:buClr>
                <a:schemeClr val="dk1"/>
              </a:buClr>
              <a:buSzPts val="1100"/>
              <a:buFont typeface="Arial"/>
              <a:buNone/>
            </a:pPr>
            <a:r>
              <a:rPr lang="en-US"/>
              <a:t>2021 z/VM Community Tools forms as a Sandbox project, Linux Distributions Working Group formed</a:t>
            </a:r>
            <a:endParaRPr/>
          </a:p>
          <a:p>
            <a:pPr indent="0" lvl="0" marL="0" rtl="0" algn="l">
              <a:spcBef>
                <a:spcPts val="400"/>
              </a:spcBef>
              <a:spcAft>
                <a:spcPts val="0"/>
              </a:spcAft>
              <a:buNone/>
            </a:pPr>
            <a:r>
              <a:t/>
            </a:r>
            <a:endParaRPr/>
          </a:p>
        </p:txBody>
      </p:sp>
      <p:sp>
        <p:nvSpPr>
          <p:cNvPr id="1026" name="Google Shape;1026;p130"/>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sz="2100"/>
              <a:t>Enabling Innovation by C</a:t>
            </a:r>
            <a:r>
              <a:rPr lang="en-US" sz="2100"/>
              <a:t>reating a Hub for Linux on Z and z/VM Community</a:t>
            </a:r>
            <a:endParaRPr sz="2100"/>
          </a:p>
        </p:txBody>
      </p:sp>
      <p:pic>
        <p:nvPicPr>
          <p:cNvPr id="1027" name="Google Shape;1027;p130"/>
          <p:cNvPicPr preferRelativeResize="0"/>
          <p:nvPr/>
        </p:nvPicPr>
        <p:blipFill>
          <a:blip r:embed="rId4">
            <a:alphaModFix/>
          </a:blip>
          <a:stretch>
            <a:fillRect/>
          </a:stretch>
        </p:blipFill>
        <p:spPr>
          <a:xfrm>
            <a:off x="1174430" y="906052"/>
            <a:ext cx="1803623" cy="447300"/>
          </a:xfrm>
          <a:prstGeom prst="rect">
            <a:avLst/>
          </a:prstGeom>
          <a:noFill/>
          <a:ln>
            <a:noFill/>
          </a:ln>
        </p:spPr>
      </p:pic>
      <p:pic>
        <p:nvPicPr>
          <p:cNvPr id="1028" name="Google Shape;1028;p130"/>
          <p:cNvPicPr preferRelativeResize="0"/>
          <p:nvPr/>
        </p:nvPicPr>
        <p:blipFill>
          <a:blip r:embed="rId5">
            <a:alphaModFix/>
          </a:blip>
          <a:stretch>
            <a:fillRect/>
          </a:stretch>
        </p:blipFill>
        <p:spPr>
          <a:xfrm>
            <a:off x="3598527" y="1540441"/>
            <a:ext cx="1364848" cy="447301"/>
          </a:xfrm>
          <a:prstGeom prst="rect">
            <a:avLst/>
          </a:prstGeom>
          <a:noFill/>
          <a:ln>
            <a:noFill/>
          </a:ln>
        </p:spPr>
      </p:pic>
      <p:sp>
        <p:nvSpPr>
          <p:cNvPr id="1029" name="Google Shape;1029;p130"/>
          <p:cNvSpPr txBox="1"/>
          <p:nvPr>
            <p:ph idx="3" type="body"/>
          </p:nvPr>
        </p:nvSpPr>
        <p:spPr>
          <a:xfrm>
            <a:off x="367500" y="2606675"/>
            <a:ext cx="2648700" cy="2141700"/>
          </a:xfrm>
          <a:prstGeom prst="rect">
            <a:avLst/>
          </a:prstGeom>
        </p:spPr>
        <p:txBody>
          <a:bodyPr anchorCtr="0" anchor="t" bIns="36575" lIns="0" spcFirstLastPara="1" rIns="0" wrap="square" tIns="36575">
            <a:spAutoFit/>
          </a:bodyPr>
          <a:lstStyle/>
          <a:p>
            <a:pPr indent="0" lvl="0" marL="0" rtl="0" algn="l">
              <a:spcBef>
                <a:spcPts val="400"/>
              </a:spcBef>
              <a:spcAft>
                <a:spcPts val="0"/>
              </a:spcAft>
              <a:buClr>
                <a:schemeClr val="dk1"/>
              </a:buClr>
              <a:buSzPts val="1100"/>
              <a:buFont typeface="Arial"/>
              <a:buNone/>
            </a:pPr>
            <a:r>
              <a:rPr lang="en-US"/>
              <a:t>Users want to manage their mainframes with the same modern cloud technologies used across the enterprise.</a:t>
            </a:r>
            <a:endParaRPr/>
          </a:p>
          <a:p>
            <a:pPr indent="0" lvl="0" marL="0" rtl="0" algn="l">
              <a:spcBef>
                <a:spcPts val="400"/>
              </a:spcBef>
              <a:spcAft>
                <a:spcPts val="0"/>
              </a:spcAft>
              <a:buClr>
                <a:schemeClr val="dk1"/>
              </a:buClr>
              <a:buSzPts val="1100"/>
              <a:buFont typeface="Arial"/>
              <a:buNone/>
            </a:pPr>
            <a:r>
              <a:rPr lang="en-US"/>
              <a:t>z/VM integration with technologies such as OpenStack have long been a challenge.</a:t>
            </a:r>
            <a:endParaRPr/>
          </a:p>
          <a:p>
            <a:pPr indent="0" lvl="0" marL="0" rtl="0" algn="l">
              <a:spcBef>
                <a:spcPts val="400"/>
              </a:spcBef>
              <a:spcAft>
                <a:spcPts val="0"/>
              </a:spcAft>
              <a:buNone/>
            </a:pPr>
            <a:r>
              <a:rPr lang="en-US"/>
              <a:t>Contribution base was IBM only, making it challenging to get wider adoption</a:t>
            </a:r>
            <a:endParaRPr/>
          </a:p>
          <a:p>
            <a:pPr indent="0" lvl="0" marL="0" rtl="0" algn="l">
              <a:spcBef>
                <a:spcPts val="400"/>
              </a:spcBef>
              <a:spcAft>
                <a:spcPts val="0"/>
              </a:spcAft>
              <a:buNone/>
            </a:pPr>
            <a:r>
              <a:rPr lang="en-US"/>
              <a:t>z/VM lacked a sustainable hub for community tools and utilities</a:t>
            </a:r>
            <a:endParaRPr/>
          </a:p>
          <a:p>
            <a:pPr indent="0" lvl="0" marL="0" rtl="0" algn="l">
              <a:spcBef>
                <a:spcPts val="400"/>
              </a:spcBef>
              <a:spcAft>
                <a:spcPts val="0"/>
              </a:spcAft>
              <a:buNone/>
            </a:pPr>
            <a:r>
              <a:rPr lang="en-US"/>
              <a:t>Linux </a:t>
            </a:r>
            <a:r>
              <a:rPr lang="en-US"/>
              <a:t>distributions</a:t>
            </a:r>
            <a:r>
              <a:rPr lang="en-US"/>
              <a:t> supporting s390x mainframe </a:t>
            </a:r>
            <a:endParaRPr/>
          </a:p>
        </p:txBody>
      </p:sp>
      <p:pic>
        <p:nvPicPr>
          <p:cNvPr id="1030" name="Google Shape;1030;p130"/>
          <p:cNvPicPr preferRelativeResize="0"/>
          <p:nvPr/>
        </p:nvPicPr>
        <p:blipFill>
          <a:blip r:embed="rId6">
            <a:alphaModFix/>
          </a:blip>
          <a:stretch>
            <a:fillRect/>
          </a:stretch>
        </p:blipFill>
        <p:spPr>
          <a:xfrm>
            <a:off x="6275675" y="1467325"/>
            <a:ext cx="1435975" cy="593556"/>
          </a:xfrm>
          <a:prstGeom prst="rect">
            <a:avLst/>
          </a:prstGeom>
          <a:noFill/>
          <a:ln>
            <a:noFill/>
          </a:ln>
        </p:spPr>
      </p:pic>
      <p:pic>
        <p:nvPicPr>
          <p:cNvPr id="1031" name="Google Shape;1031;p130"/>
          <p:cNvPicPr preferRelativeResize="0"/>
          <p:nvPr/>
        </p:nvPicPr>
        <p:blipFill>
          <a:blip r:embed="rId7">
            <a:alphaModFix/>
          </a:blip>
          <a:stretch>
            <a:fillRect/>
          </a:stretch>
        </p:blipFill>
        <p:spPr>
          <a:xfrm>
            <a:off x="1329064" y="1558825"/>
            <a:ext cx="1494325" cy="410532"/>
          </a:xfrm>
          <a:prstGeom prst="rect">
            <a:avLst/>
          </a:prstGeom>
          <a:noFill/>
          <a:ln>
            <a:noFill/>
          </a:ln>
        </p:spPr>
      </p:pic>
      <p:pic>
        <p:nvPicPr>
          <p:cNvPr id="1032" name="Google Shape;1032;p130"/>
          <p:cNvPicPr preferRelativeResize="0"/>
          <p:nvPr/>
        </p:nvPicPr>
        <p:blipFill>
          <a:blip r:embed="rId8">
            <a:alphaModFix/>
          </a:blip>
          <a:stretch>
            <a:fillRect/>
          </a:stretch>
        </p:blipFill>
        <p:spPr>
          <a:xfrm>
            <a:off x="3637239" y="854277"/>
            <a:ext cx="1721325" cy="550834"/>
          </a:xfrm>
          <a:prstGeom prst="rect">
            <a:avLst/>
          </a:prstGeom>
          <a:noFill/>
          <a:ln>
            <a:noFill/>
          </a:ln>
        </p:spPr>
      </p:pic>
      <p:pic>
        <p:nvPicPr>
          <p:cNvPr id="1033" name="Google Shape;1033;p130"/>
          <p:cNvPicPr preferRelativeResize="0"/>
          <p:nvPr/>
        </p:nvPicPr>
        <p:blipFill>
          <a:blip r:embed="rId9">
            <a:alphaModFix/>
          </a:blip>
          <a:stretch>
            <a:fillRect/>
          </a:stretch>
        </p:blipFill>
        <p:spPr>
          <a:xfrm>
            <a:off x="6017750" y="904925"/>
            <a:ext cx="1951834" cy="447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31"/>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Enabling Innovation with the N</a:t>
            </a:r>
            <a:r>
              <a:rPr lang="en-US"/>
              <a:t>ext Generation</a:t>
            </a:r>
            <a:endParaRPr sz="2700"/>
          </a:p>
        </p:txBody>
      </p:sp>
      <p:pic>
        <p:nvPicPr>
          <p:cNvPr id="1039" name="Google Shape;1039;p131"/>
          <p:cNvPicPr preferRelativeResize="0"/>
          <p:nvPr/>
        </p:nvPicPr>
        <p:blipFill>
          <a:blip r:embed="rId3">
            <a:alphaModFix/>
          </a:blip>
          <a:stretch>
            <a:fillRect/>
          </a:stretch>
        </p:blipFill>
        <p:spPr>
          <a:xfrm>
            <a:off x="822950" y="1072250"/>
            <a:ext cx="4030200" cy="732925"/>
          </a:xfrm>
          <a:prstGeom prst="rect">
            <a:avLst/>
          </a:prstGeom>
          <a:noFill/>
          <a:ln>
            <a:noFill/>
          </a:ln>
        </p:spPr>
      </p:pic>
      <p:sp>
        <p:nvSpPr>
          <p:cNvPr id="1040" name="Google Shape;1040;p131"/>
          <p:cNvSpPr txBox="1"/>
          <p:nvPr>
            <p:ph idx="3" type="body"/>
          </p:nvPr>
        </p:nvSpPr>
        <p:spPr>
          <a:xfrm>
            <a:off x="367500" y="2606675"/>
            <a:ext cx="2648700" cy="1530900"/>
          </a:xfrm>
          <a:prstGeom prst="rect">
            <a:avLst/>
          </a:prstGeom>
        </p:spPr>
        <p:txBody>
          <a:bodyPr anchorCtr="0" anchor="t" bIns="36575" lIns="0" spcFirstLastPara="1" rIns="0" wrap="square" tIns="36575">
            <a:spAutoFit/>
          </a:bodyPr>
          <a:lstStyle/>
          <a:p>
            <a:pPr indent="0" lvl="0" marL="0" rtl="0" algn="l">
              <a:spcBef>
                <a:spcPts val="400"/>
              </a:spcBef>
              <a:spcAft>
                <a:spcPts val="0"/>
              </a:spcAft>
              <a:buClr>
                <a:schemeClr val="dk1"/>
              </a:buClr>
              <a:buSzPts val="1100"/>
              <a:buFont typeface="Arial"/>
              <a:buNone/>
            </a:pPr>
            <a:r>
              <a:rPr lang="en-US"/>
              <a:t>Aging tenured mainframe talent, with a growing mainframe talent gap and skills decline in next generation talent.</a:t>
            </a:r>
            <a:endParaRPr/>
          </a:p>
          <a:p>
            <a:pPr indent="0" lvl="0" marL="0" rtl="0" algn="l">
              <a:spcBef>
                <a:spcPts val="400"/>
              </a:spcBef>
              <a:spcAft>
                <a:spcPts val="0"/>
              </a:spcAft>
              <a:buNone/>
            </a:pPr>
            <a:r>
              <a:rPr lang="en-US"/>
              <a:t>Needing to help connect students with opportunities in mainframe, aligning the interests in open source.</a:t>
            </a:r>
            <a:endParaRPr/>
          </a:p>
          <a:p>
            <a:pPr indent="0" lvl="0" marL="0" rtl="0" algn="l">
              <a:spcBef>
                <a:spcPts val="400"/>
              </a:spcBef>
              <a:spcAft>
                <a:spcPts val="0"/>
              </a:spcAft>
              <a:buNone/>
            </a:pPr>
            <a:r>
              <a:rPr lang="en-US"/>
              <a:t>Isolated </a:t>
            </a:r>
            <a:r>
              <a:rPr lang="en-US"/>
              <a:t>efforts</a:t>
            </a:r>
            <a:r>
              <a:rPr lang="en-US"/>
              <a:t> in education created duplicated efforts in education.</a:t>
            </a:r>
            <a:endParaRPr/>
          </a:p>
        </p:txBody>
      </p:sp>
      <p:sp>
        <p:nvSpPr>
          <p:cNvPr id="1041" name="Google Shape;1041;p131"/>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Launched first mentorship program in 2016 with 7 mentees.</a:t>
            </a:r>
            <a:endParaRPr/>
          </a:p>
          <a:p>
            <a:pPr indent="0" lvl="0" marL="0" rtl="0" algn="l">
              <a:spcBef>
                <a:spcPts val="400"/>
              </a:spcBef>
              <a:spcAft>
                <a:spcPts val="0"/>
              </a:spcAft>
              <a:buClr>
                <a:schemeClr val="dk1"/>
              </a:buClr>
              <a:buSzPts val="1100"/>
              <a:buFont typeface="Arial"/>
              <a:buNone/>
            </a:pPr>
            <a:r>
              <a:rPr lang="en-US"/>
              <a:t>Connected within the mainframe and broad open source community to ensure mentorship work has upstream project value.</a:t>
            </a:r>
            <a:endParaRPr/>
          </a:p>
          <a:p>
            <a:pPr indent="0" lvl="0" marL="0" rtl="0" algn="l">
              <a:spcBef>
                <a:spcPts val="400"/>
              </a:spcBef>
              <a:spcAft>
                <a:spcPts val="0"/>
              </a:spcAft>
              <a:buNone/>
            </a:pPr>
            <a:r>
              <a:rPr lang="en-US"/>
              <a:t>Enabled universities to also leverage the program within class work; successful with VCU and Western University (Ontario)</a:t>
            </a:r>
            <a:endParaRPr/>
          </a:p>
          <a:p>
            <a:pPr indent="0" lvl="0" marL="0" rtl="0" algn="l">
              <a:spcBef>
                <a:spcPts val="400"/>
              </a:spcBef>
              <a:spcAft>
                <a:spcPts val="0"/>
              </a:spcAft>
              <a:buNone/>
            </a:pPr>
            <a:r>
              <a:rPr lang="en-US"/>
              <a:t>Mainframe Open Education project launched in 2021 to create standard hub of educational materials for mainframe.</a:t>
            </a:r>
            <a:endParaRPr/>
          </a:p>
        </p:txBody>
      </p:sp>
      <p:sp>
        <p:nvSpPr>
          <p:cNvPr id="1042" name="Google Shape;1042;p131"/>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7</a:t>
            </a:r>
            <a:r>
              <a:rPr lang="en-US"/>
              <a:t>0+ mentees completed the program, with broader classwork focus reaching 100s more.</a:t>
            </a:r>
            <a:endParaRPr/>
          </a:p>
          <a:p>
            <a:pPr indent="0" lvl="0" marL="0" rtl="0" algn="l">
              <a:spcBef>
                <a:spcPts val="400"/>
              </a:spcBef>
              <a:spcAft>
                <a:spcPts val="0"/>
              </a:spcAft>
              <a:buClr>
                <a:schemeClr val="dk1"/>
              </a:buClr>
              <a:buSzPts val="1100"/>
              <a:buFont typeface="Arial"/>
              <a:buNone/>
            </a:pPr>
            <a:r>
              <a:rPr lang="en-US"/>
              <a:t>Upstream work has included ports of Alpine Linux, contributions to HyperLedger, OpenStack, CloudFoundry, Kubernetes, and more.</a:t>
            </a:r>
            <a:endParaRPr/>
          </a:p>
          <a:p>
            <a:pPr indent="0" lvl="0" marL="0" rtl="0" algn="l">
              <a:spcBef>
                <a:spcPts val="400"/>
              </a:spcBef>
              <a:spcAft>
                <a:spcPts val="0"/>
              </a:spcAft>
              <a:buNone/>
            </a:pPr>
            <a:r>
              <a:rPr lang="en-US"/>
              <a:t>Several mentees are now employed in mainframe roles with IBM, SUSE, ADP, and more.</a:t>
            </a:r>
            <a:endParaRPr/>
          </a:p>
          <a:p>
            <a:pPr indent="0" lvl="0" marL="0" rtl="0" algn="l">
              <a:spcBef>
                <a:spcPts val="400"/>
              </a:spcBef>
              <a:spcAft>
                <a:spcPts val="0"/>
              </a:spcAft>
              <a:buNone/>
            </a:pPr>
            <a:r>
              <a:rPr lang="en-US"/>
              <a:t>Collaborations between Broadcom, IBM, Kyndryl, and more have built a base of common mainframe educational materials, free to use and openly licensed.</a:t>
            </a:r>
            <a:endParaRPr/>
          </a:p>
        </p:txBody>
      </p:sp>
      <p:pic>
        <p:nvPicPr>
          <p:cNvPr id="1043" name="Google Shape;1043;p131"/>
          <p:cNvPicPr preferRelativeResize="0"/>
          <p:nvPr/>
        </p:nvPicPr>
        <p:blipFill>
          <a:blip r:embed="rId4">
            <a:alphaModFix/>
          </a:blip>
          <a:stretch>
            <a:fillRect/>
          </a:stretch>
        </p:blipFill>
        <p:spPr>
          <a:xfrm>
            <a:off x="5013750" y="1142200"/>
            <a:ext cx="3176913" cy="593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32"/>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Sustainable home for critical mainframe open source efforts.</a:t>
            </a:r>
            <a:endParaRPr sz="2700"/>
          </a:p>
        </p:txBody>
      </p:sp>
      <p:sp>
        <p:nvSpPr>
          <p:cNvPr id="1049" name="Google Shape;1049;p132"/>
          <p:cNvSpPr txBox="1"/>
          <p:nvPr>
            <p:ph idx="3" type="body"/>
          </p:nvPr>
        </p:nvSpPr>
        <p:spPr>
          <a:xfrm>
            <a:off x="367500" y="2606675"/>
            <a:ext cx="2648700" cy="1869600"/>
          </a:xfrm>
          <a:prstGeom prst="rect">
            <a:avLst/>
          </a:prstGeom>
        </p:spPr>
        <p:txBody>
          <a:bodyPr anchorCtr="0" anchor="t" bIns="36575" lIns="0" spcFirstLastPara="1" rIns="0" wrap="square" tIns="36575">
            <a:spAutoFit/>
          </a:bodyPr>
          <a:lstStyle/>
          <a:p>
            <a:pPr indent="0" lvl="0" marL="0" rtl="0" algn="l">
              <a:spcBef>
                <a:spcPts val="400"/>
              </a:spcBef>
              <a:spcAft>
                <a:spcPts val="0"/>
              </a:spcAft>
              <a:buNone/>
            </a:pPr>
            <a:r>
              <a:rPr lang="en-US"/>
              <a:t>CBT Tape, a staple of </a:t>
            </a:r>
            <a:r>
              <a:rPr lang="en-US"/>
              <a:t>mainframe programmers and operators</a:t>
            </a:r>
            <a:r>
              <a:rPr lang="en-US"/>
              <a:t> for over 50 years, lacked a sustainable home and infrastructure to support it.</a:t>
            </a:r>
            <a:endParaRPr/>
          </a:p>
          <a:p>
            <a:pPr indent="0" lvl="0" marL="0" rtl="0" algn="l">
              <a:spcBef>
                <a:spcPts val="400"/>
              </a:spcBef>
              <a:spcAft>
                <a:spcPts val="0"/>
              </a:spcAft>
              <a:buNone/>
            </a:pPr>
            <a:r>
              <a:rPr lang="en-US"/>
              <a:t>GenevaERS development was stalling internally at IBM, and needed a home to bring together more </a:t>
            </a:r>
            <a:r>
              <a:rPr lang="en-US"/>
              <a:t>constituents and build a community around.</a:t>
            </a:r>
            <a:endParaRPr/>
          </a:p>
          <a:p>
            <a:pPr indent="0" lvl="0" marL="0" rtl="0" algn="l">
              <a:spcBef>
                <a:spcPts val="400"/>
              </a:spcBef>
              <a:spcAft>
                <a:spcPts val="0"/>
              </a:spcAft>
              <a:buNone/>
            </a:pPr>
            <a:r>
              <a:rPr lang="en-US"/>
              <a:t>“Mainframe Modernization” loosely defined, causing marketing confusion.</a:t>
            </a:r>
            <a:endParaRPr/>
          </a:p>
        </p:txBody>
      </p:sp>
      <p:sp>
        <p:nvSpPr>
          <p:cNvPr id="1050" name="Google Shape;1050;p132"/>
          <p:cNvSpPr txBox="1"/>
          <p:nvPr>
            <p:ph idx="1" type="body"/>
          </p:nvPr>
        </p:nvSpPr>
        <p:spPr>
          <a:xfrm>
            <a:off x="3233725"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Clr>
                <a:schemeClr val="dk1"/>
              </a:buClr>
              <a:buSzPts val="1100"/>
              <a:buFont typeface="Arial"/>
              <a:buNone/>
            </a:pPr>
            <a:r>
              <a:rPr lang="en-US"/>
              <a:t>CBT Tape and GenevaERS join the Open Mainframe Project in 2020.</a:t>
            </a:r>
            <a:endParaRPr/>
          </a:p>
          <a:p>
            <a:pPr indent="0" lvl="0" marL="0" rtl="0" algn="l">
              <a:spcBef>
                <a:spcPts val="400"/>
              </a:spcBef>
              <a:spcAft>
                <a:spcPts val="0"/>
              </a:spcAft>
              <a:buClr>
                <a:schemeClr val="dk1"/>
              </a:buClr>
              <a:buSzPts val="1100"/>
              <a:buFont typeface="Arial"/>
              <a:buNone/>
            </a:pPr>
            <a:r>
              <a:rPr lang="en-US"/>
              <a:t>Modernization WG launched in 2022</a:t>
            </a:r>
            <a:endParaRPr/>
          </a:p>
          <a:p>
            <a:pPr indent="0" lvl="0" marL="0" rtl="0" algn="l">
              <a:spcBef>
                <a:spcPts val="400"/>
              </a:spcBef>
              <a:spcAft>
                <a:spcPts val="0"/>
              </a:spcAft>
              <a:buClr>
                <a:schemeClr val="dk1"/>
              </a:buClr>
              <a:buSzPts val="1100"/>
              <a:buFont typeface="Arial"/>
              <a:buNone/>
            </a:pPr>
            <a:r>
              <a:t/>
            </a:r>
            <a:endParaRPr/>
          </a:p>
        </p:txBody>
      </p:sp>
      <p:sp>
        <p:nvSpPr>
          <p:cNvPr id="1051" name="Google Shape;1051;p132"/>
          <p:cNvSpPr txBox="1"/>
          <p:nvPr>
            <p:ph idx="2" type="body"/>
          </p:nvPr>
        </p:nvSpPr>
        <p:spPr>
          <a:xfrm>
            <a:off x="6099950" y="2606675"/>
            <a:ext cx="2648700" cy="2113200"/>
          </a:xfrm>
          <a:prstGeom prst="rect">
            <a:avLst/>
          </a:prstGeom>
        </p:spPr>
        <p:txBody>
          <a:bodyPr anchorCtr="0" anchor="t" bIns="36575" lIns="0" spcFirstLastPara="1" rIns="0" wrap="square" tIns="36575">
            <a:noAutofit/>
          </a:bodyPr>
          <a:lstStyle/>
          <a:p>
            <a:pPr indent="0" lvl="0" marL="0" rtl="0" algn="l">
              <a:spcBef>
                <a:spcPts val="400"/>
              </a:spcBef>
              <a:spcAft>
                <a:spcPts val="0"/>
              </a:spcAft>
              <a:buNone/>
            </a:pPr>
            <a:r>
              <a:rPr lang="en-US"/>
              <a:t>Strong contributor base to both projects.</a:t>
            </a:r>
            <a:endParaRPr/>
          </a:p>
          <a:p>
            <a:pPr indent="0" lvl="0" marL="0" rtl="0" algn="l">
              <a:spcBef>
                <a:spcPts val="400"/>
              </a:spcBef>
              <a:spcAft>
                <a:spcPts val="0"/>
              </a:spcAft>
              <a:buNone/>
            </a:pPr>
            <a:r>
              <a:rPr lang="en-US"/>
              <a:t>CBT Tape gained mainframe infrastructure for development and testing, which has gained more contributors since joining.</a:t>
            </a:r>
            <a:endParaRPr/>
          </a:p>
          <a:p>
            <a:pPr indent="0" lvl="0" marL="0" rtl="0" algn="l">
              <a:spcBef>
                <a:spcPts val="400"/>
              </a:spcBef>
              <a:spcAft>
                <a:spcPts val="0"/>
              </a:spcAft>
              <a:buNone/>
            </a:pPr>
            <a:r>
              <a:rPr lang="en-US"/>
              <a:t>Modernization WG defining modernization patterns for consistent, vendor-neutral education.</a:t>
            </a:r>
            <a:endParaRPr/>
          </a:p>
        </p:txBody>
      </p:sp>
      <p:pic>
        <p:nvPicPr>
          <p:cNvPr id="1052" name="Google Shape;1052;p132"/>
          <p:cNvPicPr preferRelativeResize="0"/>
          <p:nvPr/>
        </p:nvPicPr>
        <p:blipFill>
          <a:blip r:embed="rId3">
            <a:alphaModFix/>
          </a:blip>
          <a:stretch>
            <a:fillRect/>
          </a:stretch>
        </p:blipFill>
        <p:spPr>
          <a:xfrm>
            <a:off x="607071" y="1202437"/>
            <a:ext cx="2326656" cy="593025"/>
          </a:xfrm>
          <a:prstGeom prst="rect">
            <a:avLst/>
          </a:prstGeom>
          <a:noFill/>
          <a:ln>
            <a:noFill/>
          </a:ln>
        </p:spPr>
      </p:pic>
      <p:pic>
        <p:nvPicPr>
          <p:cNvPr id="1053" name="Google Shape;1053;p132"/>
          <p:cNvPicPr preferRelativeResize="0"/>
          <p:nvPr/>
        </p:nvPicPr>
        <p:blipFill>
          <a:blip r:embed="rId4">
            <a:alphaModFix/>
          </a:blip>
          <a:stretch>
            <a:fillRect/>
          </a:stretch>
        </p:blipFill>
        <p:spPr>
          <a:xfrm>
            <a:off x="3394750" y="1142195"/>
            <a:ext cx="2326650" cy="713506"/>
          </a:xfrm>
          <a:prstGeom prst="rect">
            <a:avLst/>
          </a:prstGeom>
          <a:noFill/>
          <a:ln>
            <a:noFill/>
          </a:ln>
        </p:spPr>
      </p:pic>
      <p:pic>
        <p:nvPicPr>
          <p:cNvPr id="1054" name="Google Shape;1054;p132"/>
          <p:cNvPicPr preferRelativeResize="0"/>
          <p:nvPr/>
        </p:nvPicPr>
        <p:blipFill>
          <a:blip r:embed="rId5">
            <a:alphaModFix/>
          </a:blip>
          <a:stretch>
            <a:fillRect/>
          </a:stretch>
        </p:blipFill>
        <p:spPr>
          <a:xfrm>
            <a:off x="6316975" y="1267255"/>
            <a:ext cx="2276896" cy="4250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33"/>
          <p:cNvSpPr/>
          <p:nvPr/>
        </p:nvSpPr>
        <p:spPr>
          <a:xfrm>
            <a:off x="4941825" y="918475"/>
            <a:ext cx="3747000" cy="3747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1600">
                <a:solidFill>
                  <a:schemeClr val="lt1"/>
                </a:solidFill>
                <a:latin typeface="Gill Sans"/>
                <a:ea typeface="Gill Sans"/>
                <a:cs typeface="Gill Sans"/>
                <a:sym typeface="Gill Sans"/>
              </a:rPr>
              <a:t>Bankdata Open Mainframe Stack</a:t>
            </a:r>
            <a:endParaRPr b="1" sz="1600">
              <a:solidFill>
                <a:schemeClr val="lt1"/>
              </a:solidFill>
              <a:latin typeface="Gill Sans"/>
              <a:ea typeface="Gill Sans"/>
              <a:cs typeface="Gill Sans"/>
              <a:sym typeface="Gill Sans"/>
            </a:endParaRPr>
          </a:p>
        </p:txBody>
      </p:sp>
      <p:sp>
        <p:nvSpPr>
          <p:cNvPr id="1061" name="Google Shape;1061;p133"/>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Enabling Innovation for End-users</a:t>
            </a:r>
            <a:endParaRPr/>
          </a:p>
        </p:txBody>
      </p:sp>
      <p:pic>
        <p:nvPicPr>
          <p:cNvPr id="1062" name="Google Shape;1062;p133"/>
          <p:cNvPicPr preferRelativeResize="0"/>
          <p:nvPr/>
        </p:nvPicPr>
        <p:blipFill>
          <a:blip r:embed="rId3">
            <a:alphaModFix/>
          </a:blip>
          <a:stretch>
            <a:fillRect/>
          </a:stretch>
        </p:blipFill>
        <p:spPr>
          <a:xfrm>
            <a:off x="480275" y="1614425"/>
            <a:ext cx="3816474" cy="3021375"/>
          </a:xfrm>
          <a:prstGeom prst="rect">
            <a:avLst/>
          </a:prstGeom>
          <a:noFill/>
          <a:ln>
            <a:noFill/>
          </a:ln>
        </p:spPr>
      </p:pic>
      <p:pic>
        <p:nvPicPr>
          <p:cNvPr id="1063" name="Google Shape;1063;p133"/>
          <p:cNvPicPr preferRelativeResize="0"/>
          <p:nvPr/>
        </p:nvPicPr>
        <p:blipFill>
          <a:blip r:embed="rId4">
            <a:alphaModFix/>
          </a:blip>
          <a:stretch>
            <a:fillRect/>
          </a:stretch>
        </p:blipFill>
        <p:spPr>
          <a:xfrm>
            <a:off x="584101" y="799544"/>
            <a:ext cx="3608824" cy="649825"/>
          </a:xfrm>
          <a:prstGeom prst="rect">
            <a:avLst/>
          </a:prstGeom>
          <a:noFill/>
          <a:ln>
            <a:noFill/>
          </a:ln>
        </p:spPr>
      </p:pic>
      <p:grpSp>
        <p:nvGrpSpPr>
          <p:cNvPr id="1064" name="Google Shape;1064;p133"/>
          <p:cNvGrpSpPr/>
          <p:nvPr/>
        </p:nvGrpSpPr>
        <p:grpSpPr>
          <a:xfrm>
            <a:off x="5080729" y="1320830"/>
            <a:ext cx="3486846" cy="1051791"/>
            <a:chOff x="4852425" y="1016000"/>
            <a:chExt cx="3816600" cy="1162200"/>
          </a:xfrm>
        </p:grpSpPr>
        <p:sp>
          <p:nvSpPr>
            <p:cNvPr id="1065" name="Google Shape;1065;p133"/>
            <p:cNvSpPr/>
            <p:nvPr/>
          </p:nvSpPr>
          <p:spPr>
            <a:xfrm>
              <a:off x="4852425" y="1016000"/>
              <a:ext cx="3816600" cy="1162200"/>
            </a:xfrm>
            <a:prstGeom prst="rect">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Developer Enablement</a:t>
              </a:r>
              <a:endParaRPr>
                <a:latin typeface="Gill Sans"/>
                <a:ea typeface="Gill Sans"/>
                <a:cs typeface="Gill Sans"/>
                <a:sym typeface="Gill Sans"/>
              </a:endParaRPr>
            </a:p>
          </p:txBody>
        </p:sp>
        <p:pic>
          <p:nvPicPr>
            <p:cNvPr id="1066" name="Google Shape;1066;p133"/>
            <p:cNvPicPr preferRelativeResize="0"/>
            <p:nvPr/>
          </p:nvPicPr>
          <p:blipFill>
            <a:blip r:embed="rId5">
              <a:alphaModFix/>
            </a:blip>
            <a:stretch>
              <a:fillRect/>
            </a:stretch>
          </p:blipFill>
          <p:spPr>
            <a:xfrm>
              <a:off x="5666351" y="1434025"/>
              <a:ext cx="2188748" cy="616436"/>
            </a:xfrm>
            <a:prstGeom prst="rect">
              <a:avLst/>
            </a:prstGeom>
            <a:noFill/>
            <a:ln>
              <a:noFill/>
            </a:ln>
          </p:spPr>
        </p:pic>
      </p:grpSp>
      <p:grpSp>
        <p:nvGrpSpPr>
          <p:cNvPr id="1067" name="Google Shape;1067;p133"/>
          <p:cNvGrpSpPr/>
          <p:nvPr/>
        </p:nvGrpSpPr>
        <p:grpSpPr>
          <a:xfrm>
            <a:off x="5080729" y="2437078"/>
            <a:ext cx="3486846" cy="1051791"/>
            <a:chOff x="4852425" y="2173225"/>
            <a:chExt cx="3816600" cy="1162200"/>
          </a:xfrm>
        </p:grpSpPr>
        <p:sp>
          <p:nvSpPr>
            <p:cNvPr id="1068" name="Google Shape;1068;p133"/>
            <p:cNvSpPr/>
            <p:nvPr/>
          </p:nvSpPr>
          <p:spPr>
            <a:xfrm>
              <a:off x="4852425" y="2173225"/>
              <a:ext cx="3816600" cy="1162200"/>
            </a:xfrm>
            <a:prstGeom prst="rect">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Agile / Test Driven Development</a:t>
              </a:r>
              <a:endParaRPr>
                <a:latin typeface="Gill Sans"/>
                <a:ea typeface="Gill Sans"/>
                <a:cs typeface="Gill Sans"/>
                <a:sym typeface="Gill Sans"/>
              </a:endParaRPr>
            </a:p>
          </p:txBody>
        </p:sp>
        <p:pic>
          <p:nvPicPr>
            <p:cNvPr id="1069" name="Google Shape;1069;p133"/>
            <p:cNvPicPr preferRelativeResize="0"/>
            <p:nvPr/>
          </p:nvPicPr>
          <p:blipFill>
            <a:blip r:embed="rId6">
              <a:alphaModFix/>
            </a:blip>
            <a:stretch>
              <a:fillRect/>
            </a:stretch>
          </p:blipFill>
          <p:spPr>
            <a:xfrm>
              <a:off x="5155750" y="2618925"/>
              <a:ext cx="3209947" cy="573675"/>
            </a:xfrm>
            <a:prstGeom prst="rect">
              <a:avLst/>
            </a:prstGeom>
            <a:noFill/>
            <a:ln>
              <a:noFill/>
            </a:ln>
          </p:spPr>
        </p:pic>
      </p:grpSp>
      <p:grpSp>
        <p:nvGrpSpPr>
          <p:cNvPr id="1070" name="Google Shape;1070;p133"/>
          <p:cNvGrpSpPr/>
          <p:nvPr/>
        </p:nvGrpSpPr>
        <p:grpSpPr>
          <a:xfrm>
            <a:off x="5080729" y="3553327"/>
            <a:ext cx="3486846" cy="1112382"/>
            <a:chOff x="4852425" y="3406650"/>
            <a:chExt cx="3816600" cy="1229152"/>
          </a:xfrm>
        </p:grpSpPr>
        <p:sp>
          <p:nvSpPr>
            <p:cNvPr id="1071" name="Google Shape;1071;p133"/>
            <p:cNvSpPr/>
            <p:nvPr/>
          </p:nvSpPr>
          <p:spPr>
            <a:xfrm>
              <a:off x="4852425" y="3406650"/>
              <a:ext cx="3816600" cy="1162200"/>
            </a:xfrm>
            <a:prstGeom prst="rect">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Systems Integration/Deployment</a:t>
              </a:r>
              <a:endParaRPr>
                <a:latin typeface="Gill Sans"/>
                <a:ea typeface="Gill Sans"/>
                <a:cs typeface="Gill Sans"/>
                <a:sym typeface="Gill Sans"/>
              </a:endParaRPr>
            </a:p>
          </p:txBody>
        </p:sp>
        <p:pic>
          <p:nvPicPr>
            <p:cNvPr id="1072" name="Google Shape;1072;p133"/>
            <p:cNvPicPr preferRelativeResize="0"/>
            <p:nvPr/>
          </p:nvPicPr>
          <p:blipFill>
            <a:blip r:embed="rId7">
              <a:alphaModFix/>
            </a:blip>
            <a:stretch>
              <a:fillRect/>
            </a:stretch>
          </p:blipFill>
          <p:spPr>
            <a:xfrm>
              <a:off x="5551450" y="3599400"/>
              <a:ext cx="2343421" cy="1036401"/>
            </a:xfrm>
            <a:prstGeom prst="rect">
              <a:avLst/>
            </a:prstGeom>
            <a:noFill/>
            <a:ln>
              <a:noFill/>
            </a:ln>
          </p:spPr>
        </p:pic>
      </p:grpSp>
      <p:sp>
        <p:nvSpPr>
          <p:cNvPr id="1073" name="Google Shape;1073;p133"/>
          <p:cNvSpPr txBox="1"/>
          <p:nvPr/>
        </p:nvSpPr>
        <p:spPr>
          <a:xfrm>
            <a:off x="-25" y="4749800"/>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Gill Sans"/>
                <a:ea typeface="Gill Sans"/>
                <a:cs typeface="Gill Sans"/>
                <a:sym typeface="Gill Sans"/>
              </a:rPr>
              <a:t>Read the Bankdata story at </a:t>
            </a:r>
            <a:r>
              <a:rPr lang="en-US" u="sng">
                <a:solidFill>
                  <a:schemeClr val="hlink"/>
                </a:solidFill>
                <a:latin typeface="Gill Sans"/>
                <a:ea typeface="Gill Sans"/>
                <a:cs typeface="Gill Sans"/>
                <a:sym typeface="Gill Sans"/>
                <a:hlinkClick r:id="rId8"/>
              </a:rPr>
              <a:t>https://www.openmainframeproject.org/blog/2022/12/16/open-mainframe-use-case-bankdata</a:t>
            </a:r>
            <a:r>
              <a:rPr lang="en-US">
                <a:latin typeface="Gill Sans"/>
                <a:ea typeface="Gill Sans"/>
                <a:cs typeface="Gill Sans"/>
                <a:sym typeface="Gill Sans"/>
              </a:rPr>
              <a:t> </a:t>
            </a:r>
            <a:endParaRPr>
              <a:latin typeface="Gill Sans"/>
              <a:ea typeface="Gill Sans"/>
              <a:cs typeface="Gill Sans"/>
              <a:sym typeface="Gill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pic>
        <p:nvPicPr>
          <p:cNvPr id="1079" name="Google Shape;1079;p134"/>
          <p:cNvPicPr preferRelativeResize="0"/>
          <p:nvPr/>
        </p:nvPicPr>
        <p:blipFill rotWithShape="1">
          <a:blip r:embed="rId3">
            <a:alphaModFix/>
          </a:blip>
          <a:srcRect b="14008" l="0" r="0" t="0"/>
          <a:stretch/>
        </p:blipFill>
        <p:spPr>
          <a:xfrm>
            <a:off x="0" y="0"/>
            <a:ext cx="9144002" cy="5143500"/>
          </a:xfrm>
          <a:prstGeom prst="rect">
            <a:avLst/>
          </a:prstGeom>
          <a:noFill/>
          <a:ln>
            <a:noFill/>
          </a:ln>
        </p:spPr>
      </p:pic>
      <p:sp>
        <p:nvSpPr>
          <p:cNvPr id="1080" name="Google Shape;1080;p134"/>
          <p:cNvSpPr txBox="1"/>
          <p:nvPr>
            <p:ph type="title"/>
          </p:nvPr>
        </p:nvSpPr>
        <p:spPr>
          <a:xfrm>
            <a:off x="625050" y="2043500"/>
            <a:ext cx="7893900" cy="1091400"/>
          </a:xfrm>
          <a:prstGeom prst="rect">
            <a:avLst/>
          </a:prstGeom>
          <a:solidFill>
            <a:srgbClr val="EFEFEF"/>
          </a:solidFill>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000000"/>
                </a:solidFill>
              </a:rPr>
              <a:t>Innovation E</a:t>
            </a:r>
            <a:r>
              <a:rPr lang="en-US">
                <a:solidFill>
                  <a:srgbClr val="000000"/>
                </a:solidFill>
              </a:rPr>
              <a:t>nablement</a:t>
            </a:r>
            <a:r>
              <a:rPr lang="en-US">
                <a:solidFill>
                  <a:srgbClr val="000000"/>
                </a:solidFill>
              </a:rPr>
              <a:t> is More than Code</a:t>
            </a:r>
            <a:endParaRPr>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35"/>
          <p:cNvSpPr txBox="1"/>
          <p:nvPr/>
        </p:nvSpPr>
        <p:spPr>
          <a:xfrm>
            <a:off x="59700" y="4673225"/>
            <a:ext cx="36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latin typeface="Gill Sans"/>
                <a:ea typeface="Gill Sans"/>
                <a:cs typeface="Gill Sans"/>
                <a:sym typeface="Gill Sans"/>
              </a:rPr>
              <a:t>Watch the “Making our Strong Community Stronger” series on </a:t>
            </a:r>
            <a:r>
              <a:rPr lang="en-US" sz="1000" u="sng">
                <a:solidFill>
                  <a:schemeClr val="hlink"/>
                </a:solidFill>
                <a:latin typeface="Gill Sans"/>
                <a:ea typeface="Gill Sans"/>
                <a:cs typeface="Gill Sans"/>
                <a:sym typeface="Gill Sans"/>
                <a:hlinkClick r:id="rId3"/>
              </a:rPr>
              <a:t>Open Mainframe Project’s Youtube Channel</a:t>
            </a:r>
            <a:endParaRPr sz="1000">
              <a:latin typeface="Gill Sans"/>
              <a:ea typeface="Gill Sans"/>
              <a:cs typeface="Gill Sans"/>
              <a:sym typeface="Gill Sans"/>
            </a:endParaRPr>
          </a:p>
        </p:txBody>
      </p:sp>
      <p:grpSp>
        <p:nvGrpSpPr>
          <p:cNvPr id="1087" name="Google Shape;1087;p135"/>
          <p:cNvGrpSpPr/>
          <p:nvPr/>
        </p:nvGrpSpPr>
        <p:grpSpPr>
          <a:xfrm>
            <a:off x="557875" y="796100"/>
            <a:ext cx="2678801" cy="3901775"/>
            <a:chOff x="1718400" y="1321825"/>
            <a:chExt cx="2678801" cy="3901775"/>
          </a:xfrm>
        </p:grpSpPr>
        <p:pic>
          <p:nvPicPr>
            <p:cNvPr id="1088" name="Google Shape;1088;p135"/>
            <p:cNvPicPr preferRelativeResize="0"/>
            <p:nvPr/>
          </p:nvPicPr>
          <p:blipFill>
            <a:blip r:embed="rId4">
              <a:alphaModFix/>
            </a:blip>
            <a:stretch>
              <a:fillRect/>
            </a:stretch>
          </p:blipFill>
          <p:spPr>
            <a:xfrm>
              <a:off x="1718401" y="1321825"/>
              <a:ext cx="2678800" cy="1395899"/>
            </a:xfrm>
            <a:prstGeom prst="rect">
              <a:avLst/>
            </a:prstGeom>
            <a:noFill/>
            <a:ln>
              <a:noFill/>
            </a:ln>
          </p:spPr>
        </p:pic>
        <p:pic>
          <p:nvPicPr>
            <p:cNvPr id="1089" name="Google Shape;1089;p135"/>
            <p:cNvPicPr preferRelativeResize="0"/>
            <p:nvPr/>
          </p:nvPicPr>
          <p:blipFill>
            <a:blip r:embed="rId5">
              <a:alphaModFix/>
            </a:blip>
            <a:stretch>
              <a:fillRect/>
            </a:stretch>
          </p:blipFill>
          <p:spPr>
            <a:xfrm>
              <a:off x="1718400" y="2605675"/>
              <a:ext cx="2678790" cy="1395899"/>
            </a:xfrm>
            <a:prstGeom prst="rect">
              <a:avLst/>
            </a:prstGeom>
            <a:noFill/>
            <a:ln>
              <a:noFill/>
            </a:ln>
          </p:spPr>
        </p:pic>
        <p:pic>
          <p:nvPicPr>
            <p:cNvPr id="1090" name="Google Shape;1090;p135"/>
            <p:cNvPicPr preferRelativeResize="0"/>
            <p:nvPr/>
          </p:nvPicPr>
          <p:blipFill rotWithShape="1">
            <a:blip r:embed="rId6">
              <a:alphaModFix/>
            </a:blip>
            <a:srcRect b="6222" l="0" r="0" t="6020"/>
            <a:stretch/>
          </p:blipFill>
          <p:spPr>
            <a:xfrm>
              <a:off x="1718400" y="3901251"/>
              <a:ext cx="2678798" cy="1322349"/>
            </a:xfrm>
            <a:prstGeom prst="rect">
              <a:avLst/>
            </a:prstGeom>
            <a:noFill/>
            <a:ln>
              <a:noFill/>
            </a:ln>
          </p:spPr>
        </p:pic>
      </p:grpSp>
      <p:sp>
        <p:nvSpPr>
          <p:cNvPr id="1091" name="Google Shape;1091;p135"/>
          <p:cNvSpPr txBox="1"/>
          <p:nvPr>
            <p:ph type="title"/>
          </p:nvPr>
        </p:nvSpPr>
        <p:spPr>
          <a:xfrm>
            <a:off x="333993"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Enabling Innovation Through</a:t>
            </a:r>
            <a:r>
              <a:rPr lang="en-US"/>
              <a:t> Diversity and Inclusion</a:t>
            </a:r>
            <a:endParaRPr/>
          </a:p>
        </p:txBody>
      </p:sp>
      <p:pic>
        <p:nvPicPr>
          <p:cNvPr id="1092" name="Google Shape;1092;p135"/>
          <p:cNvPicPr preferRelativeResize="0"/>
          <p:nvPr/>
        </p:nvPicPr>
        <p:blipFill>
          <a:blip r:embed="rId7">
            <a:alphaModFix/>
          </a:blip>
          <a:stretch>
            <a:fillRect/>
          </a:stretch>
        </p:blipFill>
        <p:spPr>
          <a:xfrm>
            <a:off x="5933524" y="1334675"/>
            <a:ext cx="1362225" cy="2241550"/>
          </a:xfrm>
          <a:prstGeom prst="rect">
            <a:avLst/>
          </a:prstGeom>
          <a:noFill/>
          <a:ln>
            <a:noFill/>
          </a:ln>
        </p:spPr>
      </p:pic>
      <p:pic>
        <p:nvPicPr>
          <p:cNvPr id="1093" name="Google Shape;1093;p135"/>
          <p:cNvPicPr preferRelativeResize="0"/>
          <p:nvPr/>
        </p:nvPicPr>
        <p:blipFill>
          <a:blip r:embed="rId8">
            <a:alphaModFix/>
          </a:blip>
          <a:stretch>
            <a:fillRect/>
          </a:stretch>
        </p:blipFill>
        <p:spPr>
          <a:xfrm>
            <a:off x="4280400" y="1334675"/>
            <a:ext cx="1576934" cy="2241550"/>
          </a:xfrm>
          <a:prstGeom prst="rect">
            <a:avLst/>
          </a:prstGeom>
          <a:noFill/>
          <a:ln>
            <a:noFill/>
          </a:ln>
        </p:spPr>
      </p:pic>
      <p:pic>
        <p:nvPicPr>
          <p:cNvPr id="1094" name="Google Shape;1094;p135"/>
          <p:cNvPicPr preferRelativeResize="0"/>
          <p:nvPr/>
        </p:nvPicPr>
        <p:blipFill>
          <a:blip r:embed="rId9">
            <a:alphaModFix/>
          </a:blip>
          <a:stretch>
            <a:fillRect/>
          </a:stretch>
        </p:blipFill>
        <p:spPr>
          <a:xfrm>
            <a:off x="7371950" y="1334675"/>
            <a:ext cx="1333900" cy="2208499"/>
          </a:xfrm>
          <a:prstGeom prst="rect">
            <a:avLst/>
          </a:prstGeom>
          <a:noFill/>
          <a:ln>
            <a:noFill/>
          </a:ln>
        </p:spPr>
      </p:pic>
      <p:sp>
        <p:nvSpPr>
          <p:cNvPr id="1095" name="Google Shape;1095;p135"/>
          <p:cNvSpPr txBox="1"/>
          <p:nvPr/>
        </p:nvSpPr>
        <p:spPr>
          <a:xfrm>
            <a:off x="4280400" y="3576225"/>
            <a:ext cx="4425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latin typeface="Gill Sans"/>
                <a:ea typeface="Gill Sans"/>
                <a:cs typeface="Gill Sans"/>
                <a:sym typeface="Gill Sans"/>
              </a:rPr>
              <a:t>Read about diversity in mainframe</a:t>
            </a:r>
            <a:r>
              <a:rPr lang="en-US" sz="1000">
                <a:latin typeface="Gill Sans"/>
                <a:ea typeface="Gill Sans"/>
                <a:cs typeface="Gill Sans"/>
                <a:sym typeface="Gill Sans"/>
              </a:rPr>
              <a:t> on </a:t>
            </a:r>
            <a:r>
              <a:rPr lang="en-US" sz="1000" u="sng">
                <a:solidFill>
                  <a:schemeClr val="hlink"/>
                </a:solidFill>
                <a:latin typeface="Gill Sans"/>
                <a:ea typeface="Gill Sans"/>
                <a:cs typeface="Gill Sans"/>
                <a:sym typeface="Gill Sans"/>
                <a:hlinkClick r:id="rId10"/>
              </a:rPr>
              <a:t>Open Mainframe Project’s Blog</a:t>
            </a:r>
            <a:endParaRPr sz="1000">
              <a:latin typeface="Gill Sans"/>
              <a:ea typeface="Gill Sans"/>
              <a:cs typeface="Gill Sans"/>
              <a:sym typeface="Gill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36"/>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Enabling Innovation through strong security and IP policies  </a:t>
            </a:r>
            <a:endParaRPr/>
          </a:p>
        </p:txBody>
      </p:sp>
      <p:sp>
        <p:nvSpPr>
          <p:cNvPr id="1102" name="Google Shape;1102;p136"/>
          <p:cNvSpPr txBox="1"/>
          <p:nvPr>
            <p:ph idx="1" type="body"/>
          </p:nvPr>
        </p:nvSpPr>
        <p:spPr>
          <a:xfrm>
            <a:off x="317500" y="943425"/>
            <a:ext cx="62892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700"/>
              <a:t>Good open source projects follow key best practices…</a:t>
            </a:r>
            <a:endParaRPr sz="1700"/>
          </a:p>
          <a:p>
            <a:pPr indent="-336550" lvl="0" marL="457200" rtl="0" algn="l">
              <a:spcBef>
                <a:spcPts val="400"/>
              </a:spcBef>
              <a:spcAft>
                <a:spcPts val="0"/>
              </a:spcAft>
              <a:buSzPts val="1700"/>
              <a:buChar char="-"/>
            </a:pPr>
            <a:r>
              <a:rPr lang="en-US" sz="1700"/>
              <a:t>Multiple, unaffiliated contributors</a:t>
            </a:r>
            <a:endParaRPr sz="1700"/>
          </a:p>
          <a:p>
            <a:pPr indent="-336550" lvl="0" marL="457200" rtl="0" algn="l">
              <a:spcBef>
                <a:spcPts val="0"/>
              </a:spcBef>
              <a:spcAft>
                <a:spcPts val="0"/>
              </a:spcAft>
              <a:buSzPts val="1700"/>
              <a:buChar char="-"/>
            </a:pPr>
            <a:r>
              <a:rPr lang="en-US" sz="1700"/>
              <a:t>Code review policies</a:t>
            </a:r>
            <a:endParaRPr sz="1700"/>
          </a:p>
          <a:p>
            <a:pPr indent="-336550" lvl="0" marL="457200" rtl="0" algn="l">
              <a:spcBef>
                <a:spcPts val="0"/>
              </a:spcBef>
              <a:spcAft>
                <a:spcPts val="0"/>
              </a:spcAft>
              <a:buSzPts val="1700"/>
              <a:buChar char="-"/>
            </a:pPr>
            <a:r>
              <a:rPr lang="en-US" sz="1700"/>
              <a:t>Secure and validated release process</a:t>
            </a:r>
            <a:endParaRPr sz="1700"/>
          </a:p>
          <a:p>
            <a:pPr indent="-336550" lvl="0" marL="457200" rtl="0" algn="l">
              <a:spcBef>
                <a:spcPts val="0"/>
              </a:spcBef>
              <a:spcAft>
                <a:spcPts val="0"/>
              </a:spcAft>
              <a:buSzPts val="1700"/>
              <a:buChar char="-"/>
            </a:pPr>
            <a:r>
              <a:rPr lang="en-US" sz="1700"/>
              <a:t>Security minded development</a:t>
            </a:r>
            <a:endParaRPr sz="1700"/>
          </a:p>
          <a:p>
            <a:pPr indent="0" lvl="0" marL="0" rtl="0" algn="l">
              <a:spcBef>
                <a:spcPts val="400"/>
              </a:spcBef>
              <a:spcAft>
                <a:spcPts val="0"/>
              </a:spcAft>
              <a:buNone/>
            </a:pPr>
            <a:r>
              <a:rPr lang="en-US" sz="1700"/>
              <a:t>Open Mainframe Project, as well as larger Linux Foundation projects are well tested, have continuous security analysis, and operate in the best practices of open source projects.</a:t>
            </a:r>
            <a:endParaRPr sz="1700"/>
          </a:p>
          <a:p>
            <a:pPr indent="-336550" lvl="0" marL="457200" rtl="0" algn="l">
              <a:spcBef>
                <a:spcPts val="400"/>
              </a:spcBef>
              <a:spcAft>
                <a:spcPts val="0"/>
              </a:spcAft>
              <a:buSzPts val="1700"/>
              <a:buChar char="-"/>
            </a:pPr>
            <a:r>
              <a:rPr lang="en-US" sz="1700"/>
              <a:t>OpenSSF Best Practices badges</a:t>
            </a:r>
            <a:endParaRPr sz="1700"/>
          </a:p>
          <a:p>
            <a:pPr indent="-336550" lvl="0" marL="457200" rtl="0" algn="l">
              <a:spcBef>
                <a:spcPts val="0"/>
              </a:spcBef>
              <a:spcAft>
                <a:spcPts val="0"/>
              </a:spcAft>
              <a:buSzPts val="1700"/>
              <a:buChar char="-"/>
            </a:pPr>
            <a:r>
              <a:rPr lang="en-US" sz="1700"/>
              <a:t>Routine license scans, including dependency and software </a:t>
            </a:r>
            <a:r>
              <a:rPr lang="en-US" sz="1700"/>
              <a:t>supply</a:t>
            </a:r>
            <a:r>
              <a:rPr lang="en-US" sz="1700"/>
              <a:t> chain </a:t>
            </a:r>
            <a:r>
              <a:rPr lang="en-US" sz="1700"/>
              <a:t>analysis</a:t>
            </a:r>
            <a:endParaRPr sz="1700"/>
          </a:p>
          <a:p>
            <a:pPr indent="-336550" lvl="0" marL="457200" rtl="0" algn="l">
              <a:spcBef>
                <a:spcPts val="0"/>
              </a:spcBef>
              <a:spcAft>
                <a:spcPts val="0"/>
              </a:spcAft>
              <a:buSzPts val="1700"/>
              <a:buChar char="-"/>
            </a:pPr>
            <a:r>
              <a:rPr lang="en-US" sz="1700"/>
              <a:t>Security standards and tooling from OpenSSF leveraged</a:t>
            </a:r>
            <a:endParaRPr sz="1700"/>
          </a:p>
        </p:txBody>
      </p:sp>
      <p:pic>
        <p:nvPicPr>
          <p:cNvPr id="1103" name="Google Shape;1103;p136"/>
          <p:cNvPicPr preferRelativeResize="0"/>
          <p:nvPr/>
        </p:nvPicPr>
        <p:blipFill>
          <a:blip r:embed="rId3">
            <a:alphaModFix/>
          </a:blip>
          <a:stretch>
            <a:fillRect/>
          </a:stretch>
        </p:blipFill>
        <p:spPr>
          <a:xfrm>
            <a:off x="7403200" y="979622"/>
            <a:ext cx="956750" cy="956750"/>
          </a:xfrm>
          <a:prstGeom prst="rect">
            <a:avLst/>
          </a:prstGeom>
          <a:noFill/>
          <a:ln>
            <a:noFill/>
          </a:ln>
        </p:spPr>
      </p:pic>
      <p:pic>
        <p:nvPicPr>
          <p:cNvPr id="1104" name="Google Shape;1104;p136"/>
          <p:cNvPicPr preferRelativeResize="0"/>
          <p:nvPr/>
        </p:nvPicPr>
        <p:blipFill>
          <a:blip r:embed="rId4">
            <a:alphaModFix/>
          </a:blip>
          <a:stretch>
            <a:fillRect/>
          </a:stretch>
        </p:blipFill>
        <p:spPr>
          <a:xfrm>
            <a:off x="7127697" y="2168670"/>
            <a:ext cx="1507753" cy="447300"/>
          </a:xfrm>
          <a:prstGeom prst="rect">
            <a:avLst/>
          </a:prstGeom>
          <a:noFill/>
          <a:ln>
            <a:noFill/>
          </a:ln>
        </p:spPr>
      </p:pic>
      <p:pic>
        <p:nvPicPr>
          <p:cNvPr id="1105" name="Google Shape;1105;p136"/>
          <p:cNvPicPr preferRelativeResize="0"/>
          <p:nvPr/>
        </p:nvPicPr>
        <p:blipFill>
          <a:blip r:embed="rId5">
            <a:alphaModFix/>
          </a:blip>
          <a:stretch>
            <a:fillRect/>
          </a:stretch>
        </p:blipFill>
        <p:spPr>
          <a:xfrm>
            <a:off x="7101188" y="3673684"/>
            <a:ext cx="1560775" cy="673975"/>
          </a:xfrm>
          <a:prstGeom prst="rect">
            <a:avLst/>
          </a:prstGeom>
          <a:noFill/>
          <a:ln>
            <a:noFill/>
          </a:ln>
        </p:spPr>
      </p:pic>
      <p:pic>
        <p:nvPicPr>
          <p:cNvPr id="1106" name="Google Shape;1106;p136"/>
          <p:cNvPicPr preferRelativeResize="0"/>
          <p:nvPr/>
        </p:nvPicPr>
        <p:blipFill>
          <a:blip r:embed="rId6">
            <a:alphaModFix/>
          </a:blip>
          <a:stretch>
            <a:fillRect/>
          </a:stretch>
        </p:blipFill>
        <p:spPr>
          <a:xfrm>
            <a:off x="7127700" y="2910907"/>
            <a:ext cx="1507750" cy="4020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37"/>
          <p:cNvSpPr txBox="1"/>
          <p:nvPr>
            <p:ph type="title"/>
          </p:nvPr>
        </p:nvSpPr>
        <p:spPr>
          <a:xfrm>
            <a:off x="333992" y="159442"/>
            <a:ext cx="7893793" cy="44716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62626"/>
              </a:buClr>
              <a:buSzPts val="2700"/>
              <a:buFont typeface="Gill Sans"/>
              <a:buNone/>
            </a:pPr>
            <a:r>
              <a:rPr lang="en-US" sz="2500"/>
              <a:t>Y</a:t>
            </a:r>
            <a:r>
              <a:rPr lang="en-US" sz="2500"/>
              <a:t>our home for community, conversations and collaboration</a:t>
            </a:r>
            <a:endParaRPr sz="2500"/>
          </a:p>
        </p:txBody>
      </p:sp>
      <p:sp>
        <p:nvSpPr>
          <p:cNvPr id="1112" name="Google Shape;1112;p137"/>
          <p:cNvSpPr txBox="1"/>
          <p:nvPr>
            <p:ph idx="1" type="body"/>
          </p:nvPr>
        </p:nvSpPr>
        <p:spPr>
          <a:xfrm>
            <a:off x="317500" y="943425"/>
            <a:ext cx="4206900" cy="3554700"/>
          </a:xfrm>
          <a:prstGeom prst="rect">
            <a:avLst/>
          </a:prstGeom>
          <a:noFill/>
          <a:ln>
            <a:noFill/>
          </a:ln>
        </p:spPr>
        <p:txBody>
          <a:bodyPr anchorCtr="0" anchor="t" bIns="91425" lIns="91425" spcFirstLastPara="1" rIns="91425" wrap="square" tIns="91425">
            <a:noAutofit/>
          </a:bodyPr>
          <a:lstStyle/>
          <a:p>
            <a:pPr indent="-215900" lvl="0" marL="342900" marR="0" rtl="0" algn="l">
              <a:lnSpc>
                <a:spcPct val="100000"/>
              </a:lnSpc>
              <a:spcBef>
                <a:spcPts val="400"/>
              </a:spcBef>
              <a:spcAft>
                <a:spcPts val="0"/>
              </a:spcAft>
              <a:buClr>
                <a:schemeClr val="dk1"/>
              </a:buClr>
              <a:buSzPts val="2000"/>
              <a:buFont typeface="Arial"/>
              <a:buChar char="•"/>
            </a:pPr>
            <a:r>
              <a:rPr lang="en-US"/>
              <a:t>Mainframe Connect highlights the mainframe ecosystem and its related technologies and provides insight into the industry, and advice for those looking to learn more about the technology.</a:t>
            </a:r>
            <a:endParaRPr/>
          </a:p>
          <a:p>
            <a:pPr indent="-215900" lvl="0" marL="342900" marR="0" rtl="0" algn="l">
              <a:lnSpc>
                <a:spcPct val="100000"/>
              </a:lnSpc>
              <a:spcBef>
                <a:spcPts val="400"/>
              </a:spcBef>
              <a:spcAft>
                <a:spcPts val="0"/>
              </a:spcAft>
              <a:buClr>
                <a:schemeClr val="dk1"/>
              </a:buClr>
              <a:buSzPts val="2000"/>
              <a:buFont typeface="Arial"/>
              <a:buChar char="•"/>
            </a:pPr>
            <a:r>
              <a:rPr lang="en-US"/>
              <a:t>Read and listen at </a:t>
            </a:r>
            <a:r>
              <a:rPr lang="en-US" u="sng">
                <a:solidFill>
                  <a:schemeClr val="hlink"/>
                </a:solidFill>
                <a:hlinkClick r:id="rId3"/>
              </a:rPr>
              <a:t>openmainframeproject.org/podcast</a:t>
            </a:r>
            <a:r>
              <a:rPr lang="en-US"/>
              <a:t> </a:t>
            </a:r>
            <a:endParaRPr/>
          </a:p>
        </p:txBody>
      </p:sp>
      <p:pic>
        <p:nvPicPr>
          <p:cNvPr id="1113" name="Google Shape;1113;p137"/>
          <p:cNvPicPr preferRelativeResize="0"/>
          <p:nvPr/>
        </p:nvPicPr>
        <p:blipFill>
          <a:blip r:embed="rId4">
            <a:alphaModFix/>
          </a:blip>
          <a:stretch>
            <a:fillRect/>
          </a:stretch>
        </p:blipFill>
        <p:spPr>
          <a:xfrm>
            <a:off x="1549617" y="4109325"/>
            <a:ext cx="1571625" cy="381000"/>
          </a:xfrm>
          <a:prstGeom prst="rect">
            <a:avLst/>
          </a:prstGeom>
          <a:noFill/>
          <a:ln>
            <a:noFill/>
          </a:ln>
        </p:spPr>
      </p:pic>
      <p:grpSp>
        <p:nvGrpSpPr>
          <p:cNvPr id="1114" name="Google Shape;1114;p137"/>
          <p:cNvGrpSpPr/>
          <p:nvPr/>
        </p:nvGrpSpPr>
        <p:grpSpPr>
          <a:xfrm>
            <a:off x="879958" y="4525041"/>
            <a:ext cx="2910942" cy="381009"/>
            <a:chOff x="879958" y="4525041"/>
            <a:chExt cx="2910942" cy="381009"/>
          </a:xfrm>
        </p:grpSpPr>
        <p:pic>
          <p:nvPicPr>
            <p:cNvPr id="1115" name="Google Shape;1115;p137"/>
            <p:cNvPicPr preferRelativeResize="0"/>
            <p:nvPr/>
          </p:nvPicPr>
          <p:blipFill>
            <a:blip r:embed="rId5">
              <a:alphaModFix/>
            </a:blip>
            <a:stretch>
              <a:fillRect/>
            </a:stretch>
          </p:blipFill>
          <p:spPr>
            <a:xfrm>
              <a:off x="879958" y="4525041"/>
              <a:ext cx="1273042" cy="381000"/>
            </a:xfrm>
            <a:prstGeom prst="rect">
              <a:avLst/>
            </a:prstGeom>
            <a:noFill/>
            <a:ln>
              <a:noFill/>
            </a:ln>
          </p:spPr>
        </p:pic>
        <p:pic>
          <p:nvPicPr>
            <p:cNvPr id="1116" name="Google Shape;1116;p137"/>
            <p:cNvPicPr preferRelativeResize="0"/>
            <p:nvPr/>
          </p:nvPicPr>
          <p:blipFill>
            <a:blip r:embed="rId6">
              <a:alphaModFix/>
            </a:blip>
            <a:stretch>
              <a:fillRect/>
            </a:stretch>
          </p:blipFill>
          <p:spPr>
            <a:xfrm>
              <a:off x="2219275" y="4525050"/>
              <a:ext cx="1571625" cy="381000"/>
            </a:xfrm>
            <a:prstGeom prst="rect">
              <a:avLst/>
            </a:prstGeom>
            <a:noFill/>
            <a:ln>
              <a:noFill/>
            </a:ln>
          </p:spPr>
        </p:pic>
      </p:grpSp>
      <p:pic>
        <p:nvPicPr>
          <p:cNvPr id="1117" name="Google Shape;1117;p137"/>
          <p:cNvPicPr preferRelativeResize="0"/>
          <p:nvPr/>
        </p:nvPicPr>
        <p:blipFill>
          <a:blip r:embed="rId7">
            <a:alphaModFix/>
          </a:blip>
          <a:stretch>
            <a:fillRect/>
          </a:stretch>
        </p:blipFill>
        <p:spPr>
          <a:xfrm>
            <a:off x="4791475" y="2129863"/>
            <a:ext cx="4014375" cy="8837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38"/>
          <p:cNvSpPr txBox="1"/>
          <p:nvPr>
            <p:ph type="title"/>
          </p:nvPr>
        </p:nvSpPr>
        <p:spPr>
          <a:xfrm>
            <a:off x="317498" y="188400"/>
            <a:ext cx="58938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US" sz="2500"/>
              <a:t>Enabling</a:t>
            </a:r>
            <a:r>
              <a:rPr lang="en-US" sz="2500"/>
              <a:t> Innovation by Providing an “Open” Mainframe</a:t>
            </a:r>
            <a:endParaRPr sz="2500"/>
          </a:p>
        </p:txBody>
      </p:sp>
      <p:sp>
        <p:nvSpPr>
          <p:cNvPr id="1124" name="Google Shape;1124;p138"/>
          <p:cNvSpPr txBox="1"/>
          <p:nvPr>
            <p:ph idx="1" type="body"/>
          </p:nvPr>
        </p:nvSpPr>
        <p:spPr>
          <a:xfrm>
            <a:off x="317500" y="943425"/>
            <a:ext cx="57621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a:t>Hosted by Marist College, and through the donation of hardware by Broadcom Mainframe Software, the Open Mainframe Project has a mainframe resource </a:t>
            </a:r>
            <a:r>
              <a:rPr lang="en-US"/>
              <a:t>available</a:t>
            </a:r>
            <a:r>
              <a:rPr lang="en-US"/>
              <a:t> to </a:t>
            </a:r>
            <a:r>
              <a:rPr b="1" lang="en-US"/>
              <a:t>any</a:t>
            </a:r>
            <a:r>
              <a:rPr lang="en-US"/>
              <a:t> open source project looking to support Linux on s390x, z/OS, or z/VM.</a:t>
            </a:r>
            <a:endParaRPr/>
          </a:p>
          <a:p>
            <a:pPr indent="0" lvl="0" marL="0" rtl="0" algn="l">
              <a:spcBef>
                <a:spcPts val="400"/>
              </a:spcBef>
              <a:spcAft>
                <a:spcPts val="0"/>
              </a:spcAft>
              <a:buClr>
                <a:schemeClr val="dk1"/>
              </a:buClr>
              <a:buSzPts val="1100"/>
              <a:buFont typeface="Arial"/>
              <a:buNone/>
            </a:pPr>
            <a:r>
              <a:rPr lang="en-US"/>
              <a:t>Available in Summer 2024. Thanks to these vendors for donations and support.</a:t>
            </a:r>
            <a:endParaRPr/>
          </a:p>
        </p:txBody>
      </p:sp>
      <p:pic>
        <p:nvPicPr>
          <p:cNvPr id="1125" name="Google Shape;1125;p138"/>
          <p:cNvPicPr preferRelativeResize="0"/>
          <p:nvPr/>
        </p:nvPicPr>
        <p:blipFill rotWithShape="1">
          <a:blip r:embed="rId3">
            <a:alphaModFix/>
          </a:blip>
          <a:srcRect b="24948" l="16839" r="35754" t="10668"/>
          <a:stretch/>
        </p:blipFill>
        <p:spPr>
          <a:xfrm>
            <a:off x="6361893" y="0"/>
            <a:ext cx="2840458" cy="5143501"/>
          </a:xfrm>
          <a:prstGeom prst="rect">
            <a:avLst/>
          </a:prstGeom>
          <a:noFill/>
          <a:ln>
            <a:noFill/>
          </a:ln>
        </p:spPr>
      </p:pic>
      <p:pic>
        <p:nvPicPr>
          <p:cNvPr id="1126" name="Google Shape;1126;p138"/>
          <p:cNvPicPr preferRelativeResize="0"/>
          <p:nvPr/>
        </p:nvPicPr>
        <p:blipFill>
          <a:blip r:embed="rId4">
            <a:alphaModFix/>
          </a:blip>
          <a:stretch>
            <a:fillRect/>
          </a:stretch>
        </p:blipFill>
        <p:spPr>
          <a:xfrm>
            <a:off x="698500" y="3608950"/>
            <a:ext cx="2043450" cy="340575"/>
          </a:xfrm>
          <a:prstGeom prst="rect">
            <a:avLst/>
          </a:prstGeom>
          <a:noFill/>
          <a:ln>
            <a:noFill/>
          </a:ln>
        </p:spPr>
      </p:pic>
      <p:pic>
        <p:nvPicPr>
          <p:cNvPr id="1127" name="Google Shape;1127;p138"/>
          <p:cNvPicPr preferRelativeResize="0"/>
          <p:nvPr/>
        </p:nvPicPr>
        <p:blipFill>
          <a:blip r:embed="rId5">
            <a:alphaModFix/>
          </a:blip>
          <a:stretch>
            <a:fillRect/>
          </a:stretch>
        </p:blipFill>
        <p:spPr>
          <a:xfrm>
            <a:off x="989300" y="4194100"/>
            <a:ext cx="1461850" cy="623725"/>
          </a:xfrm>
          <a:prstGeom prst="rect">
            <a:avLst/>
          </a:prstGeom>
          <a:noFill/>
          <a:ln>
            <a:noFill/>
          </a:ln>
        </p:spPr>
      </p:pic>
      <p:pic>
        <p:nvPicPr>
          <p:cNvPr id="1128" name="Google Shape;1128;p138"/>
          <p:cNvPicPr preferRelativeResize="0"/>
          <p:nvPr/>
        </p:nvPicPr>
        <p:blipFill>
          <a:blip r:embed="rId6">
            <a:alphaModFix/>
          </a:blip>
          <a:stretch>
            <a:fillRect/>
          </a:stretch>
        </p:blipFill>
        <p:spPr>
          <a:xfrm>
            <a:off x="3459297" y="3560863"/>
            <a:ext cx="1949778" cy="436750"/>
          </a:xfrm>
          <a:prstGeom prst="rect">
            <a:avLst/>
          </a:prstGeom>
          <a:noFill/>
          <a:ln>
            <a:noFill/>
          </a:ln>
        </p:spPr>
      </p:pic>
      <p:pic>
        <p:nvPicPr>
          <p:cNvPr id="1129" name="Google Shape;1129;p138"/>
          <p:cNvPicPr preferRelativeResize="0"/>
          <p:nvPr/>
        </p:nvPicPr>
        <p:blipFill>
          <a:blip r:embed="rId7">
            <a:alphaModFix/>
          </a:blip>
          <a:stretch>
            <a:fillRect/>
          </a:stretch>
        </p:blipFill>
        <p:spPr>
          <a:xfrm>
            <a:off x="3459300" y="4409400"/>
            <a:ext cx="1640138" cy="3405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39"/>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Enabling</a:t>
            </a:r>
            <a:r>
              <a:rPr lang="en-US"/>
              <a:t> Community by Creating New Ecosystems</a:t>
            </a:r>
            <a:endParaRPr/>
          </a:p>
        </p:txBody>
      </p:sp>
      <p:sp>
        <p:nvSpPr>
          <p:cNvPr id="1136" name="Google Shape;1136;p139"/>
          <p:cNvSpPr txBox="1"/>
          <p:nvPr>
            <p:ph idx="1" type="body"/>
          </p:nvPr>
        </p:nvSpPr>
        <p:spPr>
          <a:xfrm>
            <a:off x="317500" y="943425"/>
            <a:ext cx="58617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400"/>
              <a:t>Zowe Conformance Program enables vendors to showcase their offerings based on Zowe, as well as their capabilities in supporting Zowe end-users.</a:t>
            </a:r>
            <a:endParaRPr sz="1400"/>
          </a:p>
          <a:p>
            <a:pPr indent="0" lvl="0" marL="0" rtl="0" algn="l">
              <a:spcBef>
                <a:spcPts val="400"/>
              </a:spcBef>
              <a:spcAft>
                <a:spcPts val="0"/>
              </a:spcAft>
              <a:buNone/>
            </a:pPr>
            <a:r>
              <a:rPr lang="en-US" sz="1400"/>
              <a:t>Zowe Support Provider Conformance Program gives vendors the ability to showcase their Zowe support competencies.</a:t>
            </a:r>
            <a:endParaRPr sz="1400"/>
          </a:p>
          <a:p>
            <a:pPr indent="0" lvl="0" marL="0" rtl="0" algn="l">
              <a:spcBef>
                <a:spcPts val="400"/>
              </a:spcBef>
              <a:spcAft>
                <a:spcPts val="0"/>
              </a:spcAft>
              <a:buNone/>
            </a:pPr>
            <a:r>
              <a:rPr b="1" lang="en-US" sz="1400"/>
              <a:t>Benefits</a:t>
            </a:r>
            <a:endParaRPr b="1" sz="1400"/>
          </a:p>
          <a:p>
            <a:pPr indent="-317500" lvl="0" marL="457200" rtl="0" algn="l">
              <a:spcBef>
                <a:spcPts val="400"/>
              </a:spcBef>
              <a:spcAft>
                <a:spcPts val="0"/>
              </a:spcAft>
              <a:buSzPts val="1400"/>
              <a:buChar char="-"/>
            </a:pPr>
            <a:r>
              <a:rPr lang="en-US" sz="1400"/>
              <a:t>Your offering and logo listed in the </a:t>
            </a:r>
            <a:r>
              <a:rPr lang="en-US" sz="1400" u="sng">
                <a:solidFill>
                  <a:schemeClr val="hlink"/>
                </a:solidFill>
                <a:hlinkClick r:id="rId3"/>
              </a:rPr>
              <a:t>Zowe Conformant offering directory</a:t>
            </a:r>
            <a:r>
              <a:rPr lang="en-US" sz="1400"/>
              <a:t> or </a:t>
            </a:r>
            <a:r>
              <a:rPr lang="en-US" sz="1400" u="sng">
                <a:solidFill>
                  <a:schemeClr val="hlink"/>
                </a:solidFill>
                <a:hlinkClick r:id="rId4"/>
              </a:rPr>
              <a:t>Zowe Conformant Support Provider directory</a:t>
            </a:r>
            <a:r>
              <a:rPr lang="en-US" sz="1400"/>
              <a:t> and showcased in Zowe outreach materials</a:t>
            </a:r>
            <a:endParaRPr sz="1400"/>
          </a:p>
          <a:p>
            <a:pPr indent="-317500" lvl="0" marL="457200" rtl="0" algn="l">
              <a:spcBef>
                <a:spcPts val="0"/>
              </a:spcBef>
              <a:spcAft>
                <a:spcPts val="0"/>
              </a:spcAft>
              <a:buSzPts val="1400"/>
              <a:buChar char="-"/>
            </a:pPr>
            <a:r>
              <a:rPr lang="en-US" sz="1400"/>
              <a:t>Exclusive branding marks to use in your product materials</a:t>
            </a:r>
            <a:endParaRPr sz="1400"/>
          </a:p>
          <a:p>
            <a:pPr indent="-317500" lvl="0" marL="457200" rtl="0" algn="l">
              <a:spcBef>
                <a:spcPts val="0"/>
              </a:spcBef>
              <a:spcAft>
                <a:spcPts val="0"/>
              </a:spcAft>
              <a:buSzPts val="1400"/>
              <a:buChar char="-"/>
            </a:pPr>
            <a:r>
              <a:rPr lang="en-US" sz="1400"/>
              <a:t>Participation in the Zowe Advisory Council (ZAC)</a:t>
            </a:r>
            <a:endParaRPr sz="1400"/>
          </a:p>
          <a:p>
            <a:pPr indent="-317500" lvl="0" marL="457200" rtl="0" algn="l">
              <a:spcBef>
                <a:spcPts val="0"/>
              </a:spcBef>
              <a:spcAft>
                <a:spcPts val="0"/>
              </a:spcAft>
              <a:buSzPts val="1400"/>
              <a:buChar char="-"/>
            </a:pPr>
            <a:r>
              <a:rPr lang="en-US" sz="1400"/>
              <a:t>PR announcement for new organizations providing offerings</a:t>
            </a:r>
            <a:endParaRPr sz="1400"/>
          </a:p>
          <a:p>
            <a:pPr indent="-317500" lvl="0" marL="457200" rtl="0" algn="l">
              <a:spcBef>
                <a:spcPts val="0"/>
              </a:spcBef>
              <a:spcAft>
                <a:spcPts val="0"/>
              </a:spcAft>
              <a:buSzPts val="1400"/>
              <a:buChar char="-"/>
            </a:pPr>
            <a:r>
              <a:rPr lang="en-US" sz="1400"/>
              <a:t>Post a guest blog post on your offering on the Open Mainframe Project and Zowe blog</a:t>
            </a:r>
            <a:endParaRPr sz="1400"/>
          </a:p>
          <a:p>
            <a:pPr indent="0" lvl="0" marL="0" rtl="0" algn="l">
              <a:spcBef>
                <a:spcPts val="400"/>
              </a:spcBef>
              <a:spcAft>
                <a:spcPts val="0"/>
              </a:spcAft>
              <a:buNone/>
            </a:pPr>
            <a:r>
              <a:t/>
            </a:r>
            <a:endParaRPr sz="800"/>
          </a:p>
          <a:p>
            <a:pPr indent="0" lvl="0" marL="0" rtl="0" algn="l">
              <a:spcBef>
                <a:spcPts val="400"/>
              </a:spcBef>
              <a:spcAft>
                <a:spcPts val="0"/>
              </a:spcAft>
              <a:buNone/>
            </a:pPr>
            <a:r>
              <a:rPr b="1" lang="en-US" sz="1500"/>
              <a:t>Fees are waived for Open Mainframe Project members </a:t>
            </a:r>
            <a:endParaRPr b="1" sz="1500"/>
          </a:p>
          <a:p>
            <a:pPr indent="0" lvl="0" marL="0" rtl="0" algn="l">
              <a:spcBef>
                <a:spcPts val="400"/>
              </a:spcBef>
              <a:spcAft>
                <a:spcPts val="0"/>
              </a:spcAft>
              <a:buNone/>
            </a:pPr>
            <a:r>
              <a:rPr lang="en-US" sz="1400"/>
              <a:t>More details at </a:t>
            </a:r>
            <a:r>
              <a:rPr lang="en-US" sz="1400" u="sng">
                <a:solidFill>
                  <a:schemeClr val="hlink"/>
                </a:solidFill>
                <a:hlinkClick r:id="rId5"/>
              </a:rPr>
              <a:t>https://www.openmainframeproject.org/projects/zowe/conformance</a:t>
            </a:r>
            <a:endParaRPr sz="1400"/>
          </a:p>
        </p:txBody>
      </p:sp>
      <p:pic>
        <p:nvPicPr>
          <p:cNvPr id="1137" name="Google Shape;1137;p139"/>
          <p:cNvPicPr preferRelativeResize="0"/>
          <p:nvPr/>
        </p:nvPicPr>
        <p:blipFill>
          <a:blip r:embed="rId6">
            <a:alphaModFix/>
          </a:blip>
          <a:stretch>
            <a:fillRect/>
          </a:stretch>
        </p:blipFill>
        <p:spPr>
          <a:xfrm>
            <a:off x="6385897" y="1198199"/>
            <a:ext cx="2258353" cy="1182014"/>
          </a:xfrm>
          <a:prstGeom prst="rect">
            <a:avLst/>
          </a:prstGeom>
          <a:noFill/>
          <a:ln>
            <a:noFill/>
          </a:ln>
        </p:spPr>
      </p:pic>
      <p:pic>
        <p:nvPicPr>
          <p:cNvPr id="1138" name="Google Shape;1138;p139"/>
          <p:cNvPicPr preferRelativeResize="0"/>
          <p:nvPr/>
        </p:nvPicPr>
        <p:blipFill>
          <a:blip r:embed="rId7">
            <a:alphaModFix/>
          </a:blip>
          <a:stretch>
            <a:fillRect/>
          </a:stretch>
        </p:blipFill>
        <p:spPr>
          <a:xfrm>
            <a:off x="6385900" y="2770250"/>
            <a:ext cx="2258350" cy="130011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40"/>
          <p:cNvSpPr txBox="1"/>
          <p:nvPr>
            <p:ph type="title"/>
          </p:nvPr>
        </p:nvSpPr>
        <p:spPr>
          <a:xfrm>
            <a:off x="509425" y="1429800"/>
            <a:ext cx="5365800" cy="228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Getting Involved in Open Mainframe Project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14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C</a:t>
            </a:r>
            <a:r>
              <a:rPr lang="en-US"/>
              <a:t>ontribute to Our Projects - anyone can!</a:t>
            </a:r>
            <a:endParaRPr/>
          </a:p>
        </p:txBody>
      </p:sp>
      <p:sp>
        <p:nvSpPr>
          <p:cNvPr id="1150" name="Google Shape;1150;p141"/>
          <p:cNvSpPr txBox="1"/>
          <p:nvPr>
            <p:ph idx="1" type="body"/>
          </p:nvPr>
        </p:nvSpPr>
        <p:spPr>
          <a:xfrm>
            <a:off x="334000" y="852975"/>
            <a:ext cx="5466600" cy="36024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rgbClr val="7F7F7F"/>
              </a:buClr>
              <a:buSzPts val="1800"/>
              <a:buFont typeface="Arial"/>
              <a:buNone/>
            </a:pPr>
            <a:r>
              <a:rPr b="1" lang="en-US" sz="1500"/>
              <a:t>Contribute to an existing project:</a:t>
            </a:r>
            <a:endParaRPr b="1" sz="1500"/>
          </a:p>
          <a:p>
            <a:pPr indent="-260350" lvl="0" marL="342900" rtl="0" algn="l">
              <a:spcBef>
                <a:spcPts val="400"/>
              </a:spcBef>
              <a:spcAft>
                <a:spcPts val="0"/>
              </a:spcAft>
              <a:buSzPts val="1500"/>
              <a:buChar char="●"/>
            </a:pPr>
            <a:r>
              <a:rPr lang="en-US" sz="1500"/>
              <a:t>Submit a PR with a bugfix or new feature</a:t>
            </a:r>
            <a:endParaRPr sz="1500"/>
          </a:p>
          <a:p>
            <a:pPr indent="-260350" lvl="0" marL="342900" rtl="0" algn="l">
              <a:spcBef>
                <a:spcPts val="400"/>
              </a:spcBef>
              <a:spcAft>
                <a:spcPts val="0"/>
              </a:spcAft>
              <a:buSzPts val="1500"/>
              <a:buChar char="●"/>
            </a:pPr>
            <a:r>
              <a:rPr lang="en-US" sz="1500"/>
              <a:t>Pick existing GitHub issue as a sample project</a:t>
            </a:r>
            <a:endParaRPr sz="1500"/>
          </a:p>
          <a:p>
            <a:pPr indent="-260350" lvl="0" marL="342900" rtl="0" algn="l">
              <a:spcBef>
                <a:spcPts val="400"/>
              </a:spcBef>
              <a:spcAft>
                <a:spcPts val="0"/>
              </a:spcAft>
              <a:buSzPts val="1500"/>
              <a:buChar char="●"/>
            </a:pPr>
            <a:r>
              <a:rPr lang="en-US" sz="1500"/>
              <a:t>Integrate with a new app / contribute plugin</a:t>
            </a:r>
            <a:endParaRPr sz="1500"/>
          </a:p>
          <a:p>
            <a:pPr indent="-260350" lvl="0" marL="342900" rtl="0" algn="l">
              <a:spcBef>
                <a:spcPts val="400"/>
              </a:spcBef>
              <a:spcAft>
                <a:spcPts val="0"/>
              </a:spcAft>
              <a:buSzPts val="1500"/>
              <a:buChar char="●"/>
            </a:pPr>
            <a:r>
              <a:rPr lang="en-US" sz="1500"/>
              <a:t>Help improve project documentation</a:t>
            </a:r>
            <a:endParaRPr sz="1500"/>
          </a:p>
          <a:p>
            <a:pPr indent="-260350" lvl="0" marL="342900" rtl="0" algn="l">
              <a:spcBef>
                <a:spcPts val="400"/>
              </a:spcBef>
              <a:spcAft>
                <a:spcPts val="0"/>
              </a:spcAft>
              <a:buSzPts val="1500"/>
              <a:buChar char="●"/>
            </a:pPr>
            <a:r>
              <a:rPr lang="en-US" sz="1500"/>
              <a:t>Submit additional test cases</a:t>
            </a:r>
            <a:endParaRPr sz="1500"/>
          </a:p>
          <a:p>
            <a:pPr indent="-260350" lvl="0" marL="342900" rtl="0" algn="l">
              <a:spcBef>
                <a:spcPts val="400"/>
              </a:spcBef>
              <a:spcAft>
                <a:spcPts val="0"/>
              </a:spcAft>
              <a:buSzPts val="1500"/>
              <a:buChar char="●"/>
            </a:pPr>
            <a:r>
              <a:rPr lang="en-US" sz="1500"/>
              <a:t>Join the TSC discussion: dev mailing list, conf calls</a:t>
            </a:r>
            <a:endParaRPr sz="1500"/>
          </a:p>
          <a:p>
            <a:pPr indent="0" lvl="0" marL="342900" rtl="0" algn="l">
              <a:spcBef>
                <a:spcPts val="400"/>
              </a:spcBef>
              <a:spcAft>
                <a:spcPts val="0"/>
              </a:spcAft>
              <a:buNone/>
            </a:pPr>
            <a:r>
              <a:t/>
            </a:r>
            <a:endParaRPr sz="1500"/>
          </a:p>
          <a:p>
            <a:pPr indent="0" lvl="0" marL="0" rtl="0" algn="l">
              <a:spcBef>
                <a:spcPts val="400"/>
              </a:spcBef>
              <a:spcAft>
                <a:spcPts val="0"/>
              </a:spcAft>
              <a:buClr>
                <a:srgbClr val="7F7F7F"/>
              </a:buClr>
              <a:buSzPts val="1800"/>
              <a:buFont typeface="Arial"/>
              <a:buNone/>
            </a:pPr>
            <a:r>
              <a:rPr b="1" lang="en-US" sz="1500"/>
              <a:t>Get involved with the TAC or Working Group:</a:t>
            </a:r>
            <a:endParaRPr b="1" sz="1500"/>
          </a:p>
          <a:p>
            <a:pPr indent="-260350" lvl="0" marL="342900" rtl="0" algn="l">
              <a:spcBef>
                <a:spcPts val="400"/>
              </a:spcBef>
              <a:spcAft>
                <a:spcPts val="0"/>
              </a:spcAft>
              <a:buSzPts val="1500"/>
              <a:buChar char="●"/>
            </a:pPr>
            <a:r>
              <a:rPr lang="en-US" sz="1500"/>
              <a:t>DevOps / CI expertise always useful</a:t>
            </a:r>
            <a:endParaRPr sz="1500"/>
          </a:p>
          <a:p>
            <a:pPr indent="-260350" lvl="0" marL="342900" rtl="0" algn="l">
              <a:spcBef>
                <a:spcPts val="400"/>
              </a:spcBef>
              <a:spcAft>
                <a:spcPts val="0"/>
              </a:spcAft>
              <a:buSzPts val="1500"/>
              <a:buChar char="●"/>
            </a:pPr>
            <a:r>
              <a:rPr lang="en-US" sz="1500"/>
              <a:t>Interest / expertise in security especially welcome</a:t>
            </a:r>
            <a:endParaRPr sz="1500"/>
          </a:p>
          <a:p>
            <a:pPr indent="-260350" lvl="0" marL="342900" rtl="0" algn="l">
              <a:spcBef>
                <a:spcPts val="400"/>
              </a:spcBef>
              <a:spcAft>
                <a:spcPts val="0"/>
              </a:spcAft>
              <a:buSzPts val="1500"/>
              <a:buChar char="●"/>
            </a:pPr>
            <a:r>
              <a:rPr lang="en-US" sz="1500"/>
              <a:t>Join the TAC discussions: mailing list, conf calls, working groups</a:t>
            </a:r>
            <a:endParaRPr sz="1500"/>
          </a:p>
          <a:p>
            <a:pPr indent="0" lvl="0" marL="0" rtl="0" algn="l">
              <a:spcBef>
                <a:spcPts val="400"/>
              </a:spcBef>
              <a:spcAft>
                <a:spcPts val="0"/>
              </a:spcAft>
              <a:buClr>
                <a:schemeClr val="dk1"/>
              </a:buClr>
              <a:buSzPts val="1400"/>
              <a:buFont typeface="Arial"/>
              <a:buNone/>
            </a:pPr>
            <a:r>
              <a:t/>
            </a:r>
            <a:endParaRPr sz="1500"/>
          </a:p>
          <a:p>
            <a:pPr indent="0" lvl="0" marL="0" rtl="0" algn="l">
              <a:spcBef>
                <a:spcPts val="400"/>
              </a:spcBef>
              <a:spcAft>
                <a:spcPts val="0"/>
              </a:spcAft>
              <a:buClr>
                <a:schemeClr val="dk1"/>
              </a:buClr>
              <a:buSzPts val="1800"/>
              <a:buFont typeface="Arial"/>
              <a:buNone/>
            </a:pPr>
            <a:r>
              <a:rPr b="1" lang="en-US" sz="1500"/>
              <a:t>More information at </a:t>
            </a:r>
            <a:r>
              <a:rPr b="1" lang="en-US" sz="1500" u="sng">
                <a:solidFill>
                  <a:schemeClr val="hlink"/>
                </a:solidFill>
                <a:hlinkClick r:id="rId3"/>
              </a:rPr>
              <a:t>tac.openmainframeproject.org/engagement</a:t>
            </a:r>
            <a:r>
              <a:rPr b="1" lang="en-US" sz="1500"/>
              <a:t> </a:t>
            </a:r>
            <a:endParaRPr b="1" sz="1500"/>
          </a:p>
          <a:p>
            <a:pPr indent="0" lvl="0" marL="0" rtl="0" algn="l">
              <a:spcBef>
                <a:spcPts val="400"/>
              </a:spcBef>
              <a:spcAft>
                <a:spcPts val="0"/>
              </a:spcAft>
              <a:buNone/>
            </a:pPr>
            <a:r>
              <a:t/>
            </a:r>
            <a:endParaRPr sz="1500"/>
          </a:p>
        </p:txBody>
      </p:sp>
      <p:pic>
        <p:nvPicPr>
          <p:cNvPr id="1151" name="Google Shape;1151;p141"/>
          <p:cNvPicPr preferRelativeResize="0"/>
          <p:nvPr/>
        </p:nvPicPr>
        <p:blipFill>
          <a:blip r:embed="rId4">
            <a:alphaModFix/>
          </a:blip>
          <a:stretch>
            <a:fillRect/>
          </a:stretch>
        </p:blipFill>
        <p:spPr>
          <a:xfrm>
            <a:off x="5876975" y="889151"/>
            <a:ext cx="3207475" cy="37165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42"/>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US"/>
              <a:t>‹#›</a:t>
            </a:fld>
            <a:endParaRPr/>
          </a:p>
        </p:txBody>
      </p:sp>
      <p:sp>
        <p:nvSpPr>
          <p:cNvPr id="1158" name="Google Shape;1158;p142"/>
          <p:cNvSpPr txBox="1"/>
          <p:nvPr/>
        </p:nvSpPr>
        <p:spPr>
          <a:xfrm>
            <a:off x="421175" y="3586700"/>
            <a:ext cx="4123200"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1100">
                <a:latin typeface="Gill Sans"/>
                <a:ea typeface="Gill Sans"/>
                <a:cs typeface="Gill Sans"/>
                <a:sym typeface="Gill Sans"/>
              </a:rPr>
              <a:t>Follow us on LinkedIn at </a:t>
            </a:r>
            <a:r>
              <a:rPr lang="en-US" sz="1100" u="sng">
                <a:solidFill>
                  <a:schemeClr val="hlink"/>
                </a:solidFill>
                <a:latin typeface="Gill Sans"/>
                <a:ea typeface="Gill Sans"/>
                <a:cs typeface="Gill Sans"/>
                <a:sym typeface="Gill Sans"/>
                <a:hlinkClick r:id="rId3"/>
              </a:rPr>
              <a:t>https://www.linkedin.com/company/the-open-mainframe-project</a:t>
            </a:r>
            <a:r>
              <a:rPr lang="en-US" sz="1100">
                <a:latin typeface="Gill Sans"/>
                <a:ea typeface="Gill Sans"/>
                <a:cs typeface="Gill Sans"/>
                <a:sym typeface="Gill Sans"/>
              </a:rPr>
              <a:t> </a:t>
            </a:r>
            <a:endParaRPr sz="1100">
              <a:latin typeface="Gill Sans"/>
              <a:ea typeface="Gill Sans"/>
              <a:cs typeface="Gill Sans"/>
              <a:sym typeface="Gill Sans"/>
            </a:endParaRPr>
          </a:p>
        </p:txBody>
      </p:sp>
      <p:sp>
        <p:nvSpPr>
          <p:cNvPr id="1159" name="Google Shape;1159;p142"/>
          <p:cNvSpPr txBox="1"/>
          <p:nvPr/>
        </p:nvSpPr>
        <p:spPr>
          <a:xfrm>
            <a:off x="5463037" y="3586706"/>
            <a:ext cx="3052200" cy="586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US" sz="1100">
                <a:latin typeface="Gill Sans"/>
                <a:ea typeface="Gill Sans"/>
                <a:cs typeface="Gill Sans"/>
                <a:sym typeface="Gill Sans"/>
              </a:rPr>
              <a:t>Follow us on Twitter at </a:t>
            </a:r>
            <a:r>
              <a:rPr lang="en-US" sz="1100" u="sng">
                <a:solidFill>
                  <a:schemeClr val="hlink"/>
                </a:solidFill>
                <a:latin typeface="Gill Sans"/>
                <a:ea typeface="Gill Sans"/>
                <a:cs typeface="Gill Sans"/>
                <a:sym typeface="Gill Sans"/>
                <a:hlinkClick r:id="rId4"/>
              </a:rPr>
              <a:t>https://twitter.com/OpenMFProject</a:t>
            </a:r>
            <a:r>
              <a:rPr lang="en-US" sz="1100">
                <a:latin typeface="Gill Sans"/>
                <a:ea typeface="Gill Sans"/>
                <a:cs typeface="Gill Sans"/>
                <a:sym typeface="Gill Sans"/>
              </a:rPr>
              <a:t> </a:t>
            </a:r>
            <a:endParaRPr sz="1100">
              <a:latin typeface="Gill Sans"/>
              <a:ea typeface="Gill Sans"/>
              <a:cs typeface="Gill Sans"/>
              <a:sym typeface="Gill Sans"/>
            </a:endParaRPr>
          </a:p>
        </p:txBody>
      </p:sp>
      <p:pic>
        <p:nvPicPr>
          <p:cNvPr id="1160" name="Google Shape;1160;p142"/>
          <p:cNvPicPr preferRelativeResize="0"/>
          <p:nvPr/>
        </p:nvPicPr>
        <p:blipFill>
          <a:blip r:embed="rId5">
            <a:alphaModFix/>
          </a:blip>
          <a:stretch>
            <a:fillRect/>
          </a:stretch>
        </p:blipFill>
        <p:spPr>
          <a:xfrm>
            <a:off x="472369" y="1387537"/>
            <a:ext cx="4025476" cy="1826377"/>
          </a:xfrm>
          <a:prstGeom prst="rect">
            <a:avLst/>
          </a:prstGeom>
          <a:noFill/>
          <a:ln>
            <a:noFill/>
          </a:ln>
        </p:spPr>
      </p:pic>
      <p:sp>
        <p:nvSpPr>
          <p:cNvPr id="1161" name="Google Shape;1161;p142"/>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Make sure you are following us on social!</a:t>
            </a:r>
            <a:endParaRPr/>
          </a:p>
        </p:txBody>
      </p:sp>
      <p:pic>
        <p:nvPicPr>
          <p:cNvPr id="1162" name="Google Shape;1162;p142"/>
          <p:cNvPicPr preferRelativeResize="0"/>
          <p:nvPr/>
        </p:nvPicPr>
        <p:blipFill>
          <a:blip r:embed="rId6">
            <a:alphaModFix/>
          </a:blip>
          <a:stretch>
            <a:fillRect/>
          </a:stretch>
        </p:blipFill>
        <p:spPr>
          <a:xfrm>
            <a:off x="5347224" y="1216208"/>
            <a:ext cx="3283750" cy="2169018"/>
          </a:xfrm>
          <a:prstGeom prst="rect">
            <a:avLst/>
          </a:prstGeom>
          <a:noFill/>
          <a:ln>
            <a:noFill/>
          </a:ln>
        </p:spPr>
      </p:pic>
      <p:sp>
        <p:nvSpPr>
          <p:cNvPr id="1163" name="Google Shape;1163;p142"/>
          <p:cNvSpPr txBox="1"/>
          <p:nvPr/>
        </p:nvSpPr>
        <p:spPr>
          <a:xfrm>
            <a:off x="0" y="4421975"/>
            <a:ext cx="9144000" cy="53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Gill Sans"/>
                <a:ea typeface="Gill Sans"/>
                <a:cs typeface="Gill Sans"/>
                <a:sym typeface="Gill Sans"/>
              </a:rPr>
              <a:t>And sign up for the </a:t>
            </a:r>
            <a:r>
              <a:rPr lang="en-US" u="sng">
                <a:solidFill>
                  <a:schemeClr val="hlink"/>
                </a:solidFill>
                <a:latin typeface="Gill Sans"/>
                <a:ea typeface="Gill Sans"/>
                <a:cs typeface="Gill Sans"/>
                <a:sym typeface="Gill Sans"/>
                <a:hlinkClick r:id="rId7"/>
              </a:rPr>
              <a:t>Open Mainframe Project newsletter</a:t>
            </a:r>
            <a:r>
              <a:rPr lang="en-US">
                <a:latin typeface="Gill Sans"/>
                <a:ea typeface="Gill Sans"/>
                <a:cs typeface="Gill Sans"/>
                <a:sym typeface="Gill Sans"/>
              </a:rPr>
              <a:t> to keep up to date on project happenings</a:t>
            </a:r>
            <a:endParaRPr>
              <a:latin typeface="Gill Sans"/>
              <a:ea typeface="Gill Sans"/>
              <a:cs typeface="Gill Sans"/>
              <a:sym typeface="Gill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1167" name="Shape 1167"/>
        <p:cNvGrpSpPr/>
        <p:nvPr/>
      </p:nvGrpSpPr>
      <p:grpSpPr>
        <a:xfrm>
          <a:off x="0" y="0"/>
          <a:ext cx="0" cy="0"/>
          <a:chOff x="0" y="0"/>
          <a:chExt cx="0" cy="0"/>
        </a:xfrm>
      </p:grpSpPr>
      <p:sp>
        <p:nvSpPr>
          <p:cNvPr id="1168" name="Google Shape;1168;p143"/>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43"/>
          <p:cNvSpPr txBox="1"/>
          <p:nvPr>
            <p:ph type="title"/>
          </p:nvPr>
        </p:nvSpPr>
        <p:spPr>
          <a:xfrm>
            <a:off x="211018"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Member Organizations</a:t>
            </a:r>
            <a:endParaRPr/>
          </a:p>
        </p:txBody>
      </p:sp>
      <p:sp>
        <p:nvSpPr>
          <p:cNvPr id="1170" name="Google Shape;1170;p143"/>
          <p:cNvSpPr txBox="1"/>
          <p:nvPr/>
        </p:nvSpPr>
        <p:spPr>
          <a:xfrm>
            <a:off x="-5325" y="4743300"/>
            <a:ext cx="9144000" cy="400200"/>
          </a:xfrm>
          <a:prstGeom prst="rect">
            <a:avLst/>
          </a:prstGeom>
          <a:solidFill>
            <a:srgbClr val="3664A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solidFill>
                  <a:schemeClr val="lt1"/>
                </a:solidFill>
                <a:latin typeface="Gill Sans"/>
                <a:ea typeface="Gill Sans"/>
                <a:cs typeface="Gill Sans"/>
                <a:sym typeface="Gill Sans"/>
              </a:rPr>
              <a:t>Learn more about membership at </a:t>
            </a:r>
            <a:r>
              <a:rPr lang="en-US" u="sng">
                <a:solidFill>
                  <a:schemeClr val="lt1"/>
                </a:solidFill>
                <a:latin typeface="Gill Sans"/>
                <a:ea typeface="Gill Sans"/>
                <a:cs typeface="Gill Sans"/>
                <a:sym typeface="Gill Sans"/>
                <a:hlinkClick r:id="rId3">
                  <a:extLst>
                    <a:ext uri="{A12FA001-AC4F-418D-AE19-62706E023703}">
                      <ahyp:hlinkClr val="tx"/>
                    </a:ext>
                  </a:extLst>
                </a:hlinkClick>
              </a:rPr>
              <a:t>openmainframeproject.org/join</a:t>
            </a:r>
            <a:endParaRPr>
              <a:solidFill>
                <a:schemeClr val="lt1"/>
              </a:solidFill>
              <a:latin typeface="Gill Sans"/>
              <a:ea typeface="Gill Sans"/>
              <a:cs typeface="Gill Sans"/>
              <a:sym typeface="Gill Sans"/>
            </a:endParaRPr>
          </a:p>
        </p:txBody>
      </p:sp>
      <p:pic>
        <p:nvPicPr>
          <p:cNvPr id="1171" name="Google Shape;1171;p143" title="Screenshot 2026-01-13 at 4.06.31 PM.png"/>
          <p:cNvPicPr preferRelativeResize="0"/>
          <p:nvPr/>
        </p:nvPicPr>
        <p:blipFill>
          <a:blip r:embed="rId4">
            <a:alphaModFix/>
          </a:blip>
          <a:stretch>
            <a:fillRect/>
          </a:stretch>
        </p:blipFill>
        <p:spPr>
          <a:xfrm>
            <a:off x="-5325" y="994013"/>
            <a:ext cx="9144003" cy="336201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44"/>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Governing Board Representatives</a:t>
            </a:r>
            <a:endParaRPr/>
          </a:p>
        </p:txBody>
      </p:sp>
      <p:sp>
        <p:nvSpPr>
          <p:cNvPr id="1178" name="Google Shape;1178;p144"/>
          <p:cNvSpPr/>
          <p:nvPr/>
        </p:nvSpPr>
        <p:spPr>
          <a:xfrm>
            <a:off x="0" y="745425"/>
            <a:ext cx="9144000" cy="4362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9" name="Google Shape;1179;p144"/>
          <p:cNvPicPr preferRelativeResize="0"/>
          <p:nvPr/>
        </p:nvPicPr>
        <p:blipFill>
          <a:blip r:embed="rId3">
            <a:alphaModFix/>
          </a:blip>
          <a:stretch>
            <a:fillRect/>
          </a:stretch>
        </p:blipFill>
        <p:spPr>
          <a:xfrm>
            <a:off x="239175" y="1381374"/>
            <a:ext cx="8571599" cy="238074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45"/>
          <p:cNvSpPr txBox="1"/>
          <p:nvPr>
            <p:ph type="title"/>
          </p:nvPr>
        </p:nvSpPr>
        <p:spPr>
          <a:xfrm>
            <a:off x="108575" y="159450"/>
            <a:ext cx="81192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Technical Advisory Council (TAC)</a:t>
            </a:r>
            <a:r>
              <a:rPr lang="en-US"/>
              <a:t> Representatives</a:t>
            </a:r>
            <a:endParaRPr/>
          </a:p>
        </p:txBody>
      </p:sp>
      <p:sp>
        <p:nvSpPr>
          <p:cNvPr id="1186" name="Google Shape;1186;p145"/>
          <p:cNvSpPr/>
          <p:nvPr/>
        </p:nvSpPr>
        <p:spPr>
          <a:xfrm>
            <a:off x="0" y="722400"/>
            <a:ext cx="9144000" cy="4378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7" name="Google Shape;1187;p145"/>
          <p:cNvPicPr preferRelativeResize="0"/>
          <p:nvPr/>
        </p:nvPicPr>
        <p:blipFill>
          <a:blip r:embed="rId3">
            <a:alphaModFix/>
          </a:blip>
          <a:stretch>
            <a:fillRect/>
          </a:stretch>
        </p:blipFill>
        <p:spPr>
          <a:xfrm>
            <a:off x="1611865" y="919812"/>
            <a:ext cx="5112626" cy="39836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pic>
        <p:nvPicPr>
          <p:cNvPr descr="12c copy" id="1192" name="Google Shape;1192;p146"/>
          <p:cNvPicPr preferRelativeResize="0"/>
          <p:nvPr/>
        </p:nvPicPr>
        <p:blipFill rotWithShape="1">
          <a:blip r:embed="rId3">
            <a:alphaModFix/>
          </a:blip>
          <a:srcRect b="0" l="0" r="0" t="0"/>
          <a:stretch/>
        </p:blipFill>
        <p:spPr>
          <a:xfrm>
            <a:off x="915987" y="0"/>
            <a:ext cx="8228012" cy="2560638"/>
          </a:xfrm>
          <a:prstGeom prst="rect">
            <a:avLst/>
          </a:prstGeom>
          <a:noFill/>
          <a:ln>
            <a:noFill/>
          </a:ln>
        </p:spPr>
      </p:pic>
      <p:sp>
        <p:nvSpPr>
          <p:cNvPr id="1193" name="Google Shape;1193;p146"/>
          <p:cNvSpPr/>
          <p:nvPr/>
        </p:nvSpPr>
        <p:spPr>
          <a:xfrm>
            <a:off x="1375315" y="0"/>
            <a:ext cx="4349209" cy="2638424"/>
          </a:xfrm>
          <a:prstGeom prst="rect">
            <a:avLst/>
          </a:prstGeom>
          <a:gradFill>
            <a:gsLst>
              <a:gs pos="0">
                <a:schemeClr val="lt1"/>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4" name="Google Shape;1194;p146"/>
          <p:cNvSpPr/>
          <p:nvPr/>
        </p:nvSpPr>
        <p:spPr>
          <a:xfrm>
            <a:off x="0" y="0"/>
            <a:ext cx="1429800" cy="2638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5" name="Google Shape;1195;p146"/>
          <p:cNvSpPr txBox="1"/>
          <p:nvPr>
            <p:ph idx="4294967295" type="body"/>
          </p:nvPr>
        </p:nvSpPr>
        <p:spPr>
          <a:xfrm>
            <a:off x="317500" y="2638500"/>
            <a:ext cx="8369400" cy="2334300"/>
          </a:xfrm>
          <a:prstGeom prst="rect">
            <a:avLst/>
          </a:prstGeom>
          <a:noFill/>
          <a:ln>
            <a:noFill/>
          </a:ln>
        </p:spPr>
        <p:txBody>
          <a:bodyPr anchorCtr="0" anchor="t" bIns="45700" lIns="91425" spcFirstLastPara="1" rIns="91425" wrap="square" tIns="45700">
            <a:noAutofit/>
          </a:bodyPr>
          <a:lstStyle/>
          <a:p>
            <a:pPr indent="-238125" lvl="0" marL="231775" marR="0" rtl="0" algn="l">
              <a:lnSpc>
                <a:spcPct val="100000"/>
              </a:lnSpc>
              <a:spcBef>
                <a:spcPts val="0"/>
              </a:spcBef>
              <a:spcAft>
                <a:spcPts val="0"/>
              </a:spcAft>
              <a:buSzPts val="1900"/>
              <a:buChar char="➔"/>
            </a:pPr>
            <a:r>
              <a:rPr lang="en-US" sz="1900"/>
              <a:t>Discover and participate in any of our hosted projects and working groups at </a:t>
            </a:r>
            <a:r>
              <a:rPr lang="en-US" sz="1900" u="sng">
                <a:solidFill>
                  <a:schemeClr val="hlink"/>
                </a:solidFill>
                <a:hlinkClick r:id="rId4"/>
              </a:rPr>
              <a:t>https://openmainframeproject.org/our-projects/</a:t>
            </a:r>
            <a:r>
              <a:rPr lang="en-US" sz="1900"/>
              <a:t> </a:t>
            </a:r>
            <a:endParaRPr sz="1900"/>
          </a:p>
          <a:p>
            <a:pPr indent="-238125" lvl="0" marL="231775" marR="0" rtl="0" algn="l">
              <a:lnSpc>
                <a:spcPct val="100000"/>
              </a:lnSpc>
              <a:spcBef>
                <a:spcPts val="720"/>
              </a:spcBef>
              <a:spcAft>
                <a:spcPts val="0"/>
              </a:spcAft>
              <a:buClr>
                <a:schemeClr val="dk1"/>
              </a:buClr>
              <a:buSzPts val="1900"/>
              <a:buFont typeface="Arial"/>
              <a:buChar char="➔"/>
            </a:pPr>
            <a:r>
              <a:rPr lang="en-US" sz="1900"/>
              <a:t>See the breadth of open source on the mainframe at </a:t>
            </a:r>
            <a:r>
              <a:rPr lang="en-US" sz="1900" u="sng">
                <a:solidFill>
                  <a:schemeClr val="hlink"/>
                </a:solidFill>
                <a:hlinkClick r:id="rId5"/>
              </a:rPr>
              <a:t>l.openmainframeproject.org</a:t>
            </a:r>
            <a:endParaRPr sz="1900"/>
          </a:p>
          <a:p>
            <a:pPr indent="-238125" lvl="0" marL="231775" marR="0" rtl="0" algn="l">
              <a:lnSpc>
                <a:spcPct val="100000"/>
              </a:lnSpc>
              <a:spcBef>
                <a:spcPts val="720"/>
              </a:spcBef>
              <a:spcAft>
                <a:spcPts val="0"/>
              </a:spcAft>
              <a:buClr>
                <a:schemeClr val="dk1"/>
              </a:buClr>
              <a:buSzPts val="1900"/>
              <a:buFont typeface="Arial"/>
              <a:buChar char="➔"/>
            </a:pPr>
            <a:r>
              <a:rPr lang="en-US" sz="1900"/>
              <a:t>Take part in our upcoming events and webinars at </a:t>
            </a:r>
            <a:r>
              <a:rPr lang="en-US" sz="1900" u="sng">
                <a:solidFill>
                  <a:schemeClr val="hlink"/>
                </a:solidFill>
                <a:hlinkClick r:id="rId6"/>
              </a:rPr>
              <a:t>openmainframeproject.org/events</a:t>
            </a:r>
            <a:r>
              <a:rPr lang="en-US" sz="1900"/>
              <a:t>  </a:t>
            </a:r>
            <a:endParaRPr sz="1900"/>
          </a:p>
          <a:p>
            <a:pPr indent="-238125" lvl="0" marL="231775" marR="0" rtl="0" algn="l">
              <a:lnSpc>
                <a:spcPct val="100000"/>
              </a:lnSpc>
              <a:spcBef>
                <a:spcPts val="720"/>
              </a:spcBef>
              <a:spcAft>
                <a:spcPts val="0"/>
              </a:spcAft>
              <a:buSzPts val="1900"/>
              <a:buChar char="➔"/>
            </a:pPr>
            <a:r>
              <a:rPr lang="en-US" sz="1900"/>
              <a:t>See the latest blog posts and news at </a:t>
            </a:r>
            <a:r>
              <a:rPr lang="en-US" sz="1900" u="sng">
                <a:solidFill>
                  <a:schemeClr val="hlink"/>
                </a:solidFill>
                <a:hlinkClick r:id="rId7"/>
              </a:rPr>
              <a:t>openmainframeproject.org/news</a:t>
            </a:r>
            <a:endParaRPr sz="1900"/>
          </a:p>
        </p:txBody>
      </p:sp>
      <p:pic>
        <p:nvPicPr>
          <p:cNvPr descr="OpenMainframe_Logo_Pantone.png" id="1196" name="Google Shape;1196;p146"/>
          <p:cNvPicPr preferRelativeResize="0"/>
          <p:nvPr/>
        </p:nvPicPr>
        <p:blipFill rotWithShape="1">
          <a:blip r:embed="rId8">
            <a:alphaModFix/>
          </a:blip>
          <a:srcRect b="0" l="0" r="0" t="0"/>
          <a:stretch/>
        </p:blipFill>
        <p:spPr>
          <a:xfrm>
            <a:off x="8307388" y="100013"/>
            <a:ext cx="469899" cy="519112"/>
          </a:xfrm>
          <a:prstGeom prst="rect">
            <a:avLst/>
          </a:prstGeom>
          <a:noFill/>
          <a:ln>
            <a:noFill/>
          </a:ln>
        </p:spPr>
      </p:pic>
      <p:sp>
        <p:nvSpPr>
          <p:cNvPr id="1197" name="Google Shape;1197;p146"/>
          <p:cNvSpPr/>
          <p:nvPr/>
        </p:nvSpPr>
        <p:spPr>
          <a:xfrm>
            <a:off x="298450" y="646112"/>
            <a:ext cx="4330700" cy="876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50"/>
              <a:buFont typeface="Gill Sans"/>
              <a:buNone/>
            </a:pPr>
            <a:r>
              <a:rPr b="0" i="0" lang="en-US" sz="3000" u="none" cap="none" strike="noStrike">
                <a:solidFill>
                  <a:schemeClr val="dk1"/>
                </a:solidFill>
                <a:latin typeface="Gill Sans"/>
                <a:ea typeface="Gill Sans"/>
                <a:cs typeface="Gill Sans"/>
                <a:sym typeface="Gill Sans"/>
              </a:rPr>
              <a:t>Learn </a:t>
            </a:r>
            <a:r>
              <a:rPr lang="en-US" sz="3000">
                <a:solidFill>
                  <a:schemeClr val="dk1"/>
                </a:solidFill>
                <a:latin typeface="Gill Sans"/>
                <a:ea typeface="Gill Sans"/>
                <a:cs typeface="Gill Sans"/>
                <a:sym typeface="Gill Sans"/>
              </a:rPr>
              <a:t>M</a:t>
            </a:r>
            <a:r>
              <a:rPr b="0" i="0" lang="en-US" sz="3000" u="none" cap="none" strike="noStrike">
                <a:solidFill>
                  <a:schemeClr val="dk1"/>
                </a:solidFill>
                <a:latin typeface="Gill Sans"/>
                <a:ea typeface="Gill Sans"/>
                <a:cs typeface="Gill Sans"/>
                <a:sym typeface="Gill Sans"/>
              </a:rPr>
              <a:t>ore </a:t>
            </a:r>
            <a:r>
              <a:rPr lang="en-US" sz="3000">
                <a:solidFill>
                  <a:schemeClr val="dk1"/>
                </a:solidFill>
                <a:latin typeface="Gill Sans"/>
                <a:ea typeface="Gill Sans"/>
                <a:cs typeface="Gill Sans"/>
                <a:sym typeface="Gill Sans"/>
              </a:rPr>
              <a:t>A</a:t>
            </a:r>
            <a:r>
              <a:rPr b="0" i="0" lang="en-US" sz="3000" u="none" cap="none" strike="noStrike">
                <a:solidFill>
                  <a:schemeClr val="dk1"/>
                </a:solidFill>
                <a:latin typeface="Gill Sans"/>
                <a:ea typeface="Gill Sans"/>
                <a:cs typeface="Gill Sans"/>
                <a:sym typeface="Gill Sans"/>
              </a:rPr>
              <a:t>bout the Open Mainframe Project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147"/>
          <p:cNvSpPr txBox="1"/>
          <p:nvPr>
            <p:ph type="title"/>
          </p:nvPr>
        </p:nvSpPr>
        <p:spPr>
          <a:xfrm>
            <a:off x="509425" y="1429800"/>
            <a:ext cx="5365800" cy="2283900"/>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3664AD"/>
              </a:buClr>
              <a:buSzPts val="4200"/>
              <a:buFont typeface="Gill Sans"/>
              <a:buNone/>
            </a:pPr>
            <a:r>
              <a:rPr lang="en-US"/>
              <a:t>Why Become a Member?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4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US" sz="2400"/>
              <a:t>Becoming an Open Mainframe Project member means your organization is...</a:t>
            </a:r>
            <a:endParaRPr sz="2400"/>
          </a:p>
        </p:txBody>
      </p:sp>
      <p:sp>
        <p:nvSpPr>
          <p:cNvPr id="1209" name="Google Shape;1209;p148"/>
          <p:cNvSpPr txBox="1"/>
          <p:nvPr>
            <p:ph idx="1" type="body"/>
          </p:nvPr>
        </p:nvSpPr>
        <p:spPr>
          <a:xfrm>
            <a:off x="289300" y="1215949"/>
            <a:ext cx="8369400" cy="3554700"/>
          </a:xfrm>
          <a:prstGeom prst="rect">
            <a:avLst/>
          </a:prstGeom>
        </p:spPr>
        <p:txBody>
          <a:bodyPr anchorCtr="0" anchor="t" bIns="91425" lIns="91425" spcFirstLastPara="1" rIns="91425" wrap="square" tIns="91425">
            <a:noAutofit/>
          </a:bodyPr>
          <a:lstStyle/>
          <a:p>
            <a:pPr indent="-355600" lvl="0" marL="457200" rtl="0" algn="l">
              <a:spcBef>
                <a:spcPts val="400"/>
              </a:spcBef>
              <a:spcAft>
                <a:spcPts val="0"/>
              </a:spcAft>
              <a:buSzPts val="2000"/>
              <a:buChar char="➔"/>
            </a:pPr>
            <a:r>
              <a:rPr lang="en-US"/>
              <a:t>a leader in the open source on mainframe community</a:t>
            </a:r>
            <a:endParaRPr/>
          </a:p>
          <a:p>
            <a:pPr indent="-355600" lvl="0" marL="457200" rtl="0" algn="l">
              <a:spcBef>
                <a:spcPts val="1000"/>
              </a:spcBef>
              <a:spcAft>
                <a:spcPts val="0"/>
              </a:spcAft>
              <a:buSzPts val="2000"/>
              <a:buChar char="➔"/>
            </a:pPr>
            <a:r>
              <a:rPr lang="en-US"/>
              <a:t>wants to drive the technical vision of open source on mainframe</a:t>
            </a:r>
            <a:endParaRPr/>
          </a:p>
          <a:p>
            <a:pPr indent="-355600" lvl="0" marL="457200" rtl="0" algn="l">
              <a:spcBef>
                <a:spcPts val="1000"/>
              </a:spcBef>
              <a:spcAft>
                <a:spcPts val="0"/>
              </a:spcAft>
              <a:buSzPts val="2000"/>
              <a:buChar char="➔"/>
            </a:pPr>
            <a:r>
              <a:rPr lang="en-US"/>
              <a:t>a thought leader or aims to be a thought leader in open source on mainframe</a:t>
            </a:r>
            <a:endParaRPr/>
          </a:p>
          <a:p>
            <a:pPr indent="-355600" lvl="0" marL="457200" rtl="0" algn="l">
              <a:spcBef>
                <a:spcPts val="1000"/>
              </a:spcBef>
              <a:spcAft>
                <a:spcPts val="1000"/>
              </a:spcAft>
              <a:buSzPts val="2000"/>
              <a:buChar char="➔"/>
            </a:pPr>
            <a:r>
              <a:rPr lang="en-US"/>
              <a:t>bringing solutions to market based on projects hosted at the Open Mainframe Project, and wanting to show your stewardship towards those communities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149"/>
          <p:cNvSpPr txBox="1"/>
          <p:nvPr>
            <p:ph type="title"/>
          </p:nvPr>
        </p:nvSpPr>
        <p:spPr>
          <a:xfrm>
            <a:off x="317492" y="217317"/>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sz="2700"/>
              <a:t>Leverage Our Industry Presence to Advance Your Thought Leadership.</a:t>
            </a:r>
            <a:endParaRPr sz="2700"/>
          </a:p>
        </p:txBody>
      </p:sp>
      <p:sp>
        <p:nvSpPr>
          <p:cNvPr id="1216" name="Google Shape;1216;p149"/>
          <p:cNvSpPr txBox="1"/>
          <p:nvPr>
            <p:ph idx="1" type="body"/>
          </p:nvPr>
        </p:nvSpPr>
        <p:spPr>
          <a:xfrm>
            <a:off x="317500" y="867225"/>
            <a:ext cx="42558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200"/>
              <a:t>Through our large audience, extensive media outreach, and with key partnership with publications such as </a:t>
            </a:r>
            <a:r>
              <a:rPr lang="en-US" sz="1200" u="sng">
                <a:solidFill>
                  <a:schemeClr val="hlink"/>
                </a:solidFill>
                <a:hlinkClick r:id="rId3"/>
              </a:rPr>
              <a:t>Linux.com</a:t>
            </a:r>
            <a:r>
              <a:rPr lang="en-US" sz="1200"/>
              <a:t>, </a:t>
            </a:r>
            <a:r>
              <a:rPr lang="en-US" sz="1200" u="sng">
                <a:solidFill>
                  <a:schemeClr val="hlink"/>
                </a:solidFill>
                <a:hlinkClick r:id="rId4"/>
              </a:rPr>
              <a:t>TFiR</a:t>
            </a:r>
            <a:r>
              <a:rPr lang="en-US" sz="1200"/>
              <a:t>, </a:t>
            </a:r>
            <a:r>
              <a:rPr lang="en-US" sz="1200" u="sng">
                <a:solidFill>
                  <a:schemeClr val="hlink"/>
                </a:solidFill>
                <a:hlinkClick r:id="rId5"/>
              </a:rPr>
              <a:t>TechChannel</a:t>
            </a:r>
            <a:r>
              <a:rPr lang="en-US" sz="1200"/>
              <a:t>, and </a:t>
            </a:r>
            <a:r>
              <a:rPr lang="en-US" sz="1200" u="sng">
                <a:solidFill>
                  <a:schemeClr val="hlink"/>
                </a:solidFill>
                <a:hlinkClick r:id="rId6"/>
              </a:rPr>
              <a:t>MediaOps</a:t>
            </a:r>
            <a:r>
              <a:rPr lang="en-US" sz="1200"/>
              <a:t>, you will be positioned to be a thought leader in open source. Specific benefits include…</a:t>
            </a:r>
            <a:endParaRPr sz="1200"/>
          </a:p>
          <a:p>
            <a:pPr indent="-304800" lvl="0" marL="457200" rtl="0" algn="l">
              <a:spcBef>
                <a:spcPts val="400"/>
              </a:spcBef>
              <a:spcAft>
                <a:spcPts val="0"/>
              </a:spcAft>
              <a:buSzPts val="1200"/>
              <a:buChar char="-"/>
            </a:pPr>
            <a:r>
              <a:rPr lang="en-US" sz="1200"/>
              <a:t>Announcement of your membership via press release and social.</a:t>
            </a:r>
            <a:endParaRPr sz="1200"/>
          </a:p>
          <a:p>
            <a:pPr indent="-304800" lvl="0" marL="457200" rtl="0" algn="l">
              <a:spcBef>
                <a:spcPts val="400"/>
              </a:spcBef>
              <a:spcAft>
                <a:spcPts val="0"/>
              </a:spcAft>
              <a:buSzPts val="1200"/>
              <a:buChar char="-"/>
            </a:pPr>
            <a:r>
              <a:rPr lang="en-US" sz="1200"/>
              <a:t>Your company logo on both the </a:t>
            </a:r>
            <a:r>
              <a:rPr lang="en-US" sz="1200" u="sng">
                <a:solidFill>
                  <a:schemeClr val="hlink"/>
                </a:solidFill>
                <a:hlinkClick r:id="rId7"/>
              </a:rPr>
              <a:t>Open Mainframe Project website</a:t>
            </a:r>
            <a:r>
              <a:rPr lang="en-US" sz="1200"/>
              <a:t> and </a:t>
            </a:r>
            <a:r>
              <a:rPr lang="en-US" sz="1200" u="sng">
                <a:solidFill>
                  <a:schemeClr val="hlink"/>
                </a:solidFill>
                <a:hlinkClick r:id="rId8"/>
              </a:rPr>
              <a:t>Linux Foundation website</a:t>
            </a:r>
            <a:r>
              <a:rPr lang="en-US" sz="1200"/>
              <a:t>.</a:t>
            </a:r>
            <a:endParaRPr sz="1200"/>
          </a:p>
          <a:p>
            <a:pPr indent="-304800" lvl="0" marL="457200" rtl="0" algn="l">
              <a:spcBef>
                <a:spcPts val="400"/>
              </a:spcBef>
              <a:spcAft>
                <a:spcPts val="0"/>
              </a:spcAft>
              <a:buSzPts val="1200"/>
              <a:buChar char="-"/>
            </a:pPr>
            <a:r>
              <a:rPr lang="en-US" sz="1200"/>
              <a:t>Guest blog post(s) on the </a:t>
            </a:r>
            <a:r>
              <a:rPr lang="en-US" sz="1200" u="sng">
                <a:solidFill>
                  <a:schemeClr val="hlink"/>
                </a:solidFill>
                <a:hlinkClick r:id="rId9"/>
              </a:rPr>
              <a:t>Open Mainframe Project blog</a:t>
            </a:r>
            <a:r>
              <a:rPr lang="en-US" sz="1200"/>
              <a:t> on a thought-leadership topics of our choice.</a:t>
            </a:r>
            <a:endParaRPr sz="1200"/>
          </a:p>
          <a:p>
            <a:pPr indent="-304800" lvl="0" marL="457200" rtl="0" algn="l">
              <a:spcBef>
                <a:spcPts val="400"/>
              </a:spcBef>
              <a:spcAft>
                <a:spcPts val="0"/>
              </a:spcAft>
              <a:buSzPts val="1200"/>
              <a:buChar char="-"/>
            </a:pPr>
            <a:r>
              <a:rPr lang="en-US" sz="1200"/>
              <a:t>Provide a guest for the </a:t>
            </a:r>
            <a:r>
              <a:rPr lang="en-US" sz="1200" u="sng">
                <a:solidFill>
                  <a:schemeClr val="hlink"/>
                </a:solidFill>
                <a:hlinkClick r:id="rId10"/>
              </a:rPr>
              <a:t>“I Am A Mainframer” podcast</a:t>
            </a:r>
            <a:r>
              <a:rPr lang="en-US" sz="1200"/>
              <a:t>, hosted by Steven Dickens and Open Mainframe Project</a:t>
            </a:r>
            <a:endParaRPr sz="1200"/>
          </a:p>
          <a:p>
            <a:pPr indent="-304800" lvl="0" marL="457200" rtl="0" algn="l">
              <a:spcBef>
                <a:spcPts val="400"/>
              </a:spcBef>
              <a:spcAft>
                <a:spcPts val="0"/>
              </a:spcAft>
              <a:buSzPts val="1200"/>
              <a:buChar char="-"/>
            </a:pPr>
            <a:r>
              <a:rPr lang="en-US" sz="1200"/>
              <a:t>Post one technical article about an open source project you care about to </a:t>
            </a:r>
            <a:r>
              <a:rPr lang="en-US" sz="1200" u="sng">
                <a:solidFill>
                  <a:schemeClr val="hlink"/>
                </a:solidFill>
                <a:hlinkClick r:id="rId11"/>
              </a:rPr>
              <a:t>Linux.com</a:t>
            </a:r>
            <a:r>
              <a:rPr lang="en-US" sz="1200"/>
              <a:t>, which has over 1 million unique visitors per month.</a:t>
            </a:r>
            <a:endParaRPr sz="1200"/>
          </a:p>
          <a:p>
            <a:pPr indent="-304800" lvl="0" marL="457200" rtl="0" algn="l">
              <a:spcBef>
                <a:spcPts val="400"/>
              </a:spcBef>
              <a:spcAft>
                <a:spcPts val="0"/>
              </a:spcAft>
              <a:buSzPts val="1200"/>
              <a:buChar char="-"/>
            </a:pPr>
            <a:r>
              <a:rPr lang="en-US" sz="1200"/>
              <a:t>S</a:t>
            </a:r>
            <a:r>
              <a:rPr lang="en-US" sz="1200"/>
              <a:t>upport of your announcements with social outreach and quotes from Linux Foundation and/or Open Mainframe Project leadership as appropriate.</a:t>
            </a:r>
            <a:endParaRPr sz="1200"/>
          </a:p>
          <a:p>
            <a:pPr indent="-304800" lvl="0" marL="457200" rtl="0" algn="l">
              <a:spcBef>
                <a:spcPts val="400"/>
              </a:spcBef>
              <a:spcAft>
                <a:spcPts val="0"/>
              </a:spcAft>
              <a:buSzPts val="1200"/>
              <a:buChar char="-"/>
            </a:pPr>
            <a:r>
              <a:rPr lang="en-US" sz="1200"/>
              <a:t>Access to opportunities for contributed articles, videos, podcasts, and events</a:t>
            </a:r>
            <a:endParaRPr sz="1200"/>
          </a:p>
        </p:txBody>
      </p:sp>
      <p:pic>
        <p:nvPicPr>
          <p:cNvPr id="1217" name="Google Shape;1217;p149"/>
          <p:cNvPicPr preferRelativeResize="0"/>
          <p:nvPr/>
        </p:nvPicPr>
        <p:blipFill>
          <a:blip r:embed="rId12">
            <a:alphaModFix/>
          </a:blip>
          <a:stretch>
            <a:fillRect/>
          </a:stretch>
        </p:blipFill>
        <p:spPr>
          <a:xfrm>
            <a:off x="4927223" y="3353035"/>
            <a:ext cx="1985001" cy="734625"/>
          </a:xfrm>
          <a:prstGeom prst="rect">
            <a:avLst/>
          </a:prstGeom>
          <a:noFill/>
          <a:ln>
            <a:noFill/>
          </a:ln>
        </p:spPr>
      </p:pic>
      <p:pic>
        <p:nvPicPr>
          <p:cNvPr id="1218" name="Google Shape;1218;p149"/>
          <p:cNvPicPr preferRelativeResize="0"/>
          <p:nvPr/>
        </p:nvPicPr>
        <p:blipFill>
          <a:blip r:embed="rId13">
            <a:alphaModFix/>
          </a:blip>
          <a:stretch>
            <a:fillRect/>
          </a:stretch>
        </p:blipFill>
        <p:spPr>
          <a:xfrm>
            <a:off x="4849742" y="898025"/>
            <a:ext cx="2139962" cy="734625"/>
          </a:xfrm>
          <a:prstGeom prst="rect">
            <a:avLst/>
          </a:prstGeom>
          <a:noFill/>
          <a:ln>
            <a:noFill/>
          </a:ln>
        </p:spPr>
      </p:pic>
      <p:pic>
        <p:nvPicPr>
          <p:cNvPr id="1219" name="Google Shape;1219;p149"/>
          <p:cNvPicPr preferRelativeResize="0"/>
          <p:nvPr/>
        </p:nvPicPr>
        <p:blipFill>
          <a:blip r:embed="rId14">
            <a:alphaModFix/>
          </a:blip>
          <a:stretch>
            <a:fillRect/>
          </a:stretch>
        </p:blipFill>
        <p:spPr>
          <a:xfrm>
            <a:off x="4669921" y="3019676"/>
            <a:ext cx="2499604" cy="312438"/>
          </a:xfrm>
          <a:prstGeom prst="rect">
            <a:avLst/>
          </a:prstGeom>
          <a:noFill/>
          <a:ln>
            <a:noFill/>
          </a:ln>
        </p:spPr>
      </p:pic>
      <p:pic>
        <p:nvPicPr>
          <p:cNvPr id="1220" name="Google Shape;1220;p149"/>
          <p:cNvPicPr preferRelativeResize="0"/>
          <p:nvPr/>
        </p:nvPicPr>
        <p:blipFill>
          <a:blip r:embed="rId15">
            <a:alphaModFix/>
          </a:blip>
          <a:stretch>
            <a:fillRect/>
          </a:stretch>
        </p:blipFill>
        <p:spPr>
          <a:xfrm>
            <a:off x="4927222" y="1729772"/>
            <a:ext cx="1985002" cy="1116582"/>
          </a:xfrm>
          <a:prstGeom prst="rect">
            <a:avLst/>
          </a:prstGeom>
          <a:noFill/>
          <a:ln>
            <a:noFill/>
          </a:ln>
        </p:spPr>
      </p:pic>
      <p:pic>
        <p:nvPicPr>
          <p:cNvPr id="1221" name="Google Shape;1221;p149"/>
          <p:cNvPicPr preferRelativeResize="0"/>
          <p:nvPr/>
        </p:nvPicPr>
        <p:blipFill>
          <a:blip r:embed="rId16">
            <a:alphaModFix/>
          </a:blip>
          <a:stretch>
            <a:fillRect/>
          </a:stretch>
        </p:blipFill>
        <p:spPr>
          <a:xfrm>
            <a:off x="4677138" y="4184782"/>
            <a:ext cx="2668675" cy="836750"/>
          </a:xfrm>
          <a:prstGeom prst="rect">
            <a:avLst/>
          </a:prstGeom>
          <a:noFill/>
          <a:ln>
            <a:noFill/>
          </a:ln>
        </p:spPr>
      </p:pic>
      <p:grpSp>
        <p:nvGrpSpPr>
          <p:cNvPr id="1222" name="Google Shape;1222;p149"/>
          <p:cNvGrpSpPr/>
          <p:nvPr/>
        </p:nvGrpSpPr>
        <p:grpSpPr>
          <a:xfrm>
            <a:off x="7449638" y="867226"/>
            <a:ext cx="1435200" cy="4071099"/>
            <a:chOff x="7850187" y="970151"/>
            <a:chExt cx="1435200" cy="4071099"/>
          </a:xfrm>
        </p:grpSpPr>
        <p:pic>
          <p:nvPicPr>
            <p:cNvPr id="1223" name="Google Shape;1223;p149"/>
            <p:cNvPicPr preferRelativeResize="0"/>
            <p:nvPr/>
          </p:nvPicPr>
          <p:blipFill>
            <a:blip r:embed="rId17">
              <a:alphaModFix/>
            </a:blip>
            <a:stretch>
              <a:fillRect/>
            </a:stretch>
          </p:blipFill>
          <p:spPr>
            <a:xfrm>
              <a:off x="8302862" y="970151"/>
              <a:ext cx="529869" cy="447300"/>
            </a:xfrm>
            <a:prstGeom prst="rect">
              <a:avLst/>
            </a:prstGeom>
            <a:noFill/>
            <a:ln>
              <a:noFill/>
            </a:ln>
          </p:spPr>
        </p:pic>
        <p:pic>
          <p:nvPicPr>
            <p:cNvPr id="1224" name="Google Shape;1224;p149"/>
            <p:cNvPicPr preferRelativeResize="0"/>
            <p:nvPr/>
          </p:nvPicPr>
          <p:blipFill>
            <a:blip r:embed="rId18">
              <a:alphaModFix/>
            </a:blip>
            <a:stretch>
              <a:fillRect/>
            </a:stretch>
          </p:blipFill>
          <p:spPr>
            <a:xfrm>
              <a:off x="8260010" y="2100550"/>
              <a:ext cx="615578" cy="615600"/>
            </a:xfrm>
            <a:prstGeom prst="rect">
              <a:avLst/>
            </a:prstGeom>
            <a:noFill/>
            <a:ln>
              <a:noFill/>
            </a:ln>
          </p:spPr>
        </p:pic>
        <p:pic>
          <p:nvPicPr>
            <p:cNvPr id="1225" name="Google Shape;1225;p149"/>
            <p:cNvPicPr preferRelativeResize="0"/>
            <p:nvPr/>
          </p:nvPicPr>
          <p:blipFill>
            <a:blip r:embed="rId19">
              <a:alphaModFix/>
            </a:blip>
            <a:stretch>
              <a:fillRect/>
            </a:stretch>
          </p:blipFill>
          <p:spPr>
            <a:xfrm>
              <a:off x="8227887" y="3459600"/>
              <a:ext cx="679825" cy="679825"/>
            </a:xfrm>
            <a:prstGeom prst="rect">
              <a:avLst/>
            </a:prstGeom>
            <a:noFill/>
            <a:ln>
              <a:noFill/>
            </a:ln>
          </p:spPr>
        </p:pic>
        <p:sp>
          <p:nvSpPr>
            <p:cNvPr id="1226" name="Google Shape;1226;p149"/>
            <p:cNvSpPr txBox="1"/>
            <p:nvPr/>
          </p:nvSpPr>
          <p:spPr>
            <a:xfrm>
              <a:off x="7850187" y="1417450"/>
              <a:ext cx="143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Gill Sans"/>
                  <a:ea typeface="Gill Sans"/>
                  <a:cs typeface="Gill Sans"/>
                  <a:sym typeface="Gill Sans"/>
                </a:rPr>
                <a:t>9000+ </a:t>
              </a:r>
              <a:endParaRPr>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followers</a:t>
              </a:r>
              <a:endParaRPr>
                <a:latin typeface="Gill Sans"/>
                <a:ea typeface="Gill Sans"/>
                <a:cs typeface="Gill Sans"/>
                <a:sym typeface="Gill Sans"/>
              </a:endParaRPr>
            </a:p>
          </p:txBody>
        </p:sp>
        <p:sp>
          <p:nvSpPr>
            <p:cNvPr id="1227" name="Google Shape;1227;p149"/>
            <p:cNvSpPr txBox="1"/>
            <p:nvPr/>
          </p:nvSpPr>
          <p:spPr>
            <a:xfrm>
              <a:off x="8044900" y="2767550"/>
              <a:ext cx="1045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Gill Sans"/>
                  <a:ea typeface="Gill Sans"/>
                  <a:cs typeface="Gill Sans"/>
                  <a:sym typeface="Gill Sans"/>
                </a:rPr>
                <a:t>4500+ </a:t>
              </a:r>
              <a:endParaRPr>
                <a:latin typeface="Gill Sans"/>
                <a:ea typeface="Gill Sans"/>
                <a:cs typeface="Gill Sans"/>
                <a:sym typeface="Gill Sans"/>
              </a:endParaRPr>
            </a:p>
            <a:p>
              <a:pPr indent="0" lvl="0" marL="0" rtl="0" algn="ctr">
                <a:spcBef>
                  <a:spcPts val="0"/>
                </a:spcBef>
                <a:spcAft>
                  <a:spcPts val="0"/>
                </a:spcAft>
                <a:buNone/>
              </a:pPr>
              <a:r>
                <a:rPr lang="en-US">
                  <a:latin typeface="Gill Sans"/>
                  <a:ea typeface="Gill Sans"/>
                  <a:cs typeface="Gill Sans"/>
                  <a:sym typeface="Gill Sans"/>
                </a:rPr>
                <a:t>followers</a:t>
              </a:r>
              <a:endParaRPr>
                <a:latin typeface="Gill Sans"/>
                <a:ea typeface="Gill Sans"/>
                <a:cs typeface="Gill Sans"/>
                <a:sym typeface="Gill Sans"/>
              </a:endParaRPr>
            </a:p>
            <a:p>
              <a:pPr indent="0" lvl="0" marL="0" rtl="0" algn="ctr">
                <a:spcBef>
                  <a:spcPts val="0"/>
                </a:spcBef>
                <a:spcAft>
                  <a:spcPts val="0"/>
                </a:spcAft>
                <a:buNone/>
              </a:pPr>
              <a:r>
                <a:t/>
              </a:r>
              <a:endParaRPr>
                <a:latin typeface="Gill Sans"/>
                <a:ea typeface="Gill Sans"/>
                <a:cs typeface="Gill Sans"/>
                <a:sym typeface="Gill Sans"/>
              </a:endParaRPr>
            </a:p>
          </p:txBody>
        </p:sp>
        <p:sp>
          <p:nvSpPr>
            <p:cNvPr id="1228" name="Google Shape;1228;p149"/>
            <p:cNvSpPr txBox="1"/>
            <p:nvPr/>
          </p:nvSpPr>
          <p:spPr>
            <a:xfrm>
              <a:off x="7914537" y="4209950"/>
              <a:ext cx="1306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Gill Sans"/>
                  <a:ea typeface="Gill Sans"/>
                  <a:cs typeface="Gill Sans"/>
                  <a:sym typeface="Gill Sans"/>
                </a:rPr>
                <a:t>1400+ global media articles in 2023</a:t>
              </a:r>
              <a:endParaRPr>
                <a:latin typeface="Gill Sans"/>
                <a:ea typeface="Gill Sans"/>
                <a:cs typeface="Gill Sans"/>
                <a:sym typeface="Gill Sans"/>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50"/>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Additional Event Participation Opportunities</a:t>
            </a:r>
            <a:endParaRPr/>
          </a:p>
        </p:txBody>
      </p:sp>
      <p:sp>
        <p:nvSpPr>
          <p:cNvPr id="1234" name="Google Shape;1234;p150"/>
          <p:cNvSpPr txBox="1"/>
          <p:nvPr>
            <p:ph idx="1" type="body"/>
          </p:nvPr>
        </p:nvSpPr>
        <p:spPr>
          <a:xfrm>
            <a:off x="297850" y="849375"/>
            <a:ext cx="5776200" cy="3143100"/>
          </a:xfrm>
          <a:prstGeom prst="rect">
            <a:avLst/>
          </a:prstGeom>
        </p:spPr>
        <p:txBody>
          <a:bodyPr anchorCtr="0" anchor="t" bIns="91425" lIns="91425" spcFirstLastPara="1" rIns="91425" wrap="square" tIns="91425">
            <a:noAutofit/>
          </a:bodyPr>
          <a:lstStyle/>
          <a:p>
            <a:pPr indent="-330200" lvl="0" marL="457200" rtl="0" algn="l">
              <a:spcBef>
                <a:spcPts val="400"/>
              </a:spcBef>
              <a:spcAft>
                <a:spcPts val="0"/>
              </a:spcAft>
              <a:buSzPts val="1600"/>
              <a:buChar char="•"/>
            </a:pPr>
            <a:r>
              <a:rPr lang="en-US" sz="1600"/>
              <a:t>One invite to our member-exclusive </a:t>
            </a:r>
            <a:r>
              <a:rPr lang="en-US" sz="1600" u="sng">
                <a:solidFill>
                  <a:schemeClr val="hlink"/>
                </a:solidFill>
                <a:hlinkClick r:id="rId3"/>
              </a:rPr>
              <a:t>Linux Foundation Member Summit</a:t>
            </a:r>
            <a:r>
              <a:rPr lang="en-US" sz="1600"/>
              <a:t>, which fosters collaboration, innovation, and partnerships among the leading projects and organizations working to drive digital transformation with open source technologies.</a:t>
            </a:r>
            <a:endParaRPr sz="1600"/>
          </a:p>
          <a:p>
            <a:pPr indent="-330200" lvl="0" marL="457200" rtl="0" algn="l">
              <a:spcBef>
                <a:spcPts val="0"/>
              </a:spcBef>
              <a:spcAft>
                <a:spcPts val="0"/>
              </a:spcAft>
              <a:buSzPts val="1600"/>
              <a:buChar char="•"/>
            </a:pPr>
            <a:r>
              <a:rPr lang="en-US" sz="1600"/>
              <a:t>Employees at your organization receive a 20% registration discount to eligible </a:t>
            </a:r>
            <a:r>
              <a:rPr lang="en-US" sz="1600" u="sng">
                <a:solidFill>
                  <a:schemeClr val="hlink"/>
                </a:solidFill>
                <a:hlinkClick r:id="rId4"/>
              </a:rPr>
              <a:t>Linux Foundation events</a:t>
            </a:r>
            <a:r>
              <a:rPr lang="en-US" sz="1600"/>
              <a:t>, such as our Open Source Summit events in North America, Europe, and Japan. </a:t>
            </a:r>
            <a:endParaRPr sz="1600"/>
          </a:p>
          <a:p>
            <a:pPr indent="-330200" lvl="1" marL="914400" rtl="0" algn="l">
              <a:spcBef>
                <a:spcPts val="0"/>
              </a:spcBef>
              <a:spcAft>
                <a:spcPts val="0"/>
              </a:spcAft>
              <a:buSzPts val="1600"/>
              <a:buChar char="–"/>
            </a:pPr>
            <a:r>
              <a:rPr lang="en-US" sz="1600"/>
              <a:t>Open Mainframe Project hosts mini-events for members and the community at these events.</a:t>
            </a:r>
            <a:endParaRPr sz="1600"/>
          </a:p>
          <a:p>
            <a:pPr indent="-330200" lvl="0" marL="457200" rtl="0" algn="l">
              <a:spcBef>
                <a:spcPts val="0"/>
              </a:spcBef>
              <a:spcAft>
                <a:spcPts val="0"/>
              </a:spcAft>
              <a:buSzPts val="1600"/>
              <a:buChar char="•"/>
            </a:pPr>
            <a:r>
              <a:rPr lang="en-US" sz="1600"/>
              <a:t>A 5% Discount on </a:t>
            </a:r>
            <a:r>
              <a:rPr lang="en-US" sz="1600" u="sng">
                <a:solidFill>
                  <a:schemeClr val="hlink"/>
                </a:solidFill>
                <a:hlinkClick r:id="rId5"/>
              </a:rPr>
              <a:t>Linux Foundation Event Sponsorship</a:t>
            </a:r>
            <a:r>
              <a:rPr lang="en-US" sz="1600"/>
              <a:t>, including </a:t>
            </a:r>
            <a:r>
              <a:rPr lang="en-US" sz="1600" u="sng">
                <a:solidFill>
                  <a:schemeClr val="hlink"/>
                </a:solidFill>
                <a:hlinkClick r:id="rId6"/>
              </a:rPr>
              <a:t>Open Mainframe Summit</a:t>
            </a:r>
            <a:r>
              <a:rPr lang="en-US" sz="1600"/>
              <a:t> (7% discount on multi-event Sponsorships). Sponsorships offer a valuable way to reach the community of Open Source Developers, Engineers, C-level Executives, and more.</a:t>
            </a:r>
            <a:endParaRPr sz="1600"/>
          </a:p>
        </p:txBody>
      </p:sp>
      <p:pic>
        <p:nvPicPr>
          <p:cNvPr id="1235" name="Google Shape;1235;p150"/>
          <p:cNvPicPr preferRelativeResize="0"/>
          <p:nvPr/>
        </p:nvPicPr>
        <p:blipFill>
          <a:blip r:embed="rId7">
            <a:alphaModFix/>
          </a:blip>
          <a:stretch>
            <a:fillRect/>
          </a:stretch>
        </p:blipFill>
        <p:spPr>
          <a:xfrm>
            <a:off x="6461525" y="1072567"/>
            <a:ext cx="2114550" cy="1428750"/>
          </a:xfrm>
          <a:prstGeom prst="rect">
            <a:avLst/>
          </a:prstGeom>
          <a:noFill/>
          <a:ln>
            <a:noFill/>
          </a:ln>
        </p:spPr>
      </p:pic>
      <p:pic>
        <p:nvPicPr>
          <p:cNvPr id="1236" name="Google Shape;1236;p150"/>
          <p:cNvPicPr preferRelativeResize="0"/>
          <p:nvPr/>
        </p:nvPicPr>
        <p:blipFill>
          <a:blip r:embed="rId8">
            <a:alphaModFix/>
          </a:blip>
          <a:stretch>
            <a:fillRect/>
          </a:stretch>
        </p:blipFill>
        <p:spPr>
          <a:xfrm>
            <a:off x="6150624" y="2967150"/>
            <a:ext cx="2736348" cy="16941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51"/>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Join the Zowe Conformance Program</a:t>
            </a:r>
            <a:endParaRPr/>
          </a:p>
        </p:txBody>
      </p:sp>
      <p:sp>
        <p:nvSpPr>
          <p:cNvPr id="1242" name="Google Shape;1242;p151"/>
          <p:cNvSpPr txBox="1"/>
          <p:nvPr>
            <p:ph idx="1" type="body"/>
          </p:nvPr>
        </p:nvSpPr>
        <p:spPr>
          <a:xfrm>
            <a:off x="317500" y="943425"/>
            <a:ext cx="58560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Clr>
                <a:schemeClr val="dk1"/>
              </a:buClr>
              <a:buSzPts val="1100"/>
              <a:buFont typeface="Arial"/>
              <a:buNone/>
            </a:pPr>
            <a:r>
              <a:rPr lang="en-US" sz="1300"/>
              <a:t>Zowe Conformance Program enables vendors to showcase their offerings based on Zowe, as well as their capabilities in supporting Zowe end-users.</a:t>
            </a:r>
            <a:endParaRPr sz="1300"/>
          </a:p>
          <a:p>
            <a:pPr indent="0" lvl="0" marL="0" rtl="0" algn="l">
              <a:spcBef>
                <a:spcPts val="400"/>
              </a:spcBef>
              <a:spcAft>
                <a:spcPts val="0"/>
              </a:spcAft>
              <a:buClr>
                <a:schemeClr val="dk1"/>
              </a:buClr>
              <a:buSzPts val="1100"/>
              <a:buFont typeface="Arial"/>
              <a:buNone/>
            </a:pPr>
            <a:r>
              <a:rPr lang="en-US" sz="1300"/>
              <a:t>Zowe Support Provider Conformance Program gives vendors the ability to showcase their Zowe support competencies.</a:t>
            </a:r>
            <a:endParaRPr sz="1300"/>
          </a:p>
          <a:p>
            <a:pPr indent="0" lvl="0" marL="0" rtl="0" algn="l">
              <a:spcBef>
                <a:spcPts val="400"/>
              </a:spcBef>
              <a:spcAft>
                <a:spcPts val="0"/>
              </a:spcAft>
              <a:buClr>
                <a:schemeClr val="dk1"/>
              </a:buClr>
              <a:buSzPts val="1100"/>
              <a:buFont typeface="Arial"/>
              <a:buNone/>
            </a:pPr>
            <a:r>
              <a:t/>
            </a:r>
            <a:endParaRPr sz="1300"/>
          </a:p>
          <a:p>
            <a:pPr indent="0" lvl="0" marL="0" rtl="0" algn="l">
              <a:spcBef>
                <a:spcPts val="400"/>
              </a:spcBef>
              <a:spcAft>
                <a:spcPts val="0"/>
              </a:spcAft>
              <a:buClr>
                <a:schemeClr val="dk1"/>
              </a:buClr>
              <a:buSzPts val="1100"/>
              <a:buFont typeface="Arial"/>
              <a:buNone/>
            </a:pPr>
            <a:r>
              <a:rPr b="1" lang="en-US" sz="1300"/>
              <a:t>Benefits</a:t>
            </a:r>
            <a:endParaRPr b="1" sz="1300"/>
          </a:p>
          <a:p>
            <a:pPr indent="-311150" lvl="0" marL="457200" rtl="0" algn="l">
              <a:spcBef>
                <a:spcPts val="400"/>
              </a:spcBef>
              <a:spcAft>
                <a:spcPts val="0"/>
              </a:spcAft>
              <a:buSzPts val="1300"/>
              <a:buChar char="-"/>
            </a:pPr>
            <a:r>
              <a:rPr lang="en-US" sz="1300"/>
              <a:t>Your offering and logo listed in the </a:t>
            </a:r>
            <a:r>
              <a:rPr lang="en-US" sz="1300" u="sng">
                <a:solidFill>
                  <a:schemeClr val="hlink"/>
                </a:solidFill>
                <a:hlinkClick r:id="rId3"/>
              </a:rPr>
              <a:t>Zowe Conformant offering directory</a:t>
            </a:r>
            <a:r>
              <a:rPr lang="en-US" sz="1300"/>
              <a:t> or </a:t>
            </a:r>
            <a:r>
              <a:rPr lang="en-US" sz="1300" u="sng">
                <a:solidFill>
                  <a:schemeClr val="hlink"/>
                </a:solidFill>
                <a:hlinkClick r:id="rId4"/>
              </a:rPr>
              <a:t>Zowe Conformant Support Provider directory</a:t>
            </a:r>
            <a:r>
              <a:rPr lang="en-US" sz="1300"/>
              <a:t> and showcased in Zowe outreach materials</a:t>
            </a:r>
            <a:endParaRPr sz="1300"/>
          </a:p>
          <a:p>
            <a:pPr indent="-311150" lvl="0" marL="457200" rtl="0" algn="l">
              <a:spcBef>
                <a:spcPts val="0"/>
              </a:spcBef>
              <a:spcAft>
                <a:spcPts val="0"/>
              </a:spcAft>
              <a:buSzPts val="1300"/>
              <a:buChar char="-"/>
            </a:pPr>
            <a:r>
              <a:rPr lang="en-US" sz="1300"/>
              <a:t>Exclusive branding marks to use in your product materials</a:t>
            </a:r>
            <a:endParaRPr sz="1300"/>
          </a:p>
          <a:p>
            <a:pPr indent="-311150" lvl="0" marL="457200" rtl="0" algn="l">
              <a:spcBef>
                <a:spcPts val="0"/>
              </a:spcBef>
              <a:spcAft>
                <a:spcPts val="0"/>
              </a:spcAft>
              <a:buSzPts val="1300"/>
              <a:buChar char="-"/>
            </a:pPr>
            <a:r>
              <a:rPr lang="en-US" sz="1300"/>
              <a:t>Participation in the Zowe Advisory Council (ZAC)</a:t>
            </a:r>
            <a:endParaRPr sz="1300"/>
          </a:p>
          <a:p>
            <a:pPr indent="-311150" lvl="0" marL="457200" rtl="0" algn="l">
              <a:spcBef>
                <a:spcPts val="0"/>
              </a:spcBef>
              <a:spcAft>
                <a:spcPts val="0"/>
              </a:spcAft>
              <a:buSzPts val="1300"/>
              <a:buChar char="-"/>
            </a:pPr>
            <a:r>
              <a:rPr lang="en-US" sz="1300"/>
              <a:t>PR announcement for new organizations providing offerings</a:t>
            </a:r>
            <a:endParaRPr sz="1300"/>
          </a:p>
          <a:p>
            <a:pPr indent="-311150" lvl="0" marL="457200" rtl="0" algn="l">
              <a:spcBef>
                <a:spcPts val="0"/>
              </a:spcBef>
              <a:spcAft>
                <a:spcPts val="0"/>
              </a:spcAft>
              <a:buSzPts val="1300"/>
              <a:buChar char="-"/>
            </a:pPr>
            <a:r>
              <a:rPr lang="en-US" sz="1300"/>
              <a:t>Post a guest blog post on your offering on the Open Mainframe Project and Zowe blog</a:t>
            </a:r>
            <a:endParaRPr sz="1300"/>
          </a:p>
          <a:p>
            <a:pPr indent="0" lvl="0" marL="0" rtl="0" algn="l">
              <a:spcBef>
                <a:spcPts val="400"/>
              </a:spcBef>
              <a:spcAft>
                <a:spcPts val="0"/>
              </a:spcAft>
              <a:buClr>
                <a:schemeClr val="dk1"/>
              </a:buClr>
              <a:buSzPts val="1100"/>
              <a:buFont typeface="Arial"/>
              <a:buNone/>
            </a:pPr>
            <a:r>
              <a:t/>
            </a:r>
            <a:endParaRPr sz="700"/>
          </a:p>
          <a:p>
            <a:pPr indent="0" lvl="0" marL="0" rtl="0" algn="l">
              <a:spcBef>
                <a:spcPts val="400"/>
              </a:spcBef>
              <a:spcAft>
                <a:spcPts val="0"/>
              </a:spcAft>
              <a:buClr>
                <a:schemeClr val="dk1"/>
              </a:buClr>
              <a:buSzPts val="1100"/>
              <a:buFont typeface="Arial"/>
              <a:buNone/>
            </a:pPr>
            <a:r>
              <a:rPr b="1" lang="en-US" sz="1400"/>
              <a:t>Fees are waived for Open Mainframe Project members </a:t>
            </a:r>
            <a:endParaRPr b="1" sz="1400"/>
          </a:p>
          <a:p>
            <a:pPr indent="0" lvl="0" marL="0" rtl="0" algn="l">
              <a:spcBef>
                <a:spcPts val="400"/>
              </a:spcBef>
              <a:spcAft>
                <a:spcPts val="0"/>
              </a:spcAft>
              <a:buClr>
                <a:schemeClr val="dk1"/>
              </a:buClr>
              <a:buSzPts val="1100"/>
              <a:buFont typeface="Arial"/>
              <a:buNone/>
            </a:pPr>
            <a:r>
              <a:rPr lang="en-US" sz="1300"/>
              <a:t>More details at </a:t>
            </a:r>
            <a:r>
              <a:rPr lang="en-US" sz="1300" u="sng">
                <a:solidFill>
                  <a:schemeClr val="hlink"/>
                </a:solidFill>
                <a:hlinkClick r:id="rId5"/>
              </a:rPr>
              <a:t>https://www.openmainframeproject.org/projects/zowe/conformance</a:t>
            </a:r>
            <a:endParaRPr sz="1300"/>
          </a:p>
        </p:txBody>
      </p:sp>
      <p:pic>
        <p:nvPicPr>
          <p:cNvPr id="1243" name="Google Shape;1243;p151"/>
          <p:cNvPicPr preferRelativeResize="0"/>
          <p:nvPr/>
        </p:nvPicPr>
        <p:blipFill>
          <a:blip r:embed="rId6">
            <a:alphaModFix/>
          </a:blip>
          <a:stretch>
            <a:fillRect/>
          </a:stretch>
        </p:blipFill>
        <p:spPr>
          <a:xfrm>
            <a:off x="6385897" y="1198199"/>
            <a:ext cx="2258353" cy="1182014"/>
          </a:xfrm>
          <a:prstGeom prst="rect">
            <a:avLst/>
          </a:prstGeom>
          <a:noFill/>
          <a:ln>
            <a:noFill/>
          </a:ln>
        </p:spPr>
      </p:pic>
      <p:pic>
        <p:nvPicPr>
          <p:cNvPr id="1244" name="Google Shape;1244;p151"/>
          <p:cNvPicPr preferRelativeResize="0"/>
          <p:nvPr/>
        </p:nvPicPr>
        <p:blipFill>
          <a:blip r:embed="rId7">
            <a:alphaModFix/>
          </a:blip>
          <a:stretch>
            <a:fillRect/>
          </a:stretch>
        </p:blipFill>
        <p:spPr>
          <a:xfrm>
            <a:off x="6385900" y="2770250"/>
            <a:ext cx="2258350" cy="130011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52"/>
          <p:cNvSpPr txBox="1"/>
          <p:nvPr>
            <p:ph idx="12" type="sldNum"/>
          </p:nvPr>
        </p:nvSpPr>
        <p:spPr>
          <a:xfrm>
            <a:off x="8227785" y="4803546"/>
            <a:ext cx="580500" cy="273900"/>
          </a:xfrm>
          <a:prstGeom prst="rect">
            <a:avLst/>
          </a:prstGeom>
        </p:spPr>
        <p:txBody>
          <a:bodyPr anchorCtr="0" anchor="ctr" bIns="68575" lIns="68575" spcFirstLastPara="1" rIns="68575" wrap="square" tIns="68575">
            <a:noAutofit/>
          </a:bodyPr>
          <a:lstStyle/>
          <a:p>
            <a:pPr indent="0" lvl="0" marL="0" rtl="0" algn="r">
              <a:spcBef>
                <a:spcPts val="0"/>
              </a:spcBef>
              <a:spcAft>
                <a:spcPts val="0"/>
              </a:spcAft>
              <a:buClr>
                <a:srgbClr val="001F8E"/>
              </a:buClr>
              <a:buSzPts val="250"/>
              <a:buFont typeface="Gill Sans"/>
              <a:buNone/>
            </a:pPr>
            <a:fld id="{00000000-1234-1234-1234-123412341234}" type="slidenum">
              <a:rPr lang="en-US"/>
              <a:t>‹#›</a:t>
            </a:fld>
            <a:endParaRPr/>
          </a:p>
        </p:txBody>
      </p:sp>
      <p:sp>
        <p:nvSpPr>
          <p:cNvPr id="1251" name="Google Shape;1251;p152"/>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Showcase your career opportunities in mainframe</a:t>
            </a:r>
            <a:endParaRPr/>
          </a:p>
        </p:txBody>
      </p:sp>
      <p:sp>
        <p:nvSpPr>
          <p:cNvPr id="1252" name="Google Shape;1252;p152"/>
          <p:cNvSpPr txBox="1"/>
          <p:nvPr>
            <p:ph idx="1" type="body"/>
          </p:nvPr>
        </p:nvSpPr>
        <p:spPr>
          <a:xfrm>
            <a:off x="317500" y="943425"/>
            <a:ext cx="50091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u="sng">
                <a:solidFill>
                  <a:schemeClr val="hlink"/>
                </a:solidFill>
                <a:hlinkClick r:id="rId3"/>
              </a:rPr>
              <a:t>openmainframeproject.org/resources/careers</a:t>
            </a:r>
            <a:endParaRPr/>
          </a:p>
          <a:p>
            <a:pPr indent="0" lvl="0" marL="0" rtl="0" algn="l">
              <a:spcBef>
                <a:spcPts val="400"/>
              </a:spcBef>
              <a:spcAft>
                <a:spcPts val="0"/>
              </a:spcAft>
              <a:buNone/>
            </a:pPr>
            <a:r>
              <a:rPr lang="en-US"/>
              <a:t> </a:t>
            </a:r>
            <a:endParaRPr/>
          </a:p>
          <a:p>
            <a:pPr indent="-355600" lvl="0" marL="457200" rtl="0" algn="l">
              <a:spcBef>
                <a:spcPts val="400"/>
              </a:spcBef>
              <a:spcAft>
                <a:spcPts val="0"/>
              </a:spcAft>
              <a:buSzPts val="2000"/>
              <a:buChar char="•"/>
            </a:pPr>
            <a:r>
              <a:rPr lang="en-US"/>
              <a:t>S</a:t>
            </a:r>
            <a:r>
              <a:rPr lang="en-US"/>
              <a:t>howcase of Open Mainframe Project members who are hiring for mainframe positions</a:t>
            </a:r>
            <a:endParaRPr/>
          </a:p>
          <a:p>
            <a:pPr indent="-355600" lvl="0" marL="457200" rtl="0" algn="l">
              <a:spcBef>
                <a:spcPts val="0"/>
              </a:spcBef>
              <a:spcAft>
                <a:spcPts val="0"/>
              </a:spcAft>
              <a:buSzPts val="2000"/>
              <a:buChar char="•"/>
            </a:pPr>
            <a:r>
              <a:rPr lang="en-US"/>
              <a:t>Not a job board - links to each member’s job listings</a:t>
            </a:r>
            <a:endParaRPr/>
          </a:p>
          <a:p>
            <a:pPr indent="0" lvl="0" marL="0" rtl="0" algn="l">
              <a:spcBef>
                <a:spcPts val="400"/>
              </a:spcBef>
              <a:spcAft>
                <a:spcPts val="0"/>
              </a:spcAft>
              <a:buNone/>
            </a:pPr>
            <a:r>
              <a:t/>
            </a:r>
            <a:endParaRPr b="1"/>
          </a:p>
          <a:p>
            <a:pPr indent="0" lvl="0" marL="0" rtl="0" algn="l">
              <a:spcBef>
                <a:spcPts val="400"/>
              </a:spcBef>
              <a:spcAft>
                <a:spcPts val="0"/>
              </a:spcAft>
              <a:buNone/>
            </a:pPr>
            <a:r>
              <a:rPr b="1" lang="en-US"/>
              <a:t>ACTION: </a:t>
            </a:r>
            <a:r>
              <a:rPr b="1" lang="en-US" u="sng">
                <a:solidFill>
                  <a:schemeClr val="hlink"/>
                </a:solidFill>
                <a:hlinkClick r:id="rId4"/>
              </a:rPr>
              <a:t>Provide a link to your job listings</a:t>
            </a:r>
            <a:r>
              <a:rPr b="1" lang="en-US"/>
              <a:t> specific to mainframe positions</a:t>
            </a:r>
            <a:endParaRPr/>
          </a:p>
        </p:txBody>
      </p:sp>
      <p:pic>
        <p:nvPicPr>
          <p:cNvPr id="1253" name="Google Shape;1253;p152" title="Screenshot 2026-07-01 at 4.06.07 PM.png"/>
          <p:cNvPicPr preferRelativeResize="0"/>
          <p:nvPr/>
        </p:nvPicPr>
        <p:blipFill rotWithShape="1">
          <a:blip r:embed="rId5">
            <a:alphaModFix/>
          </a:blip>
          <a:srcRect b="2808" l="2767" r="2149" t="17205"/>
          <a:stretch/>
        </p:blipFill>
        <p:spPr>
          <a:xfrm>
            <a:off x="5647400" y="729650"/>
            <a:ext cx="3496599" cy="42640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53"/>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Host a Mentorship</a:t>
            </a:r>
            <a:endParaRPr/>
          </a:p>
        </p:txBody>
      </p:sp>
      <p:sp>
        <p:nvSpPr>
          <p:cNvPr id="1259" name="Google Shape;1259;p153"/>
          <p:cNvSpPr txBox="1"/>
          <p:nvPr>
            <p:ph idx="1" type="body"/>
          </p:nvPr>
        </p:nvSpPr>
        <p:spPr>
          <a:xfrm>
            <a:off x="334000" y="849375"/>
            <a:ext cx="55668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800"/>
              <a:t>Open Mainframe Project funds mentorships for students to bring new talent into mainframe through contributions to open source. These mentees have made huge impacts on hosted projects such as Zowe, Feilong, COBOL Programming Course, and more, as well as broad open source projects such as Alpine Linux, CloudFoundry, Kubernetes, and more. More than 1600+ students globally applied for a mentorship in 2024.</a:t>
            </a:r>
            <a:endParaRPr sz="1800"/>
          </a:p>
          <a:p>
            <a:pPr indent="0" lvl="0" marL="0" rtl="0" algn="l">
              <a:spcBef>
                <a:spcPts val="400"/>
              </a:spcBef>
              <a:spcAft>
                <a:spcPts val="0"/>
              </a:spcAft>
              <a:buNone/>
            </a:pPr>
            <a:r>
              <a:rPr lang="en-US" sz="1800"/>
              <a:t>Members can provide a mentorship and be a mentor, which is funded by the Open Mainframe Project. This provides a unique opportunity to find new talent.</a:t>
            </a:r>
            <a:endParaRPr sz="1800"/>
          </a:p>
          <a:p>
            <a:pPr indent="0" lvl="0" marL="0" rtl="0" algn="l">
              <a:spcBef>
                <a:spcPts val="400"/>
              </a:spcBef>
              <a:spcAft>
                <a:spcPts val="0"/>
              </a:spcAft>
              <a:buNone/>
            </a:pPr>
            <a:r>
              <a:rPr lang="en-US" sz="1800"/>
              <a:t>Contact </a:t>
            </a:r>
            <a:r>
              <a:rPr lang="en-US" sz="1800" u="sng">
                <a:solidFill>
                  <a:schemeClr val="hlink"/>
                </a:solidFill>
                <a:hlinkClick r:id="rId3"/>
              </a:rPr>
              <a:t>mentorship@openmainframeproject.org</a:t>
            </a:r>
            <a:r>
              <a:rPr lang="en-US" sz="1800"/>
              <a:t> if you are interested.</a:t>
            </a:r>
            <a:endParaRPr sz="1800"/>
          </a:p>
        </p:txBody>
      </p:sp>
      <p:pic>
        <p:nvPicPr>
          <p:cNvPr id="1260" name="Google Shape;1260;p153"/>
          <p:cNvPicPr preferRelativeResize="0"/>
          <p:nvPr/>
        </p:nvPicPr>
        <p:blipFill>
          <a:blip r:embed="rId4">
            <a:alphaModFix/>
          </a:blip>
          <a:stretch>
            <a:fillRect/>
          </a:stretch>
        </p:blipFill>
        <p:spPr>
          <a:xfrm>
            <a:off x="5840950" y="1011242"/>
            <a:ext cx="3126201" cy="31209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154"/>
          <p:cNvSpPr txBox="1"/>
          <p:nvPr>
            <p:ph idx="1" type="body"/>
          </p:nvPr>
        </p:nvSpPr>
        <p:spPr>
          <a:xfrm>
            <a:off x="232575" y="2317350"/>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0"/>
              </a:spcAft>
              <a:buNone/>
            </a:pPr>
            <a:r>
              <a:rPr b="1" lang="en-US" sz="900">
                <a:solidFill>
                  <a:srgbClr val="009BDE"/>
                </a:solidFill>
              </a:rPr>
              <a:t>LFX Insights</a:t>
            </a:r>
            <a:br>
              <a:rPr lang="en-US" sz="900">
                <a:solidFill>
                  <a:srgbClr val="000000"/>
                </a:solidFill>
              </a:rPr>
            </a:br>
            <a:r>
              <a:rPr lang="en-US" sz="900">
                <a:solidFill>
                  <a:srgbClr val="000000"/>
                </a:solidFill>
              </a:rPr>
              <a:t>You can’t improve what you don’t measure</a:t>
            </a:r>
            <a:endParaRPr sz="900">
              <a:solidFill>
                <a:srgbClr val="000000"/>
              </a:solidFill>
            </a:endParaRPr>
          </a:p>
          <a:p>
            <a:pPr indent="0" lvl="0" marL="0" rtl="0" algn="ctr">
              <a:spcBef>
                <a:spcPts val="800"/>
              </a:spcBef>
              <a:spcAft>
                <a:spcPts val="0"/>
              </a:spcAft>
              <a:buNone/>
            </a:pPr>
            <a:r>
              <a:t/>
            </a:r>
            <a:endParaRPr sz="900"/>
          </a:p>
        </p:txBody>
      </p:sp>
      <p:sp>
        <p:nvSpPr>
          <p:cNvPr id="1266" name="Google Shape;1266;p154"/>
          <p:cNvSpPr txBox="1"/>
          <p:nvPr>
            <p:ph idx="1" type="body"/>
          </p:nvPr>
        </p:nvSpPr>
        <p:spPr>
          <a:xfrm>
            <a:off x="1966400" y="2317350"/>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0"/>
              </a:spcAft>
              <a:buNone/>
            </a:pPr>
            <a:r>
              <a:rPr b="1" lang="en-US" sz="900">
                <a:solidFill>
                  <a:srgbClr val="009BDE"/>
                </a:solidFill>
              </a:rPr>
              <a:t>LFX Security</a:t>
            </a:r>
            <a:br>
              <a:rPr lang="en-US" sz="900">
                <a:solidFill>
                  <a:srgbClr val="000000"/>
                </a:solidFill>
              </a:rPr>
            </a:br>
            <a:r>
              <a:rPr lang="en-US" sz="900">
                <a:solidFill>
                  <a:srgbClr val="000000"/>
                </a:solidFill>
              </a:rPr>
              <a:t>Open source security is a shared responsibility</a:t>
            </a:r>
            <a:endParaRPr sz="900">
              <a:solidFill>
                <a:srgbClr val="000000"/>
              </a:solidFill>
            </a:endParaRPr>
          </a:p>
          <a:p>
            <a:pPr indent="0" lvl="0" marL="0" rtl="0" algn="ctr">
              <a:spcBef>
                <a:spcPts val="800"/>
              </a:spcBef>
              <a:spcAft>
                <a:spcPts val="0"/>
              </a:spcAft>
              <a:buNone/>
            </a:pPr>
            <a:r>
              <a:t/>
            </a:r>
            <a:endParaRPr sz="900"/>
          </a:p>
        </p:txBody>
      </p:sp>
      <p:sp>
        <p:nvSpPr>
          <p:cNvPr id="1267" name="Google Shape;1267;p154"/>
          <p:cNvSpPr txBox="1"/>
          <p:nvPr>
            <p:ph idx="1" type="body"/>
          </p:nvPr>
        </p:nvSpPr>
        <p:spPr>
          <a:xfrm>
            <a:off x="3748788" y="2317350"/>
            <a:ext cx="1706100" cy="994200"/>
          </a:xfrm>
          <a:prstGeom prst="rect">
            <a:avLst/>
          </a:prstGeom>
        </p:spPr>
        <p:txBody>
          <a:bodyPr anchorCtr="0" anchor="t" bIns="91425" lIns="91425" spcFirstLastPara="1" rIns="91425" wrap="square" tIns="91425">
            <a:normAutofit lnSpcReduction="10000"/>
          </a:bodyPr>
          <a:lstStyle/>
          <a:p>
            <a:pPr indent="0" lvl="0" marL="0" rtl="0" algn="ctr">
              <a:lnSpc>
                <a:spcPct val="115000"/>
              </a:lnSpc>
              <a:spcBef>
                <a:spcPts val="1200"/>
              </a:spcBef>
              <a:spcAft>
                <a:spcPts val="0"/>
              </a:spcAft>
              <a:buNone/>
            </a:pPr>
            <a:r>
              <a:rPr b="1" lang="en-US" sz="900">
                <a:solidFill>
                  <a:srgbClr val="009BDE"/>
                </a:solidFill>
              </a:rPr>
              <a:t>LFX Individual Dashboard</a:t>
            </a:r>
            <a:br>
              <a:rPr lang="en-US" sz="900">
                <a:solidFill>
                  <a:srgbClr val="000000"/>
                </a:solidFill>
              </a:rPr>
            </a:br>
            <a:r>
              <a:rPr lang="en-US" sz="900">
                <a:solidFill>
                  <a:srgbClr val="000000"/>
                </a:solidFill>
              </a:rPr>
              <a:t>Measure your impact across the entire open source ecosystem</a:t>
            </a:r>
            <a:endParaRPr sz="900">
              <a:solidFill>
                <a:srgbClr val="000000"/>
              </a:solidFill>
            </a:endParaRPr>
          </a:p>
          <a:p>
            <a:pPr indent="0" lvl="0" marL="0" rtl="0" algn="ctr">
              <a:spcBef>
                <a:spcPts val="800"/>
              </a:spcBef>
              <a:spcAft>
                <a:spcPts val="0"/>
              </a:spcAft>
              <a:buNone/>
            </a:pPr>
            <a:r>
              <a:t/>
            </a:r>
            <a:endParaRPr sz="900"/>
          </a:p>
        </p:txBody>
      </p:sp>
      <p:sp>
        <p:nvSpPr>
          <p:cNvPr id="1268" name="Google Shape;1268;p154"/>
          <p:cNvSpPr txBox="1"/>
          <p:nvPr>
            <p:ph idx="1" type="body"/>
          </p:nvPr>
        </p:nvSpPr>
        <p:spPr>
          <a:xfrm>
            <a:off x="5460776" y="2317350"/>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0"/>
              </a:spcAft>
              <a:buNone/>
            </a:pPr>
            <a:r>
              <a:rPr b="1" lang="en-US" sz="900">
                <a:solidFill>
                  <a:srgbClr val="009BDE"/>
                </a:solidFill>
              </a:rPr>
              <a:t>LFX Mentorship</a:t>
            </a:r>
            <a:br>
              <a:rPr lang="en-US" sz="900">
                <a:solidFill>
                  <a:srgbClr val="000000"/>
                </a:solidFill>
              </a:rPr>
            </a:br>
            <a:r>
              <a:rPr lang="en-US" sz="900">
                <a:solidFill>
                  <a:srgbClr val="000000"/>
                </a:solidFill>
              </a:rPr>
              <a:t>Train future open source leaders</a:t>
            </a:r>
            <a:endParaRPr sz="900">
              <a:solidFill>
                <a:srgbClr val="000000"/>
              </a:solidFill>
            </a:endParaRPr>
          </a:p>
          <a:p>
            <a:pPr indent="0" lvl="0" marL="0" rtl="0" algn="ctr">
              <a:spcBef>
                <a:spcPts val="800"/>
              </a:spcBef>
              <a:spcAft>
                <a:spcPts val="0"/>
              </a:spcAft>
              <a:buNone/>
            </a:pPr>
            <a:r>
              <a:t/>
            </a:r>
            <a:endParaRPr sz="900"/>
          </a:p>
        </p:txBody>
      </p:sp>
      <p:sp>
        <p:nvSpPr>
          <p:cNvPr id="1269" name="Google Shape;1269;p154"/>
          <p:cNvSpPr txBox="1"/>
          <p:nvPr>
            <p:ph idx="1" type="body"/>
          </p:nvPr>
        </p:nvSpPr>
        <p:spPr>
          <a:xfrm>
            <a:off x="7205326" y="2317350"/>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200"/>
              </a:spcAft>
              <a:buNone/>
            </a:pPr>
            <a:r>
              <a:rPr b="1" lang="en-US" sz="900">
                <a:solidFill>
                  <a:srgbClr val="009BDE"/>
                </a:solidFill>
              </a:rPr>
              <a:t>LFX EasyCLA</a:t>
            </a:r>
            <a:br>
              <a:rPr lang="en-US" sz="900">
                <a:solidFill>
                  <a:srgbClr val="000000"/>
                </a:solidFill>
              </a:rPr>
            </a:br>
            <a:r>
              <a:rPr lang="en-US" sz="900">
                <a:solidFill>
                  <a:srgbClr val="000000"/>
                </a:solidFill>
              </a:rPr>
              <a:t>Don’t let contribution policy disrupt development velocity</a:t>
            </a:r>
            <a:endParaRPr sz="900"/>
          </a:p>
        </p:txBody>
      </p:sp>
      <p:pic>
        <p:nvPicPr>
          <p:cNvPr id="1270" name="Google Shape;1270;p154"/>
          <p:cNvPicPr preferRelativeResize="0"/>
          <p:nvPr/>
        </p:nvPicPr>
        <p:blipFill>
          <a:blip r:embed="rId3">
            <a:alphaModFix/>
          </a:blip>
          <a:stretch>
            <a:fillRect/>
          </a:stretch>
        </p:blipFill>
        <p:spPr>
          <a:xfrm>
            <a:off x="7304098" y="1336330"/>
            <a:ext cx="1635851" cy="994215"/>
          </a:xfrm>
          <a:prstGeom prst="rect">
            <a:avLst/>
          </a:prstGeom>
          <a:noFill/>
          <a:ln>
            <a:noFill/>
          </a:ln>
        </p:spPr>
      </p:pic>
      <p:sp>
        <p:nvSpPr>
          <p:cNvPr id="1271" name="Google Shape;1271;p154"/>
          <p:cNvSpPr txBox="1"/>
          <p:nvPr>
            <p:ph idx="1" type="body"/>
          </p:nvPr>
        </p:nvSpPr>
        <p:spPr>
          <a:xfrm>
            <a:off x="279813" y="4110175"/>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0"/>
              </a:spcAft>
              <a:buNone/>
            </a:pPr>
            <a:r>
              <a:rPr b="1" lang="en-US" sz="900">
                <a:solidFill>
                  <a:srgbClr val="009BDE"/>
                </a:solidFill>
              </a:rPr>
              <a:t>LFX Crowdfunding</a:t>
            </a:r>
            <a:br>
              <a:rPr lang="en-US" sz="900">
                <a:solidFill>
                  <a:srgbClr val="000000"/>
                </a:solidFill>
              </a:rPr>
            </a:br>
            <a:r>
              <a:rPr lang="en-US" sz="900">
                <a:solidFill>
                  <a:srgbClr val="000000"/>
                </a:solidFill>
              </a:rPr>
              <a:t>Support the projects you depend on</a:t>
            </a:r>
            <a:endParaRPr sz="900">
              <a:solidFill>
                <a:srgbClr val="000000"/>
              </a:solidFill>
            </a:endParaRPr>
          </a:p>
          <a:p>
            <a:pPr indent="0" lvl="0" marL="0" rtl="0" algn="ctr">
              <a:spcBef>
                <a:spcPts val="800"/>
              </a:spcBef>
              <a:spcAft>
                <a:spcPts val="0"/>
              </a:spcAft>
              <a:buNone/>
            </a:pPr>
            <a:r>
              <a:t/>
            </a:r>
            <a:endParaRPr sz="900"/>
          </a:p>
        </p:txBody>
      </p:sp>
      <p:sp>
        <p:nvSpPr>
          <p:cNvPr id="1272" name="Google Shape;1272;p154"/>
          <p:cNvSpPr txBox="1"/>
          <p:nvPr>
            <p:ph idx="1" type="body"/>
          </p:nvPr>
        </p:nvSpPr>
        <p:spPr>
          <a:xfrm>
            <a:off x="1991801" y="4110175"/>
            <a:ext cx="1706100" cy="994200"/>
          </a:xfrm>
          <a:prstGeom prst="rect">
            <a:avLst/>
          </a:prstGeom>
        </p:spPr>
        <p:txBody>
          <a:bodyPr anchorCtr="0" anchor="t" bIns="91425" lIns="91425" spcFirstLastPara="1" rIns="91425" wrap="square" tIns="91425">
            <a:normAutofit lnSpcReduction="20000"/>
          </a:bodyPr>
          <a:lstStyle/>
          <a:p>
            <a:pPr indent="0" lvl="0" marL="0" rtl="0" algn="ctr">
              <a:lnSpc>
                <a:spcPct val="115000"/>
              </a:lnSpc>
              <a:spcBef>
                <a:spcPts val="1200"/>
              </a:spcBef>
              <a:spcAft>
                <a:spcPts val="200"/>
              </a:spcAft>
              <a:buNone/>
            </a:pPr>
            <a:r>
              <a:rPr b="1" lang="en-US" sz="900">
                <a:solidFill>
                  <a:srgbClr val="009BDE"/>
                </a:solidFill>
              </a:rPr>
              <a:t>LFX Organization Dashboard</a:t>
            </a:r>
            <a:br>
              <a:rPr lang="en-US" sz="900">
                <a:solidFill>
                  <a:srgbClr val="000000"/>
                </a:solidFill>
              </a:rPr>
            </a:br>
            <a:r>
              <a:rPr lang="en-US" sz="900">
                <a:solidFill>
                  <a:srgbClr val="000000"/>
                </a:solidFill>
              </a:rPr>
              <a:t>Company administrators can see all of their organization’s contributions across LF projects.</a:t>
            </a:r>
            <a:endParaRPr sz="900"/>
          </a:p>
        </p:txBody>
      </p:sp>
      <p:sp>
        <p:nvSpPr>
          <p:cNvPr id="1273" name="Google Shape;1273;p154"/>
          <p:cNvSpPr txBox="1"/>
          <p:nvPr>
            <p:ph idx="1" type="body"/>
          </p:nvPr>
        </p:nvSpPr>
        <p:spPr>
          <a:xfrm>
            <a:off x="3736351" y="4110175"/>
            <a:ext cx="1706100" cy="994200"/>
          </a:xfrm>
          <a:prstGeom prst="rect">
            <a:avLst/>
          </a:prstGeom>
        </p:spPr>
        <p:txBody>
          <a:bodyPr anchorCtr="0" anchor="t" bIns="91425" lIns="91425" spcFirstLastPara="1" rIns="91425" wrap="square" tIns="91425">
            <a:normAutofit/>
          </a:bodyPr>
          <a:lstStyle/>
          <a:p>
            <a:pPr indent="0" lvl="0" marL="0" rtl="0" algn="ctr">
              <a:lnSpc>
                <a:spcPct val="115000"/>
              </a:lnSpc>
              <a:spcBef>
                <a:spcPts val="1200"/>
              </a:spcBef>
              <a:spcAft>
                <a:spcPts val="200"/>
              </a:spcAft>
              <a:buNone/>
            </a:pPr>
            <a:r>
              <a:rPr b="1" lang="en-US" sz="900">
                <a:solidFill>
                  <a:srgbClr val="009BDE"/>
                </a:solidFill>
              </a:rPr>
              <a:t>LFX Project Control Center</a:t>
            </a:r>
            <a:br>
              <a:rPr lang="en-US" sz="900">
                <a:solidFill>
                  <a:srgbClr val="000000"/>
                </a:solidFill>
              </a:rPr>
            </a:br>
            <a:r>
              <a:rPr lang="en-US" sz="900">
                <a:solidFill>
                  <a:srgbClr val="000000"/>
                </a:solidFill>
              </a:rPr>
              <a:t>The limited access beta enables project services to be managed from a portal interface.</a:t>
            </a:r>
            <a:endParaRPr sz="900"/>
          </a:p>
        </p:txBody>
      </p:sp>
      <p:pic>
        <p:nvPicPr>
          <p:cNvPr id="1274" name="Google Shape;1274;p154"/>
          <p:cNvPicPr preferRelativeResize="0"/>
          <p:nvPr/>
        </p:nvPicPr>
        <p:blipFill>
          <a:blip r:embed="rId4">
            <a:alphaModFix/>
          </a:blip>
          <a:stretch>
            <a:fillRect/>
          </a:stretch>
        </p:blipFill>
        <p:spPr>
          <a:xfrm>
            <a:off x="360900" y="3142300"/>
            <a:ext cx="1592475" cy="967866"/>
          </a:xfrm>
          <a:prstGeom prst="rect">
            <a:avLst/>
          </a:prstGeom>
          <a:noFill/>
          <a:ln>
            <a:noFill/>
          </a:ln>
        </p:spPr>
      </p:pic>
      <p:sp>
        <p:nvSpPr>
          <p:cNvPr id="1275" name="Google Shape;1275;p154"/>
          <p:cNvSpPr txBox="1"/>
          <p:nvPr/>
        </p:nvSpPr>
        <p:spPr>
          <a:xfrm>
            <a:off x="347875" y="822775"/>
            <a:ext cx="83766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434343"/>
                </a:solidFill>
              </a:rPr>
              <a:t>LFX is a toolkit built to add value to every aspect of open source development. LFX directly supports projects and empowers open source developers to write better, more secure code and grow sustainable ecosystems.</a:t>
            </a:r>
            <a:endParaRPr sz="1200">
              <a:solidFill>
                <a:srgbClr val="434343"/>
              </a:solidFill>
            </a:endParaRPr>
          </a:p>
        </p:txBody>
      </p:sp>
      <p:pic>
        <p:nvPicPr>
          <p:cNvPr id="1276" name="Google Shape;1276;p154"/>
          <p:cNvPicPr preferRelativeResize="0"/>
          <p:nvPr/>
        </p:nvPicPr>
        <p:blipFill>
          <a:blip r:embed="rId5">
            <a:alphaModFix/>
          </a:blip>
          <a:stretch>
            <a:fillRect/>
          </a:stretch>
        </p:blipFill>
        <p:spPr>
          <a:xfrm>
            <a:off x="438900" y="415950"/>
            <a:ext cx="903830" cy="221700"/>
          </a:xfrm>
          <a:prstGeom prst="rect">
            <a:avLst/>
          </a:prstGeom>
          <a:noFill/>
          <a:ln>
            <a:noFill/>
          </a:ln>
        </p:spPr>
      </p:pic>
      <p:sp>
        <p:nvSpPr>
          <p:cNvPr id="1277" name="Google Shape;1277;p154"/>
          <p:cNvSpPr txBox="1"/>
          <p:nvPr/>
        </p:nvSpPr>
        <p:spPr>
          <a:xfrm>
            <a:off x="5724475" y="3195525"/>
            <a:ext cx="3000000" cy="1179300"/>
          </a:xfrm>
          <a:prstGeom prst="rect">
            <a:avLst/>
          </a:prstGeom>
          <a:noFill/>
          <a:ln>
            <a:noFill/>
          </a:ln>
        </p:spPr>
        <p:txBody>
          <a:bodyPr anchorCtr="0" anchor="t" bIns="91425" lIns="91425" spcFirstLastPara="1" rIns="91425" wrap="square" tIns="91425">
            <a:spAutoFit/>
          </a:bodyPr>
          <a:lstStyle/>
          <a:p>
            <a:pPr indent="0" lvl="0" marL="177800" marR="177800" rtl="0" algn="l">
              <a:lnSpc>
                <a:spcPct val="115000"/>
              </a:lnSpc>
              <a:spcBef>
                <a:spcPts val="1200"/>
              </a:spcBef>
              <a:spcAft>
                <a:spcPts val="0"/>
              </a:spcAft>
              <a:buNone/>
            </a:pPr>
            <a:r>
              <a:rPr b="1" lang="en-US" sz="1300"/>
              <a:t>Additional tools include...</a:t>
            </a:r>
            <a:endParaRPr b="1" sz="1300"/>
          </a:p>
          <a:p>
            <a:pPr indent="-304800" lvl="0" marL="457200" rtl="0" algn="l">
              <a:spcBef>
                <a:spcPts val="200"/>
              </a:spcBef>
              <a:spcAft>
                <a:spcPts val="0"/>
              </a:spcAft>
              <a:buSzPts val="1200"/>
              <a:buChar char="●"/>
            </a:pPr>
            <a:r>
              <a:rPr lang="en-US" sz="1200"/>
              <a:t>LFX Member Enrollment</a:t>
            </a:r>
            <a:endParaRPr sz="1200"/>
          </a:p>
          <a:p>
            <a:pPr indent="-304800" lvl="0" marL="457200" rtl="0" algn="l">
              <a:spcBef>
                <a:spcPts val="0"/>
              </a:spcBef>
              <a:spcAft>
                <a:spcPts val="0"/>
              </a:spcAft>
              <a:buSzPts val="1200"/>
              <a:buChar char="●"/>
            </a:pPr>
            <a:r>
              <a:rPr lang="en-US" sz="1200"/>
              <a:t>LFX Landscape</a:t>
            </a:r>
            <a:endParaRPr sz="1200"/>
          </a:p>
          <a:p>
            <a:pPr indent="-304800" lvl="0" marL="457200" rtl="0" algn="l">
              <a:spcBef>
                <a:spcPts val="0"/>
              </a:spcBef>
              <a:spcAft>
                <a:spcPts val="0"/>
              </a:spcAft>
              <a:buSzPts val="1200"/>
              <a:buChar char="●"/>
            </a:pPr>
            <a:r>
              <a:rPr lang="en-US" sz="1200"/>
              <a:t>LFX Community Events</a:t>
            </a:r>
            <a:endParaRPr sz="1200"/>
          </a:p>
          <a:p>
            <a:pPr indent="-304800" lvl="0" marL="457200" rtl="0" algn="l">
              <a:spcBef>
                <a:spcPts val="0"/>
              </a:spcBef>
              <a:spcAft>
                <a:spcPts val="0"/>
              </a:spcAft>
              <a:buSzPts val="1200"/>
              <a:buChar char="●"/>
            </a:pPr>
            <a:r>
              <a:rPr lang="en-US" sz="1200"/>
              <a:t>LFX Training Portal</a:t>
            </a:r>
            <a:endParaRPr sz="900">
              <a:solidFill>
                <a:schemeClr val="hlink"/>
              </a:solidFill>
            </a:endParaRPr>
          </a:p>
        </p:txBody>
      </p:sp>
      <p:sp>
        <p:nvSpPr>
          <p:cNvPr id="1278" name="Google Shape;1278;p154"/>
          <p:cNvSpPr/>
          <p:nvPr/>
        </p:nvSpPr>
        <p:spPr>
          <a:xfrm>
            <a:off x="5953075" y="4391275"/>
            <a:ext cx="2857500" cy="362100"/>
          </a:xfrm>
          <a:prstGeom prst="rect">
            <a:avLst/>
          </a:prstGeom>
          <a:solidFill>
            <a:srgbClr val="009B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FFFFF"/>
                </a:solidFill>
              </a:rPr>
              <a:t>Learn more at </a:t>
            </a:r>
            <a:r>
              <a:rPr lang="en-US" sz="2000" u="sng">
                <a:solidFill>
                  <a:srgbClr val="FFFFFF"/>
                </a:solidFill>
              </a:rPr>
              <a:t>lfx.dev</a:t>
            </a:r>
            <a:endParaRPr sz="2000" u="sng">
              <a:solidFill>
                <a:srgbClr val="FFFFFF"/>
              </a:solidFill>
            </a:endParaRPr>
          </a:p>
        </p:txBody>
      </p:sp>
      <p:sp>
        <p:nvSpPr>
          <p:cNvPr id="1279" name="Google Shape;1279;p154"/>
          <p:cNvSpPr txBox="1"/>
          <p:nvPr>
            <p:ph idx="12" type="sldNum"/>
          </p:nvPr>
        </p:nvSpPr>
        <p:spPr>
          <a:xfrm>
            <a:off x="8868254" y="4937760"/>
            <a:ext cx="275700" cy="2058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pSp>
        <p:nvGrpSpPr>
          <p:cNvPr id="1280" name="Google Shape;1280;p154"/>
          <p:cNvGrpSpPr/>
          <p:nvPr/>
        </p:nvGrpSpPr>
        <p:grpSpPr>
          <a:xfrm>
            <a:off x="2064900" y="3142313"/>
            <a:ext cx="1592475" cy="967852"/>
            <a:chOff x="2064900" y="3142313"/>
            <a:chExt cx="1592475" cy="967852"/>
          </a:xfrm>
        </p:grpSpPr>
        <p:pic>
          <p:nvPicPr>
            <p:cNvPr id="1281" name="Google Shape;1281;p154"/>
            <p:cNvPicPr preferRelativeResize="0"/>
            <p:nvPr/>
          </p:nvPicPr>
          <p:blipFill>
            <a:blip r:embed="rId6">
              <a:alphaModFix/>
            </a:blip>
            <a:stretch>
              <a:fillRect/>
            </a:stretch>
          </p:blipFill>
          <p:spPr>
            <a:xfrm>
              <a:off x="2064900" y="3142313"/>
              <a:ext cx="1592475" cy="967852"/>
            </a:xfrm>
            <a:prstGeom prst="rect">
              <a:avLst/>
            </a:prstGeom>
            <a:noFill/>
            <a:ln>
              <a:noFill/>
            </a:ln>
          </p:spPr>
        </p:pic>
        <p:pic>
          <p:nvPicPr>
            <p:cNvPr id="1282" name="Google Shape;1282;p154"/>
            <p:cNvPicPr preferRelativeResize="0"/>
            <p:nvPr/>
          </p:nvPicPr>
          <p:blipFill rotWithShape="1">
            <a:blip r:embed="rId7">
              <a:alphaModFix/>
            </a:blip>
            <a:srcRect b="2468" l="0" r="0" t="0"/>
            <a:stretch/>
          </p:blipFill>
          <p:spPr>
            <a:xfrm>
              <a:off x="2287200" y="3255050"/>
              <a:ext cx="1142675" cy="719076"/>
            </a:xfrm>
            <a:prstGeom prst="rect">
              <a:avLst/>
            </a:prstGeom>
            <a:noFill/>
            <a:ln>
              <a:noFill/>
            </a:ln>
          </p:spPr>
        </p:pic>
      </p:grpSp>
      <p:grpSp>
        <p:nvGrpSpPr>
          <p:cNvPr id="1283" name="Google Shape;1283;p154"/>
          <p:cNvGrpSpPr/>
          <p:nvPr/>
        </p:nvGrpSpPr>
        <p:grpSpPr>
          <a:xfrm>
            <a:off x="3809572" y="1349512"/>
            <a:ext cx="1592475" cy="967849"/>
            <a:chOff x="3809572" y="1349512"/>
            <a:chExt cx="1592475" cy="967849"/>
          </a:xfrm>
        </p:grpSpPr>
        <p:pic>
          <p:nvPicPr>
            <p:cNvPr id="1284" name="Google Shape;1284;p154"/>
            <p:cNvPicPr preferRelativeResize="0"/>
            <p:nvPr/>
          </p:nvPicPr>
          <p:blipFill>
            <a:blip r:embed="rId8">
              <a:alphaModFix/>
            </a:blip>
            <a:stretch>
              <a:fillRect/>
            </a:stretch>
          </p:blipFill>
          <p:spPr>
            <a:xfrm>
              <a:off x="3809572" y="1349512"/>
              <a:ext cx="1592475" cy="967849"/>
            </a:xfrm>
            <a:prstGeom prst="rect">
              <a:avLst/>
            </a:prstGeom>
            <a:noFill/>
            <a:ln>
              <a:noFill/>
            </a:ln>
          </p:spPr>
        </p:pic>
        <p:pic>
          <p:nvPicPr>
            <p:cNvPr id="1285" name="Google Shape;1285;p154"/>
            <p:cNvPicPr preferRelativeResize="0"/>
            <p:nvPr/>
          </p:nvPicPr>
          <p:blipFill>
            <a:blip r:embed="rId9">
              <a:alphaModFix/>
            </a:blip>
            <a:stretch>
              <a:fillRect/>
            </a:stretch>
          </p:blipFill>
          <p:spPr>
            <a:xfrm>
              <a:off x="4044000" y="1467300"/>
              <a:ext cx="1123574" cy="710350"/>
            </a:xfrm>
            <a:prstGeom prst="rect">
              <a:avLst/>
            </a:prstGeom>
            <a:noFill/>
            <a:ln>
              <a:noFill/>
            </a:ln>
          </p:spPr>
        </p:pic>
      </p:grpSp>
      <p:grpSp>
        <p:nvGrpSpPr>
          <p:cNvPr id="1286" name="Google Shape;1286;p154"/>
          <p:cNvGrpSpPr/>
          <p:nvPr/>
        </p:nvGrpSpPr>
        <p:grpSpPr>
          <a:xfrm>
            <a:off x="271675" y="1336337"/>
            <a:ext cx="1635841" cy="994199"/>
            <a:chOff x="271675" y="1336337"/>
            <a:chExt cx="1635841" cy="994199"/>
          </a:xfrm>
        </p:grpSpPr>
        <p:pic>
          <p:nvPicPr>
            <p:cNvPr id="1287" name="Google Shape;1287;p154"/>
            <p:cNvPicPr preferRelativeResize="0"/>
            <p:nvPr/>
          </p:nvPicPr>
          <p:blipFill>
            <a:blip r:embed="rId10">
              <a:alphaModFix/>
            </a:blip>
            <a:stretch>
              <a:fillRect/>
            </a:stretch>
          </p:blipFill>
          <p:spPr>
            <a:xfrm>
              <a:off x="271675" y="1336337"/>
              <a:ext cx="1635841" cy="994199"/>
            </a:xfrm>
            <a:prstGeom prst="rect">
              <a:avLst/>
            </a:prstGeom>
            <a:noFill/>
            <a:ln>
              <a:noFill/>
            </a:ln>
          </p:spPr>
        </p:pic>
        <p:pic>
          <p:nvPicPr>
            <p:cNvPr id="1288" name="Google Shape;1288;p154"/>
            <p:cNvPicPr preferRelativeResize="0"/>
            <p:nvPr/>
          </p:nvPicPr>
          <p:blipFill>
            <a:blip r:embed="rId11">
              <a:alphaModFix/>
            </a:blip>
            <a:stretch>
              <a:fillRect/>
            </a:stretch>
          </p:blipFill>
          <p:spPr>
            <a:xfrm>
              <a:off x="504187" y="1460275"/>
              <a:ext cx="1162887" cy="724399"/>
            </a:xfrm>
            <a:prstGeom prst="rect">
              <a:avLst/>
            </a:prstGeom>
            <a:noFill/>
            <a:ln>
              <a:noFill/>
            </a:ln>
          </p:spPr>
        </p:pic>
      </p:grpSp>
      <p:grpSp>
        <p:nvGrpSpPr>
          <p:cNvPr id="1289" name="Google Shape;1289;p154"/>
          <p:cNvGrpSpPr/>
          <p:nvPr/>
        </p:nvGrpSpPr>
        <p:grpSpPr>
          <a:xfrm>
            <a:off x="3809575" y="3142318"/>
            <a:ext cx="1592475" cy="967840"/>
            <a:chOff x="3809575" y="3142318"/>
            <a:chExt cx="1592475" cy="967840"/>
          </a:xfrm>
        </p:grpSpPr>
        <p:pic>
          <p:nvPicPr>
            <p:cNvPr id="1290" name="Google Shape;1290;p154"/>
            <p:cNvPicPr preferRelativeResize="0"/>
            <p:nvPr/>
          </p:nvPicPr>
          <p:blipFill>
            <a:blip r:embed="rId12">
              <a:alphaModFix/>
            </a:blip>
            <a:stretch>
              <a:fillRect/>
            </a:stretch>
          </p:blipFill>
          <p:spPr>
            <a:xfrm>
              <a:off x="3809575" y="3142318"/>
              <a:ext cx="1592475" cy="967840"/>
            </a:xfrm>
            <a:prstGeom prst="rect">
              <a:avLst/>
            </a:prstGeom>
            <a:noFill/>
            <a:ln>
              <a:noFill/>
            </a:ln>
          </p:spPr>
        </p:pic>
        <p:pic>
          <p:nvPicPr>
            <p:cNvPr id="1291" name="Google Shape;1291;p154"/>
            <p:cNvPicPr preferRelativeResize="0"/>
            <p:nvPr/>
          </p:nvPicPr>
          <p:blipFill>
            <a:blip r:embed="rId13">
              <a:alphaModFix/>
            </a:blip>
            <a:stretch>
              <a:fillRect/>
            </a:stretch>
          </p:blipFill>
          <p:spPr>
            <a:xfrm>
              <a:off x="4037025" y="3260025"/>
              <a:ext cx="1129649" cy="710349"/>
            </a:xfrm>
            <a:prstGeom prst="rect">
              <a:avLst/>
            </a:prstGeom>
            <a:noFill/>
            <a:ln>
              <a:noFill/>
            </a:ln>
          </p:spPr>
        </p:pic>
      </p:grpSp>
      <p:pic>
        <p:nvPicPr>
          <p:cNvPr id="1292" name="Google Shape;1292;p154"/>
          <p:cNvPicPr preferRelativeResize="0"/>
          <p:nvPr/>
        </p:nvPicPr>
        <p:blipFill>
          <a:blip r:embed="rId14">
            <a:alphaModFix/>
          </a:blip>
          <a:stretch>
            <a:fillRect/>
          </a:stretch>
        </p:blipFill>
        <p:spPr>
          <a:xfrm>
            <a:off x="5442450" y="1119799"/>
            <a:ext cx="1866075" cy="1866050"/>
          </a:xfrm>
          <a:prstGeom prst="rect">
            <a:avLst/>
          </a:prstGeom>
          <a:noFill/>
          <a:ln>
            <a:noFill/>
          </a:ln>
        </p:spPr>
      </p:pic>
      <p:pic>
        <p:nvPicPr>
          <p:cNvPr id="1293" name="Google Shape;1293;p154"/>
          <p:cNvPicPr preferRelativeResize="0"/>
          <p:nvPr/>
        </p:nvPicPr>
        <p:blipFill>
          <a:blip r:embed="rId15">
            <a:alphaModFix/>
          </a:blip>
          <a:stretch>
            <a:fillRect/>
          </a:stretch>
        </p:blipFill>
        <p:spPr>
          <a:xfrm>
            <a:off x="1944063" y="1119800"/>
            <a:ext cx="1828950" cy="18289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55"/>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Maximize Your Open Source Investment with Training</a:t>
            </a:r>
            <a:endParaRPr/>
          </a:p>
        </p:txBody>
      </p:sp>
      <p:sp>
        <p:nvSpPr>
          <p:cNvPr id="1300" name="Google Shape;1300;p155"/>
          <p:cNvSpPr txBox="1"/>
          <p:nvPr>
            <p:ph idx="1" type="body"/>
          </p:nvPr>
        </p:nvSpPr>
        <p:spPr>
          <a:xfrm>
            <a:off x="317500" y="2286550"/>
            <a:ext cx="8369400" cy="22116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700"/>
              <a:t>The Linux Foundation offers training and certification direct from the source, those contributing to the world’s most important open source projects.</a:t>
            </a:r>
            <a:endParaRPr sz="1700"/>
          </a:p>
          <a:p>
            <a:pPr indent="0" lvl="0" marL="0" rtl="0" algn="l">
              <a:spcBef>
                <a:spcPts val="1000"/>
              </a:spcBef>
              <a:spcAft>
                <a:spcPts val="0"/>
              </a:spcAft>
              <a:buNone/>
            </a:pPr>
            <a:r>
              <a:rPr b="1" lang="en-US" sz="1700"/>
              <a:t>As an Open Mainframe Project Silver or Platinum member, you are entitled to 10 vouchers for 100% any…</a:t>
            </a:r>
            <a:endParaRPr b="1" sz="1700"/>
          </a:p>
          <a:p>
            <a:pPr indent="-336550" lvl="0" marL="457200" rtl="0" algn="l">
              <a:spcBef>
                <a:spcPts val="400"/>
              </a:spcBef>
              <a:spcAft>
                <a:spcPts val="0"/>
              </a:spcAft>
              <a:buSzPts val="1700"/>
              <a:buChar char="•"/>
            </a:pPr>
            <a:r>
              <a:rPr b="1" lang="en-US" sz="1700"/>
              <a:t>LF eLearning Class </a:t>
            </a:r>
            <a:endParaRPr b="1" sz="1700"/>
          </a:p>
          <a:p>
            <a:pPr indent="-336550" lvl="0" marL="457200" rtl="0" algn="l">
              <a:spcBef>
                <a:spcPts val="0"/>
              </a:spcBef>
              <a:spcAft>
                <a:spcPts val="0"/>
              </a:spcAft>
              <a:buSzPts val="1700"/>
              <a:buChar char="•"/>
            </a:pPr>
            <a:r>
              <a:rPr b="1" lang="en-US" sz="1700"/>
              <a:t>Certification Exam </a:t>
            </a:r>
            <a:endParaRPr b="1" sz="1700"/>
          </a:p>
          <a:p>
            <a:pPr indent="-336550" lvl="0" marL="457200" rtl="0" algn="l">
              <a:spcBef>
                <a:spcPts val="400"/>
              </a:spcBef>
              <a:spcAft>
                <a:spcPts val="0"/>
              </a:spcAft>
              <a:buSzPts val="1700"/>
              <a:buChar char="•"/>
            </a:pPr>
            <a:r>
              <a:rPr b="1" lang="en-US" sz="1700"/>
              <a:t>eLearning+Certification Exam “Bundle.”</a:t>
            </a:r>
            <a:endParaRPr b="1" sz="1700"/>
          </a:p>
          <a:p>
            <a:pPr indent="0" lvl="0" marL="0" rtl="0" algn="l">
              <a:spcBef>
                <a:spcPts val="1000"/>
              </a:spcBef>
              <a:spcAft>
                <a:spcPts val="0"/>
              </a:spcAft>
              <a:buNone/>
            </a:pPr>
            <a:r>
              <a:rPr lang="en-US" sz="1700"/>
              <a:t>The value is $299+ per course</a:t>
            </a:r>
            <a:r>
              <a:rPr lang="en-US" sz="1700"/>
              <a:t>.</a:t>
            </a:r>
            <a:endParaRPr sz="1700"/>
          </a:p>
        </p:txBody>
      </p:sp>
      <p:pic>
        <p:nvPicPr>
          <p:cNvPr id="1301" name="Google Shape;1301;p155"/>
          <p:cNvPicPr preferRelativeResize="0"/>
          <p:nvPr/>
        </p:nvPicPr>
        <p:blipFill>
          <a:blip r:embed="rId3">
            <a:alphaModFix/>
          </a:blip>
          <a:stretch>
            <a:fillRect/>
          </a:stretch>
        </p:blipFill>
        <p:spPr>
          <a:xfrm>
            <a:off x="938525" y="990150"/>
            <a:ext cx="7127352" cy="1152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56"/>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Improve Your Open Source Compliance and Practices</a:t>
            </a:r>
            <a:endParaRPr/>
          </a:p>
        </p:txBody>
      </p:sp>
      <p:sp>
        <p:nvSpPr>
          <p:cNvPr id="1307" name="Google Shape;1307;p156"/>
          <p:cNvSpPr txBox="1"/>
          <p:nvPr>
            <p:ph idx="1" type="body"/>
          </p:nvPr>
        </p:nvSpPr>
        <p:spPr>
          <a:xfrm>
            <a:off x="317500" y="943425"/>
            <a:ext cx="4940100" cy="31431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400"/>
              <a:t>As a Linux Foundation member, your in-house counsel has access to the leading vendor-neutral resources in open source compliance, best practices, and training, along with peer collaboration. Specific benefits include…</a:t>
            </a:r>
            <a:endParaRPr sz="1400"/>
          </a:p>
          <a:p>
            <a:pPr indent="-317500" lvl="0" marL="457200" rtl="0" algn="l">
              <a:spcBef>
                <a:spcPts val="400"/>
              </a:spcBef>
              <a:spcAft>
                <a:spcPts val="0"/>
              </a:spcAft>
              <a:buSzPts val="1400"/>
              <a:buChar char="•"/>
            </a:pPr>
            <a:r>
              <a:rPr lang="en-US" sz="1400"/>
              <a:t>Your legal counsel’s ability to participate in bi-monthly legal calls.</a:t>
            </a:r>
            <a:endParaRPr sz="1400"/>
          </a:p>
          <a:p>
            <a:pPr indent="-317500" lvl="0" marL="457200" rtl="0" algn="l">
              <a:spcBef>
                <a:spcPts val="400"/>
              </a:spcBef>
              <a:spcAft>
                <a:spcPts val="0"/>
              </a:spcAft>
              <a:buSzPts val="1400"/>
              <a:buChar char="•"/>
            </a:pPr>
            <a:r>
              <a:rPr lang="en-US" sz="1400"/>
              <a:t>One invite for your in-house counsel to </a:t>
            </a:r>
            <a:r>
              <a:rPr lang="en-US" sz="1400" u="sng">
                <a:solidFill>
                  <a:schemeClr val="hlink"/>
                </a:solidFill>
                <a:hlinkClick r:id="rId3"/>
              </a:rPr>
              <a:t>LF Legal Summit</a:t>
            </a:r>
            <a:r>
              <a:rPr lang="en-US" sz="1400"/>
              <a:t>, which helps connect your counsel to their peers at other member companies and advance your organization’s open source licensing, litigation, compliance, and best practices.</a:t>
            </a:r>
            <a:endParaRPr sz="1400"/>
          </a:p>
          <a:p>
            <a:pPr indent="-317500" lvl="0" marL="457200" rtl="0" algn="l">
              <a:spcBef>
                <a:spcPts val="400"/>
              </a:spcBef>
              <a:spcAft>
                <a:spcPts val="0"/>
              </a:spcAft>
              <a:buSzPts val="1400"/>
              <a:buChar char="•"/>
            </a:pPr>
            <a:r>
              <a:rPr lang="en-US" sz="1400"/>
              <a:t>Access to a complimentary membership to the </a:t>
            </a:r>
            <a:r>
              <a:rPr lang="en-US" sz="1400" u="sng">
                <a:solidFill>
                  <a:schemeClr val="hlink"/>
                </a:solidFill>
                <a:hlinkClick r:id="rId4"/>
              </a:rPr>
              <a:t>TODO Group</a:t>
            </a:r>
            <a:r>
              <a:rPr lang="en-US" sz="1400"/>
              <a:t>, which is a forum for discussing best practices and approaches for establishing and managing open source program offices in organizations.</a:t>
            </a:r>
            <a:endParaRPr sz="1400"/>
          </a:p>
          <a:p>
            <a:pPr indent="-317500" lvl="0" marL="457200" rtl="0" algn="l">
              <a:spcBef>
                <a:spcPts val="400"/>
              </a:spcBef>
              <a:spcAft>
                <a:spcPts val="0"/>
              </a:spcAft>
              <a:buSzPts val="1400"/>
              <a:buChar char="•"/>
            </a:pPr>
            <a:r>
              <a:rPr lang="en-US" sz="1400"/>
              <a:t>Support from the vast expertise in the Linux Foundation in engaging with open source, and even starting your own open source project(s).</a:t>
            </a:r>
            <a:endParaRPr sz="1400"/>
          </a:p>
        </p:txBody>
      </p:sp>
      <p:pic>
        <p:nvPicPr>
          <p:cNvPr id="1308" name="Google Shape;1308;p156"/>
          <p:cNvPicPr preferRelativeResize="0"/>
          <p:nvPr/>
        </p:nvPicPr>
        <p:blipFill>
          <a:blip r:embed="rId5">
            <a:alphaModFix/>
          </a:blip>
          <a:stretch>
            <a:fillRect/>
          </a:stretch>
        </p:blipFill>
        <p:spPr>
          <a:xfrm>
            <a:off x="5497175" y="785342"/>
            <a:ext cx="3285769" cy="423195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57"/>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But Most Importantly, You Support I</a:t>
            </a:r>
            <a:r>
              <a:rPr lang="en-US"/>
              <a:t>nnovation</a:t>
            </a:r>
            <a:endParaRPr/>
          </a:p>
        </p:txBody>
      </p:sp>
      <p:sp>
        <p:nvSpPr>
          <p:cNvPr id="1315" name="Google Shape;1315;p157"/>
          <p:cNvSpPr txBox="1"/>
          <p:nvPr>
            <p:ph idx="1" type="body"/>
          </p:nvPr>
        </p:nvSpPr>
        <p:spPr>
          <a:xfrm>
            <a:off x="317500" y="943425"/>
            <a:ext cx="23475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400"/>
              <a:t>Our</a:t>
            </a:r>
            <a:r>
              <a:rPr lang="en-US" sz="2400"/>
              <a:t> collaborative projects and working groups are successful because of the investment of members funding these initiatives.</a:t>
            </a:r>
            <a:endParaRPr sz="1900"/>
          </a:p>
        </p:txBody>
      </p:sp>
      <p:pic>
        <p:nvPicPr>
          <p:cNvPr id="1316" name="Google Shape;1316;p157"/>
          <p:cNvPicPr preferRelativeResize="0"/>
          <p:nvPr/>
        </p:nvPicPr>
        <p:blipFill>
          <a:blip r:embed="rId3">
            <a:alphaModFix/>
          </a:blip>
          <a:stretch>
            <a:fillRect/>
          </a:stretch>
        </p:blipFill>
        <p:spPr>
          <a:xfrm>
            <a:off x="2772625" y="993550"/>
            <a:ext cx="6371375" cy="3285675"/>
          </a:xfrm>
          <a:prstGeom prst="rect">
            <a:avLst/>
          </a:prstGeom>
          <a:noFill/>
          <a:ln>
            <a:noFill/>
          </a:ln>
        </p:spPr>
      </p:pic>
      <p:sp>
        <p:nvSpPr>
          <p:cNvPr id="1317" name="Google Shape;1317;p157"/>
          <p:cNvSpPr txBox="1"/>
          <p:nvPr/>
        </p:nvSpPr>
        <p:spPr>
          <a:xfrm>
            <a:off x="2939863" y="4279225"/>
            <a:ext cx="6036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latin typeface="Gill Sans"/>
                <a:ea typeface="Gill Sans"/>
                <a:cs typeface="Gill Sans"/>
                <a:sym typeface="Gill Sans"/>
              </a:rPr>
              <a:t>Data through 12/31/2022. Source: </a:t>
            </a:r>
            <a:r>
              <a:rPr i="1" lang="en-US" sz="1000" u="sng">
                <a:solidFill>
                  <a:schemeClr val="hlink"/>
                </a:solidFill>
                <a:latin typeface="Gill Sans"/>
                <a:ea typeface="Gill Sans"/>
                <a:cs typeface="Gill Sans"/>
                <a:sym typeface="Gill Sans"/>
                <a:hlinkClick r:id="rId4"/>
              </a:rPr>
              <a:t>https://insights-v2.lfx.linuxfoundation.org/open-mainframe-project/trends?selectedDateFilterType=CUSTOMDATES&amp;startDate=Thu%20Jan%2001%202015%2000:00:00%20GMT-0500%20(Eastern%20Standard%20Time)&amp;endDate=Sat%20Dec%2031%202022%2023:59:59%20GMT-0500%20(Eastern%20Standard%20Time)</a:t>
            </a:r>
            <a:r>
              <a:rPr i="1" lang="en-US" sz="1000">
                <a:latin typeface="Gill Sans"/>
                <a:ea typeface="Gill Sans"/>
                <a:cs typeface="Gill Sans"/>
                <a:sym typeface="Gill Sans"/>
              </a:rPr>
              <a:t> </a:t>
            </a:r>
            <a:endParaRPr i="1" sz="1000">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58"/>
          <p:cNvSpPr txBox="1"/>
          <p:nvPr>
            <p:ph type="title"/>
          </p:nvPr>
        </p:nvSpPr>
        <p:spPr>
          <a:xfrm>
            <a:off x="333992"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a:t>But Most Importantly, You Support Innovation</a:t>
            </a:r>
            <a:endParaRPr/>
          </a:p>
        </p:txBody>
      </p:sp>
      <p:sp>
        <p:nvSpPr>
          <p:cNvPr id="1324" name="Google Shape;1324;p158"/>
          <p:cNvSpPr txBox="1"/>
          <p:nvPr>
            <p:ph idx="1" type="body"/>
          </p:nvPr>
        </p:nvSpPr>
        <p:spPr>
          <a:xfrm>
            <a:off x="317500" y="943425"/>
            <a:ext cx="33294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2400"/>
              <a:t>Our collaborative projects and working groups are successful because of the investment of members funding these initiatives.</a:t>
            </a:r>
            <a:endParaRPr sz="1900"/>
          </a:p>
        </p:txBody>
      </p:sp>
      <p:pic>
        <p:nvPicPr>
          <p:cNvPr id="1325" name="Google Shape;1325;p158" title="Screenshot 2026-08-18 at 5.03.09 PM.png"/>
          <p:cNvPicPr preferRelativeResize="0"/>
          <p:nvPr/>
        </p:nvPicPr>
        <p:blipFill rotWithShape="1">
          <a:blip r:embed="rId3">
            <a:alphaModFix/>
          </a:blip>
          <a:srcRect b="0" l="1860" r="13222" t="0"/>
          <a:stretch/>
        </p:blipFill>
        <p:spPr>
          <a:xfrm>
            <a:off x="3576344" y="773200"/>
            <a:ext cx="5567655" cy="35060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59"/>
          <p:cNvSpPr txBox="1"/>
          <p:nvPr>
            <p:ph type="title"/>
          </p:nvPr>
        </p:nvSpPr>
        <p:spPr>
          <a:xfrm>
            <a:off x="333992" y="159442"/>
            <a:ext cx="7893900" cy="4473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US"/>
              <a:t>Drive the Direction of the Foundation Through Platinum Membership</a:t>
            </a:r>
            <a:endParaRPr/>
          </a:p>
        </p:txBody>
      </p:sp>
      <p:sp>
        <p:nvSpPr>
          <p:cNvPr id="1332" name="Google Shape;1332;p159"/>
          <p:cNvSpPr txBox="1"/>
          <p:nvPr>
            <p:ph idx="1" type="body"/>
          </p:nvPr>
        </p:nvSpPr>
        <p:spPr>
          <a:xfrm>
            <a:off x="317500" y="943425"/>
            <a:ext cx="6249300" cy="3554700"/>
          </a:xfrm>
          <a:prstGeom prst="rect">
            <a:avLst/>
          </a:prstGeom>
        </p:spPr>
        <p:txBody>
          <a:bodyPr anchorCtr="0" anchor="t" bIns="91425" lIns="91425" spcFirstLastPara="1" rIns="91425" wrap="square" tIns="91425">
            <a:noAutofit/>
          </a:bodyPr>
          <a:lstStyle/>
          <a:p>
            <a:pPr indent="0" lvl="0" marL="0" rtl="0" algn="l">
              <a:spcBef>
                <a:spcPts val="400"/>
              </a:spcBef>
              <a:spcAft>
                <a:spcPts val="0"/>
              </a:spcAft>
              <a:buNone/>
            </a:pPr>
            <a:r>
              <a:rPr lang="en-US" sz="1300"/>
              <a:t>Platinum members are the key stewards of the Open Mainframe Project, and as such hold key leadership positions in the various governance structures. Their investment is key to the sustainability of open source in mainframe.</a:t>
            </a:r>
            <a:endParaRPr sz="1300"/>
          </a:p>
          <a:p>
            <a:pPr indent="0" lvl="0" marL="0" rtl="0" algn="l">
              <a:spcBef>
                <a:spcPts val="400"/>
              </a:spcBef>
              <a:spcAft>
                <a:spcPts val="0"/>
              </a:spcAft>
              <a:buNone/>
            </a:pPr>
            <a:r>
              <a:t/>
            </a:r>
            <a:endParaRPr sz="1300"/>
          </a:p>
          <a:p>
            <a:pPr indent="0" lvl="0" marL="0" rtl="0" algn="l">
              <a:spcBef>
                <a:spcPts val="400"/>
              </a:spcBef>
              <a:spcAft>
                <a:spcPts val="0"/>
              </a:spcAft>
              <a:buNone/>
            </a:pPr>
            <a:r>
              <a:rPr lang="en-US" sz="1300"/>
              <a:t>Specific Benefits include:</a:t>
            </a:r>
            <a:endParaRPr sz="1300"/>
          </a:p>
          <a:p>
            <a:pPr indent="-311150" lvl="0" marL="457200" rtl="0" algn="l">
              <a:spcBef>
                <a:spcPts val="400"/>
              </a:spcBef>
              <a:spcAft>
                <a:spcPts val="0"/>
              </a:spcAft>
              <a:buSzPts val="1300"/>
              <a:buChar char="-"/>
            </a:pPr>
            <a:r>
              <a:rPr lang="en-US" sz="1300"/>
              <a:t>Voting seat on the Governing Board, TAC, and Marketing Committee, enabling the member to direct the strategic direction, budget, and priorities of the Open Mainframe Project.</a:t>
            </a:r>
            <a:endParaRPr sz="1300"/>
          </a:p>
          <a:p>
            <a:pPr indent="-311150" lvl="0" marL="457200" rtl="0" algn="l">
              <a:spcBef>
                <a:spcPts val="0"/>
              </a:spcBef>
              <a:spcAft>
                <a:spcPts val="0"/>
              </a:spcAft>
              <a:buSzPts val="1300"/>
              <a:buChar char="-"/>
            </a:pPr>
            <a:r>
              <a:rPr lang="en-US" sz="1300"/>
              <a:t>Host an Open Mainframe Project webinar and have a guest on the “I Am A Mainframer” podcast annually, if desired.</a:t>
            </a:r>
            <a:endParaRPr sz="1300"/>
          </a:p>
          <a:p>
            <a:pPr indent="-311150" lvl="0" marL="457200" rtl="0" algn="l">
              <a:spcBef>
                <a:spcPts val="0"/>
              </a:spcBef>
              <a:spcAft>
                <a:spcPts val="0"/>
              </a:spcAft>
              <a:buSzPts val="1300"/>
              <a:buChar char="-"/>
            </a:pPr>
            <a:r>
              <a:rPr lang="en-US" sz="1300"/>
              <a:t>Monthly meetings to brief on project activities, and an annual membership check-in to review engagement opportunities and provide feedback to project leadership.</a:t>
            </a:r>
            <a:endParaRPr sz="1300"/>
          </a:p>
          <a:p>
            <a:pPr indent="-311150" lvl="0" marL="457200" rtl="0" algn="l">
              <a:spcBef>
                <a:spcPts val="0"/>
              </a:spcBef>
              <a:spcAft>
                <a:spcPts val="0"/>
              </a:spcAft>
              <a:buSzPts val="1300"/>
              <a:buChar char="-"/>
            </a:pPr>
            <a:r>
              <a:rPr lang="en-US" sz="1300"/>
              <a:t>First opportunity to participate and drive event and outreach opportunities, and the project will ensure partnership with Platinum Members in relevant events.</a:t>
            </a:r>
            <a:endParaRPr sz="1300"/>
          </a:p>
          <a:p>
            <a:pPr indent="-311150" lvl="0" marL="457200" rtl="0" algn="l">
              <a:spcBef>
                <a:spcPts val="0"/>
              </a:spcBef>
              <a:spcAft>
                <a:spcPts val="0"/>
              </a:spcAft>
              <a:buSzPts val="1300"/>
              <a:buChar char="-"/>
            </a:pPr>
            <a:r>
              <a:rPr lang="en-US" sz="1300"/>
              <a:t>Open Mainframe Project leadership will support Platinum Member events, internal open source program efforts, and be available for customer and prospect engagement.</a:t>
            </a:r>
            <a:r>
              <a:rPr lang="en-US" sz="1300"/>
              <a:t>  </a:t>
            </a:r>
            <a:endParaRPr sz="1300"/>
          </a:p>
          <a:p>
            <a:pPr indent="-311150" lvl="0" marL="457200" rtl="0" algn="l">
              <a:spcBef>
                <a:spcPts val="0"/>
              </a:spcBef>
              <a:spcAft>
                <a:spcPts val="0"/>
              </a:spcAft>
              <a:buSzPts val="1300"/>
              <a:buChar char="-"/>
            </a:pPr>
            <a:r>
              <a:rPr lang="en-US" sz="1300"/>
              <a:t>Additional training benefits through </a:t>
            </a:r>
            <a:r>
              <a:rPr lang="en-US" sz="1300" u="sng">
                <a:solidFill>
                  <a:schemeClr val="hlink"/>
                </a:solidFill>
                <a:hlinkClick r:id="rId3"/>
              </a:rPr>
              <a:t>LF Training</a:t>
            </a:r>
            <a:r>
              <a:rPr lang="en-US" sz="1300"/>
              <a:t>.</a:t>
            </a:r>
            <a:endParaRPr sz="1300"/>
          </a:p>
        </p:txBody>
      </p:sp>
      <p:pic>
        <p:nvPicPr>
          <p:cNvPr id="1333" name="Google Shape;1333;p159"/>
          <p:cNvPicPr preferRelativeResize="0"/>
          <p:nvPr/>
        </p:nvPicPr>
        <p:blipFill>
          <a:blip r:embed="rId4">
            <a:alphaModFix/>
          </a:blip>
          <a:stretch>
            <a:fillRect/>
          </a:stretch>
        </p:blipFill>
        <p:spPr>
          <a:xfrm>
            <a:off x="7367021" y="2552889"/>
            <a:ext cx="1231600" cy="525486"/>
          </a:xfrm>
          <a:prstGeom prst="rect">
            <a:avLst/>
          </a:prstGeom>
          <a:noFill/>
          <a:ln>
            <a:noFill/>
          </a:ln>
        </p:spPr>
      </p:pic>
      <p:pic>
        <p:nvPicPr>
          <p:cNvPr id="1334" name="Google Shape;1334;p159"/>
          <p:cNvPicPr preferRelativeResize="0"/>
          <p:nvPr/>
        </p:nvPicPr>
        <p:blipFill>
          <a:blip r:embed="rId5">
            <a:alphaModFix/>
          </a:blip>
          <a:stretch>
            <a:fillRect/>
          </a:stretch>
        </p:blipFill>
        <p:spPr>
          <a:xfrm>
            <a:off x="7362860" y="1647261"/>
            <a:ext cx="1239941" cy="659550"/>
          </a:xfrm>
          <a:prstGeom prst="rect">
            <a:avLst/>
          </a:prstGeom>
          <a:noFill/>
          <a:ln>
            <a:noFill/>
          </a:ln>
        </p:spPr>
      </p:pic>
      <p:pic>
        <p:nvPicPr>
          <p:cNvPr id="1335" name="Google Shape;1335;p159"/>
          <p:cNvPicPr preferRelativeResize="0"/>
          <p:nvPr/>
        </p:nvPicPr>
        <p:blipFill>
          <a:blip r:embed="rId6">
            <a:alphaModFix/>
          </a:blip>
          <a:stretch>
            <a:fillRect/>
          </a:stretch>
        </p:blipFill>
        <p:spPr>
          <a:xfrm>
            <a:off x="7084148" y="1076450"/>
            <a:ext cx="1797350" cy="3247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graphicFrame>
        <p:nvGraphicFramePr>
          <p:cNvPr id="1340" name="Google Shape;1340;p160"/>
          <p:cNvGraphicFramePr/>
          <p:nvPr/>
        </p:nvGraphicFramePr>
        <p:xfrm>
          <a:off x="455612" y="750889"/>
          <a:ext cx="3000000" cy="3000000"/>
        </p:xfrm>
        <a:graphic>
          <a:graphicData uri="http://schemas.openxmlformats.org/drawingml/2006/table">
            <a:tbl>
              <a:tblPr>
                <a:noFill/>
                <a:tableStyleId>{D177B884-CFD3-4BEE-947F-D24E0116948A}</a:tableStyleId>
              </a:tblPr>
              <a:tblGrid>
                <a:gridCol w="1211225"/>
                <a:gridCol w="1909475"/>
                <a:gridCol w="726400"/>
                <a:gridCol w="643100"/>
                <a:gridCol w="1165700"/>
                <a:gridCol w="2611800"/>
              </a:tblGrid>
              <a:tr h="470725">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Level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Annual Fee</a:t>
                      </a:r>
                      <a:endParaRPr b="1" i="0" sz="1300" u="none" cap="none" strike="noStrike">
                        <a:solidFill>
                          <a:srgbClr val="FFFFFF"/>
                        </a:solidFill>
                        <a:latin typeface="Gill Sans"/>
                        <a:ea typeface="Gill Sans"/>
                        <a:cs typeface="Gill Sans"/>
                        <a:sym typeface="Gill Sans"/>
                      </a:endParaRPr>
                    </a:p>
                    <a:p>
                      <a:pPr indent="0" lvl="0" marL="0" marR="0" rtl="0" algn="ctr">
                        <a:lnSpc>
                          <a:spcPct val="100000"/>
                        </a:lnSpc>
                        <a:spcBef>
                          <a:spcPts val="0"/>
                        </a:spcBef>
                        <a:spcAft>
                          <a:spcPts val="0"/>
                        </a:spcAft>
                        <a:buClr>
                          <a:srgbClr val="FFFFFF"/>
                        </a:buClr>
                        <a:buSzPts val="325"/>
                        <a:buFont typeface="Gill Sans"/>
                        <a:buNone/>
                      </a:pPr>
                      <a:r>
                        <a:rPr b="1" lang="en-US" sz="900">
                          <a:solidFill>
                            <a:srgbClr val="FFFFFF"/>
                          </a:solidFill>
                          <a:latin typeface="Gill Sans"/>
                          <a:ea typeface="Gill Sans"/>
                          <a:cs typeface="Gill Sans"/>
                          <a:sym typeface="Gill Sans"/>
                        </a:rPr>
                        <a:t>Includes LF Silver Membership</a:t>
                      </a:r>
                      <a:endParaRPr b="1" sz="900">
                        <a:solidFill>
                          <a:srgbClr val="FFFFFF"/>
                        </a:solidFill>
                        <a:latin typeface="Gill Sans"/>
                        <a:ea typeface="Gill Sans"/>
                        <a:cs typeface="Gill Sans"/>
                        <a:sym typeface="Gill Sans"/>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Board Seat</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T</a:t>
                      </a:r>
                      <a:r>
                        <a:rPr b="1" lang="en-US" sz="1300">
                          <a:solidFill>
                            <a:srgbClr val="FFFFFF"/>
                          </a:solidFill>
                          <a:latin typeface="Gill Sans"/>
                          <a:ea typeface="Gill Sans"/>
                          <a:cs typeface="Gill Sans"/>
                          <a:sym typeface="Gill Sans"/>
                        </a:rPr>
                        <a:t>A</a:t>
                      </a:r>
                      <a:r>
                        <a:rPr b="1" i="0" lang="en-US" sz="1300" u="none" cap="none" strike="noStrike">
                          <a:solidFill>
                            <a:srgbClr val="FFFFFF"/>
                          </a:solidFill>
                          <a:latin typeface="Gill Sans"/>
                          <a:ea typeface="Gill Sans"/>
                          <a:cs typeface="Gill Sans"/>
                          <a:sym typeface="Gill Sans"/>
                        </a:rPr>
                        <a:t>C Seat</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Marketing Committee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c>
                  <a:txBody>
                    <a:bodyPr/>
                    <a:lstStyle/>
                    <a:p>
                      <a:pPr indent="0" lvl="0" marL="0" marR="0" rtl="0" algn="ctr">
                        <a:lnSpc>
                          <a:spcPct val="100000"/>
                        </a:lnSpc>
                        <a:spcBef>
                          <a:spcPts val="0"/>
                        </a:spcBef>
                        <a:spcAft>
                          <a:spcPts val="0"/>
                        </a:spcAft>
                        <a:buClr>
                          <a:srgbClr val="FFFFFF"/>
                        </a:buClr>
                        <a:buSzPts val="325"/>
                        <a:buFont typeface="Gill Sans"/>
                        <a:buNone/>
                      </a:pPr>
                      <a:r>
                        <a:rPr b="1" i="0" lang="en-US" sz="1300" u="none" cap="none" strike="noStrike">
                          <a:solidFill>
                            <a:srgbClr val="FFFFFF"/>
                          </a:solidFill>
                          <a:latin typeface="Gill Sans"/>
                          <a:ea typeface="Gill Sans"/>
                          <a:cs typeface="Gill Sans"/>
                          <a:sym typeface="Gill Sans"/>
                        </a:rPr>
                        <a:t>Notes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000000">
                          <a:alpha val="0"/>
                        </a:srgbClr>
                      </a:solidFill>
                      <a:prstDash val="solid"/>
                      <a:round/>
                      <a:headEnd len="sm" w="sm" type="none"/>
                      <a:tailEnd len="sm" w="sm" type="none"/>
                    </a:lnB>
                    <a:gradFill>
                      <a:gsLst>
                        <a:gs pos="0">
                          <a:schemeClr val="dk2"/>
                        </a:gs>
                        <a:gs pos="100000">
                          <a:srgbClr val="153358"/>
                        </a:gs>
                      </a:gsLst>
                      <a:lin ang="5400000" scaled="0"/>
                    </a:gradFill>
                  </a:tcPr>
                </a:tc>
              </a:tr>
              <a:tr h="356950">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Platinum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$120,000</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Voting</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Initial 2-year participant commitment</a:t>
                      </a:r>
                      <a:endParaRPr/>
                    </a:p>
                  </a:txBody>
                  <a:tcPr marT="45725" marB="45725" marR="91450" marL="91450" anchor="ctr">
                    <a:lnL cap="flat" cmpd="sng" w="9525">
                      <a:solidFill>
                        <a:schemeClr val="dk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r>
              <a:tr h="433900">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Platinum </a:t>
                      </a:r>
                      <a:br>
                        <a:rPr b="0" i="0" lang="en-US" sz="1200" u="none" cap="none" strike="noStrike">
                          <a:solidFill>
                            <a:srgbClr val="000000"/>
                          </a:solidFill>
                          <a:latin typeface="Gill Sans"/>
                          <a:ea typeface="Gill Sans"/>
                          <a:cs typeface="Gill Sans"/>
                          <a:sym typeface="Gill Sans"/>
                        </a:rPr>
                      </a:br>
                      <a:r>
                        <a:rPr b="0" i="0" lang="en-US" sz="1200" u="none" cap="none" strike="noStrike">
                          <a:solidFill>
                            <a:srgbClr val="000000"/>
                          </a:solidFill>
                          <a:latin typeface="Gill Sans"/>
                          <a:ea typeface="Gill Sans"/>
                          <a:cs typeface="Gill Sans"/>
                          <a:sym typeface="Gill Sans"/>
                        </a:rPr>
                        <a:t>End-User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$30,000</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Voting</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Initial 2-year participant commitment</a:t>
                      </a:r>
                      <a:endParaRPr/>
                    </a:p>
                  </a:txBody>
                  <a:tcPr marT="45725" marB="45725" marR="91450" marL="91450" anchor="ctr">
                    <a:lnL cap="flat" cmpd="sng" w="9525">
                      <a:solidFill>
                        <a:schemeClr val="dk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r>
              <a:tr h="433900">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Silver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24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,000 </a:t>
                      </a:r>
                      <a:r>
                        <a:rPr lang="en-US" sz="900">
                          <a:solidFill>
                            <a:schemeClr val="dk1"/>
                          </a:solidFill>
                          <a:latin typeface="Gill Sans"/>
                          <a:ea typeface="Gill Sans"/>
                          <a:cs typeface="Gill Sans"/>
                          <a:sym typeface="Gill Sans"/>
                        </a:rPr>
                        <a:t>employees or more</a:t>
                      </a:r>
                      <a:r>
                        <a:rPr lang="en-US" sz="900" u="none" cap="none" strike="noStrike">
                          <a:solidFill>
                            <a:schemeClr val="dk1"/>
                          </a:solidFill>
                          <a:latin typeface="Gill Sans"/>
                          <a:ea typeface="Gill Sans"/>
                          <a:cs typeface="Gill Sans"/>
                          <a:sym typeface="Gill Sans"/>
                        </a:rPr>
                        <a:t> = $</a:t>
                      </a: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0,000</a:t>
                      </a:r>
                      <a:endParaRPr/>
                    </a:p>
                    <a:p>
                      <a:pPr indent="0" lvl="0" marL="0" marR="0" rtl="0" algn="l">
                        <a:lnSpc>
                          <a:spcPct val="100000"/>
                        </a:lnSpc>
                        <a:spcBef>
                          <a:spcPts val="22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2</a:t>
                      </a:r>
                      <a:r>
                        <a:rPr lang="en-US" sz="900" u="none" cap="none" strike="noStrike">
                          <a:solidFill>
                            <a:schemeClr val="dk1"/>
                          </a:solidFill>
                          <a:latin typeface="Gill Sans"/>
                          <a:ea typeface="Gill Sans"/>
                          <a:cs typeface="Gill Sans"/>
                          <a:sym typeface="Gill Sans"/>
                        </a:rPr>
                        <a:t>,000 &lt; </a:t>
                      </a: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,000 employees = $</a:t>
                      </a:r>
                      <a:r>
                        <a:rPr lang="en-US" sz="900">
                          <a:solidFill>
                            <a:schemeClr val="dk1"/>
                          </a:solidFill>
                          <a:latin typeface="Gill Sans"/>
                          <a:ea typeface="Gill Sans"/>
                          <a:cs typeface="Gill Sans"/>
                          <a:sym typeface="Gill Sans"/>
                        </a:rPr>
                        <a:t>35</a:t>
                      </a:r>
                      <a:r>
                        <a:rPr lang="en-US" sz="900" u="none" cap="none" strike="noStrike">
                          <a:solidFill>
                            <a:schemeClr val="dk1"/>
                          </a:solidFill>
                          <a:latin typeface="Gill Sans"/>
                          <a:ea typeface="Gill Sans"/>
                          <a:cs typeface="Gill Sans"/>
                          <a:sym typeface="Gill Sans"/>
                        </a:rPr>
                        <a:t>,000</a:t>
                      </a:r>
                      <a:endParaRPr/>
                    </a:p>
                    <a:p>
                      <a:pPr indent="0" lvl="0" marL="0" marR="0" rtl="0" algn="l">
                        <a:lnSpc>
                          <a:spcPct val="100000"/>
                        </a:lnSpc>
                        <a:spcBef>
                          <a:spcPts val="22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1,000</a:t>
                      </a:r>
                      <a:r>
                        <a:rPr lang="en-US" sz="900" u="none" cap="none" strike="noStrike">
                          <a:solidFill>
                            <a:schemeClr val="dk1"/>
                          </a:solidFill>
                          <a:latin typeface="Gill Sans"/>
                          <a:ea typeface="Gill Sans"/>
                          <a:cs typeface="Gill Sans"/>
                          <a:sym typeface="Gill Sans"/>
                        </a:rPr>
                        <a:t>  &lt; </a:t>
                      </a:r>
                      <a:r>
                        <a:rPr lang="en-US" sz="900">
                          <a:solidFill>
                            <a:schemeClr val="dk1"/>
                          </a:solidFill>
                          <a:latin typeface="Gill Sans"/>
                          <a:ea typeface="Gill Sans"/>
                          <a:cs typeface="Gill Sans"/>
                          <a:sym typeface="Gill Sans"/>
                        </a:rPr>
                        <a:t>2</a:t>
                      </a:r>
                      <a:r>
                        <a:rPr lang="en-US" sz="900" u="none" cap="none" strike="noStrike">
                          <a:solidFill>
                            <a:schemeClr val="dk1"/>
                          </a:solidFill>
                          <a:latin typeface="Gill Sans"/>
                          <a:ea typeface="Gill Sans"/>
                          <a:cs typeface="Gill Sans"/>
                          <a:sym typeface="Gill Sans"/>
                        </a:rPr>
                        <a:t>,000 employees = $</a:t>
                      </a:r>
                      <a:r>
                        <a:rPr lang="en-US" sz="900">
                          <a:solidFill>
                            <a:schemeClr val="dk1"/>
                          </a:solidFill>
                          <a:latin typeface="Gill Sans"/>
                          <a:ea typeface="Gill Sans"/>
                          <a:cs typeface="Gill Sans"/>
                          <a:sym typeface="Gill Sans"/>
                        </a:rPr>
                        <a:t>30</a:t>
                      </a:r>
                      <a:r>
                        <a:rPr lang="en-US" sz="900" u="none" cap="none" strike="noStrike">
                          <a:solidFill>
                            <a:schemeClr val="dk1"/>
                          </a:solidFill>
                          <a:latin typeface="Gill Sans"/>
                          <a:ea typeface="Gill Sans"/>
                          <a:cs typeface="Gill Sans"/>
                          <a:sym typeface="Gill Sans"/>
                        </a:rPr>
                        <a:t>,000</a:t>
                      </a:r>
                      <a:endParaRPr/>
                    </a:p>
                    <a:p>
                      <a:pPr indent="0" lvl="0" marL="0" marR="0" rtl="0" algn="l">
                        <a:lnSpc>
                          <a:spcPct val="100000"/>
                        </a:lnSpc>
                        <a:spcBef>
                          <a:spcPts val="22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 &lt; </a:t>
                      </a:r>
                      <a:r>
                        <a:rPr lang="en-US" sz="900">
                          <a:solidFill>
                            <a:schemeClr val="dk1"/>
                          </a:solidFill>
                          <a:latin typeface="Gill Sans"/>
                          <a:ea typeface="Gill Sans"/>
                          <a:cs typeface="Gill Sans"/>
                          <a:sym typeface="Gill Sans"/>
                        </a:rPr>
                        <a:t>10</a:t>
                      </a:r>
                      <a:r>
                        <a:rPr lang="en-US" sz="900" u="none" cap="none" strike="noStrike">
                          <a:solidFill>
                            <a:schemeClr val="dk1"/>
                          </a:solidFill>
                          <a:latin typeface="Gill Sans"/>
                          <a:ea typeface="Gill Sans"/>
                          <a:cs typeface="Gill Sans"/>
                          <a:sym typeface="Gill Sans"/>
                        </a:rPr>
                        <a:t>00 employees = $</a:t>
                      </a:r>
                      <a:r>
                        <a:rPr lang="en-US" sz="900">
                          <a:solidFill>
                            <a:schemeClr val="dk1"/>
                          </a:solidFill>
                          <a:latin typeface="Gill Sans"/>
                          <a:ea typeface="Gill Sans"/>
                          <a:cs typeface="Gill Sans"/>
                          <a:sym typeface="Gill Sans"/>
                        </a:rPr>
                        <a:t>25</a:t>
                      </a:r>
                      <a:r>
                        <a:rPr lang="en-US" sz="900" u="none" cap="none" strike="noStrike">
                          <a:solidFill>
                            <a:schemeClr val="dk1"/>
                          </a:solidFill>
                          <a:latin typeface="Gill Sans"/>
                          <a:ea typeface="Gill Sans"/>
                          <a:cs typeface="Gill Sans"/>
                          <a:sym typeface="Gill Sans"/>
                        </a:rPr>
                        <a:t>,000</a:t>
                      </a:r>
                      <a:endParaRPr/>
                    </a:p>
                    <a:p>
                      <a:pPr indent="0" lvl="0" marL="0" marR="0" rtl="0" algn="l">
                        <a:lnSpc>
                          <a:spcPct val="100000"/>
                        </a:lnSpc>
                        <a:spcBef>
                          <a:spcPts val="22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100 </a:t>
                      </a:r>
                      <a:r>
                        <a:rPr lang="en-US" sz="900" u="none" cap="none" strike="noStrike">
                          <a:solidFill>
                            <a:schemeClr val="dk1"/>
                          </a:solidFill>
                          <a:latin typeface="Gill Sans"/>
                          <a:ea typeface="Gill Sans"/>
                          <a:cs typeface="Gill Sans"/>
                          <a:sym typeface="Gill Sans"/>
                        </a:rPr>
                        <a:t>&lt;</a:t>
                      </a:r>
                      <a:r>
                        <a:rPr lang="en-US" sz="900" u="none" cap="none" strike="noStrike">
                          <a:solidFill>
                            <a:schemeClr val="dk1"/>
                          </a:solidFill>
                          <a:latin typeface="Gill Sans"/>
                          <a:ea typeface="Gill Sans"/>
                          <a:cs typeface="Gill Sans"/>
                          <a:sym typeface="Gill Sans"/>
                        </a:rPr>
                        <a:t> </a:t>
                      </a: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 employees = $1</a:t>
                      </a:r>
                      <a:r>
                        <a:rPr lang="en-US" sz="900">
                          <a:solidFill>
                            <a:schemeClr val="dk1"/>
                          </a:solidFill>
                          <a:latin typeface="Gill Sans"/>
                          <a:ea typeface="Gill Sans"/>
                          <a:cs typeface="Gill Sans"/>
                          <a:sym typeface="Gill Sans"/>
                        </a:rPr>
                        <a:t>5</a:t>
                      </a:r>
                      <a:r>
                        <a:rPr lang="en-US" sz="900" u="none" cap="none" strike="noStrike">
                          <a:solidFill>
                            <a:schemeClr val="dk1"/>
                          </a:solidFill>
                          <a:latin typeface="Gill Sans"/>
                          <a:ea typeface="Gill Sans"/>
                          <a:cs typeface="Gill Sans"/>
                          <a:sym typeface="Gill Sans"/>
                        </a:rPr>
                        <a:t>,000</a:t>
                      </a:r>
                      <a:endParaRPr sz="900" u="none" cap="none" strike="noStrike">
                        <a:solidFill>
                          <a:schemeClr val="dk1"/>
                        </a:solidFill>
                        <a:latin typeface="Gill Sans"/>
                        <a:ea typeface="Gill Sans"/>
                        <a:cs typeface="Gill Sans"/>
                        <a:sym typeface="Gill Sans"/>
                      </a:endParaRPr>
                    </a:p>
                    <a:p>
                      <a:pPr indent="0" lvl="0" marL="0" rtl="0" algn="l">
                        <a:spcBef>
                          <a:spcPts val="220"/>
                        </a:spcBef>
                        <a:spcAft>
                          <a:spcPts val="0"/>
                        </a:spcAft>
                        <a:buClr>
                          <a:schemeClr val="dk1"/>
                        </a:buClr>
                        <a:buSzPts val="900"/>
                        <a:buFont typeface="Gill Sans"/>
                        <a:buNone/>
                      </a:pPr>
                      <a:r>
                        <a:rPr lang="en-US" sz="900">
                          <a:solidFill>
                            <a:schemeClr val="dk1"/>
                          </a:solidFill>
                          <a:latin typeface="Gill Sans"/>
                          <a:ea typeface="Gill Sans"/>
                          <a:cs typeface="Gill Sans"/>
                          <a:sym typeface="Gill Sans"/>
                        </a:rPr>
                        <a:t>&lt; 100 employees = $10,000</a:t>
                      </a:r>
                      <a:endParaRPr sz="900">
                        <a:solidFill>
                          <a:schemeClr val="dk1"/>
                        </a:solidFill>
                        <a:latin typeface="Gill Sans"/>
                        <a:ea typeface="Gill Sans"/>
                        <a:cs typeface="Gill Sans"/>
                        <a:sym typeface="Gill Sans"/>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1 per 10</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Non Vo</a:t>
                      </a:r>
                      <a:r>
                        <a:rPr lang="en-US" sz="1200" u="none" cap="none" strike="noStrike">
                          <a:latin typeface="Gill Sans"/>
                          <a:ea typeface="Gill Sans"/>
                          <a:cs typeface="Gill Sans"/>
                          <a:sym typeface="Gill Sans"/>
                        </a:rPr>
                        <a:t>ting</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300"/>
                        <a:buFont typeface="Calibri"/>
                        <a:buNone/>
                      </a:pPr>
                      <a:r>
                        <a:t/>
                      </a:r>
                      <a:endParaRPr b="0" i="0" sz="1200" u="none" cap="none" strike="noStrike">
                        <a:solidFill>
                          <a:srgbClr val="000000"/>
                        </a:solidFill>
                        <a:latin typeface="Gill Sans"/>
                        <a:ea typeface="Gill Sans"/>
                        <a:cs typeface="Gill Sans"/>
                        <a:sym typeface="Gill Sans"/>
                      </a:endParaRPr>
                    </a:p>
                  </a:txBody>
                  <a:tcPr marT="45725" marB="45725" marR="91450" marL="91450" anchor="ctr">
                    <a:lnL cap="flat" cmpd="sng" w="9525">
                      <a:solidFill>
                        <a:schemeClr val="dk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98625">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Academic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Free</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1 per 10</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chemeClr val="dk1"/>
                        </a:buClr>
                        <a:buSzPts val="300"/>
                        <a:buFont typeface="Gill Sans"/>
                        <a:buNone/>
                      </a:pPr>
                      <a:r>
                        <a:rPr lang="en-US" sz="1200" u="none" cap="none" strike="noStrike">
                          <a:solidFill>
                            <a:schemeClr val="dk1"/>
                          </a:solidFill>
                          <a:latin typeface="Gill Sans"/>
                          <a:ea typeface="Gill Sans"/>
                          <a:cs typeface="Gill Sans"/>
                          <a:sym typeface="Gill Sans"/>
                        </a:rPr>
                        <a:t>Non Voting</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Restricted to academic institutions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ECE1">
                        <a:alpha val="80000"/>
                      </a:srgbClr>
                    </a:solidFill>
                  </a:tcPr>
                </a:tc>
              </a:tr>
              <a:tr h="291525">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Associate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Free</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No</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300"/>
                        <a:buFont typeface="Gill Sans"/>
                        <a:buNone/>
                      </a:pPr>
                      <a:r>
                        <a:rPr lang="en-US" sz="1200" u="none" cap="none" strike="noStrike">
                          <a:solidFill>
                            <a:schemeClr val="dk1"/>
                          </a:solidFill>
                          <a:latin typeface="Gill Sans"/>
                          <a:ea typeface="Gill Sans"/>
                          <a:cs typeface="Gill Sans"/>
                          <a:sym typeface="Gill Sans"/>
                        </a:rPr>
                        <a:t>Non Voting</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Yes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00"/>
                        <a:buFont typeface="Gill Sans"/>
                        <a:buNone/>
                      </a:pPr>
                      <a:r>
                        <a:rPr b="0" i="0" lang="en-US" sz="1200" u="none" cap="none" strike="noStrike">
                          <a:solidFill>
                            <a:srgbClr val="000000"/>
                          </a:solidFill>
                          <a:latin typeface="Gill Sans"/>
                          <a:ea typeface="Gill Sans"/>
                          <a:cs typeface="Gill Sans"/>
                          <a:sym typeface="Gill Sans"/>
                        </a:rPr>
                        <a:t>Non-profits, open source projects</a:t>
                      </a:r>
                      <a:endParaRPr/>
                    </a:p>
                  </a:txBody>
                  <a:tcPr marT="45725" marB="45725" marR="91450" marL="91450" anchor="ctr">
                    <a:lnL cap="flat" cmpd="sng" w="9525">
                      <a:solidFill>
                        <a:schemeClr val="dk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1341" name="Google Shape;1341;p160"/>
          <p:cNvSpPr txBox="1"/>
          <p:nvPr/>
        </p:nvSpPr>
        <p:spPr>
          <a:xfrm>
            <a:off x="0" y="4147232"/>
            <a:ext cx="9144000" cy="89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262626"/>
              </a:buClr>
              <a:buSzPts val="1500"/>
              <a:buFont typeface="Gill Sans"/>
              <a:buNone/>
            </a:pPr>
            <a:r>
              <a:rPr b="0" i="0" lang="en-US" sz="1500" u="none" cap="none" strike="noStrike">
                <a:solidFill>
                  <a:srgbClr val="262626"/>
                </a:solidFill>
                <a:latin typeface="Gill Sans"/>
                <a:ea typeface="Gill Sans"/>
                <a:cs typeface="Gill Sans"/>
                <a:sym typeface="Gill Sans"/>
              </a:rPr>
              <a:t>To join Open Mainframe Project, go to </a:t>
            </a:r>
            <a:r>
              <a:rPr b="0" i="0" lang="en-US" sz="1500" u="sng" cap="none" strike="noStrike">
                <a:solidFill>
                  <a:schemeClr val="hlink"/>
                </a:solidFill>
                <a:latin typeface="Gill Sans"/>
                <a:ea typeface="Gill Sans"/>
                <a:cs typeface="Gill Sans"/>
                <a:sym typeface="Gill Sans"/>
                <a:hlinkClick r:id="rId3"/>
              </a:rPr>
              <a:t>https://www.openmainframeproject.org/about/join</a:t>
            </a:r>
            <a:r>
              <a:rPr b="0" i="0" lang="en-US" sz="1500" u="none" cap="none" strike="noStrike">
                <a:solidFill>
                  <a:srgbClr val="262626"/>
                </a:solidFill>
                <a:latin typeface="Gill Sans"/>
                <a:ea typeface="Gill Sans"/>
                <a:cs typeface="Gill Sans"/>
                <a:sym typeface="Gill Sans"/>
              </a:rPr>
              <a:t> or email at </a:t>
            </a:r>
            <a:r>
              <a:rPr b="0" i="0" lang="en-US" sz="1500" u="sng" cap="none" strike="noStrike">
                <a:solidFill>
                  <a:schemeClr val="hlink"/>
                </a:solidFill>
                <a:latin typeface="Gill Sans"/>
                <a:ea typeface="Gill Sans"/>
                <a:cs typeface="Gill Sans"/>
                <a:sym typeface="Gill Sans"/>
                <a:hlinkClick r:id="rId4"/>
              </a:rPr>
              <a:t>membership@openmainframeproject.com</a:t>
            </a:r>
            <a:r>
              <a:rPr b="0" i="0" lang="en-US" sz="1500" u="none" cap="none" strike="noStrike">
                <a:solidFill>
                  <a:srgbClr val="262626"/>
                </a:solidFill>
                <a:latin typeface="Gill Sans"/>
                <a:ea typeface="Gill Sans"/>
                <a:cs typeface="Gill Sans"/>
                <a:sym typeface="Gill Sans"/>
              </a:rPr>
              <a:t> </a:t>
            </a:r>
            <a:endParaRPr/>
          </a:p>
          <a:p>
            <a:pPr indent="0" lvl="0" marL="0" marR="0" rtl="0" algn="l">
              <a:lnSpc>
                <a:spcPct val="100000"/>
              </a:lnSpc>
              <a:spcBef>
                <a:spcPts val="230"/>
              </a:spcBef>
              <a:spcAft>
                <a:spcPts val="0"/>
              </a:spcAft>
              <a:buClr>
                <a:srgbClr val="000000"/>
              </a:buClr>
              <a:buSzPts val="400"/>
              <a:buFont typeface="Arial"/>
              <a:buNone/>
            </a:pPr>
            <a:r>
              <a:t/>
            </a:r>
            <a:endParaRPr b="0" i="0" sz="400" u="none" cap="none" strike="noStrike">
              <a:solidFill>
                <a:srgbClr val="262626"/>
              </a:solidFill>
              <a:latin typeface="Gill Sans"/>
              <a:ea typeface="Gill Sans"/>
              <a:cs typeface="Gill Sans"/>
              <a:sym typeface="Gill Sans"/>
            </a:endParaRPr>
          </a:p>
          <a:p>
            <a:pPr indent="0" lvl="0" marL="0" marR="0" rtl="0" algn="ctr">
              <a:lnSpc>
                <a:spcPct val="100000"/>
              </a:lnSpc>
              <a:spcBef>
                <a:spcPts val="230"/>
              </a:spcBef>
              <a:spcAft>
                <a:spcPts val="0"/>
              </a:spcAft>
              <a:buClr>
                <a:srgbClr val="262626"/>
              </a:buClr>
              <a:buSzPts val="1100"/>
              <a:buFont typeface="Gill Sans"/>
              <a:buNone/>
            </a:pPr>
            <a:r>
              <a:rPr b="0" i="0" lang="en-US" sz="1100" u="none" cap="none" strike="noStrike">
                <a:solidFill>
                  <a:srgbClr val="262626"/>
                </a:solidFill>
                <a:latin typeface="Gill Sans"/>
                <a:ea typeface="Gill Sans"/>
                <a:cs typeface="Gill Sans"/>
                <a:sym typeface="Gill Sans"/>
              </a:rPr>
              <a:t>Listed fees include Linux Foundation Silver membership. If you are already a Linux Foundation Member, reduced pricing is available.</a:t>
            </a:r>
            <a:endParaRPr/>
          </a:p>
          <a:p>
            <a:pPr indent="0" lvl="0" marL="0" marR="0" rtl="0" algn="l">
              <a:lnSpc>
                <a:spcPct val="100000"/>
              </a:lnSpc>
              <a:spcBef>
                <a:spcPts val="230"/>
              </a:spcBef>
              <a:spcAft>
                <a:spcPts val="0"/>
              </a:spcAft>
              <a:buClr>
                <a:srgbClr val="262626"/>
              </a:buClr>
              <a:buSzPts val="1200"/>
              <a:buFont typeface="Gill Sans"/>
              <a:buNone/>
            </a:pPr>
            <a:r>
              <a:rPr b="0" i="0" lang="en-US" sz="1200" u="none" cap="none" strike="noStrike">
                <a:solidFill>
                  <a:srgbClr val="262626"/>
                </a:solidFill>
                <a:latin typeface="Gill Sans"/>
                <a:ea typeface="Gill Sans"/>
                <a:cs typeface="Gill Sans"/>
                <a:sym typeface="Gill Sans"/>
              </a:rPr>
              <a:t> </a:t>
            </a:r>
            <a:endParaRPr/>
          </a:p>
        </p:txBody>
      </p:sp>
      <p:sp>
        <p:nvSpPr>
          <p:cNvPr id="1342" name="Google Shape;1342;p160"/>
          <p:cNvSpPr txBox="1"/>
          <p:nvPr/>
        </p:nvSpPr>
        <p:spPr>
          <a:xfrm>
            <a:off x="8228013" y="4803775"/>
            <a:ext cx="581024" cy="273049"/>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1F8E"/>
              </a:buClr>
              <a:buSzPts val="250"/>
              <a:buFont typeface="Gill Sans"/>
              <a:buNone/>
            </a:pPr>
            <a:fld id="{00000000-1234-1234-1234-123412341234}" type="slidenum">
              <a:rPr b="0" i="0" lang="en-US" sz="1000" u="none" cap="none" strike="noStrike">
                <a:solidFill>
                  <a:srgbClr val="001F8E"/>
                </a:solidFill>
                <a:latin typeface="Gill Sans"/>
                <a:ea typeface="Gill Sans"/>
                <a:cs typeface="Gill Sans"/>
                <a:sym typeface="Gill Sans"/>
              </a:rPr>
              <a:t>‹#›</a:t>
            </a:fld>
            <a:endParaRPr b="0" i="0" sz="1000" u="none" cap="none" strike="noStrike">
              <a:solidFill>
                <a:srgbClr val="001F8E"/>
              </a:solidFill>
              <a:latin typeface="Gill Sans"/>
              <a:ea typeface="Gill Sans"/>
              <a:cs typeface="Gill Sans"/>
              <a:sym typeface="Gill Sans"/>
            </a:endParaRPr>
          </a:p>
        </p:txBody>
      </p:sp>
      <p:sp>
        <p:nvSpPr>
          <p:cNvPr id="1343" name="Google Shape;1343;p160"/>
          <p:cNvSpPr txBox="1"/>
          <p:nvPr>
            <p:ph type="title"/>
          </p:nvPr>
        </p:nvSpPr>
        <p:spPr>
          <a:xfrm>
            <a:off x="333993" y="159442"/>
            <a:ext cx="78939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US" sz="2800"/>
              <a:t>Corporate, Academic, Associate Membership Levels</a:t>
            </a:r>
            <a:endParaRPr sz="2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61"/>
          <p:cNvSpPr txBox="1"/>
          <p:nvPr>
            <p:ph type="ctrTitle"/>
          </p:nvPr>
        </p:nvSpPr>
        <p:spPr>
          <a:xfrm>
            <a:off x="512064" y="1643174"/>
            <a:ext cx="4185600" cy="1316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050"/>
              <a:buFont typeface="Gill Sans"/>
              <a:buNone/>
            </a:pPr>
            <a:r>
              <a:rPr b="0" i="0" lang="en-US" sz="4200" u="none" cap="none" strike="noStrike">
                <a:solidFill>
                  <a:schemeClr val="lt1"/>
                </a:solidFill>
                <a:latin typeface="Gill Sans"/>
                <a:ea typeface="Gill Sans"/>
                <a:cs typeface="Gill Sans"/>
                <a:sym typeface="Gill Sans"/>
              </a:rPr>
              <a:t>Thank </a:t>
            </a:r>
            <a:r>
              <a:rPr lang="en-US"/>
              <a:t>Y</a:t>
            </a:r>
            <a:r>
              <a:rPr b="0" i="0" lang="en-US" sz="4200" u="none" cap="none" strike="noStrike">
                <a:solidFill>
                  <a:schemeClr val="lt1"/>
                </a:solidFill>
                <a:latin typeface="Gill Sans"/>
                <a:ea typeface="Gill Sans"/>
                <a:cs typeface="Gill Sans"/>
                <a:sym typeface="Gill Sans"/>
              </a:rPr>
              <a:t>ou!</a:t>
            </a:r>
            <a:endParaRPr/>
          </a:p>
        </p:txBody>
      </p:sp>
      <p:sp>
        <p:nvSpPr>
          <p:cNvPr id="1349" name="Google Shape;1349;p161"/>
          <p:cNvSpPr txBox="1"/>
          <p:nvPr>
            <p:ph idx="1" type="subTitle"/>
          </p:nvPr>
        </p:nvSpPr>
        <p:spPr>
          <a:xfrm>
            <a:off x="530205" y="3005359"/>
            <a:ext cx="4185600" cy="6051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pen Mainframe Projec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Linux Foundation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