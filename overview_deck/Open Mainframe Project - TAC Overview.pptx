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4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8.jpg"/><Relationship Id="rId3" Type="http://schemas.openxmlformats.org/officeDocument/2006/relationships/image" Target="../media/image10.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3.png"/><Relationship Id="rId3" Type="http://schemas.openxmlformats.org/officeDocument/2006/relationships/image" Target="../media/image6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4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jpg"/><Relationship Id="rId3" Type="http://schemas.openxmlformats.org/officeDocument/2006/relationships/image" Target="../media/image4.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45.png"/><Relationship Id="rId4" Type="http://schemas.openxmlformats.org/officeDocument/2006/relationships/image" Target="../media/image2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17.png"/><Relationship Id="rId4"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1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18.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37.png"/><Relationship Id="rId4" Type="http://schemas.openxmlformats.org/officeDocument/2006/relationships/image" Target="../media/image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29.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4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41.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4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43.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3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29.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1.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4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41.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41.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9.png"/><Relationship Id="rId3" Type="http://schemas.openxmlformats.org/officeDocument/2006/relationships/image" Target="../media/image43.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1.png"/><Relationship Id="rId3" Type="http://schemas.openxmlformats.org/officeDocument/2006/relationships/image" Target="../media/image3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3.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2.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1.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4.png"/><Relationship Id="rId4" Type="http://schemas.openxmlformats.org/officeDocument/2006/relationships/image" Target="../media/image50.png"/><Relationship Id="rId5" Type="http://schemas.openxmlformats.org/officeDocument/2006/relationships/image" Target="../media/image59.png"/><Relationship Id="rId6" Type="http://schemas.openxmlformats.org/officeDocument/2006/relationships/image" Target="../media/image49.png"/><Relationship Id="rId7" Type="http://schemas.openxmlformats.org/officeDocument/2006/relationships/image" Target="../media/image4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6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2.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1.jpg"/><Relationship Id="rId11" Type="http://schemas.openxmlformats.org/officeDocument/2006/relationships/image" Target="../media/image58.jpg"/><Relationship Id="rId10" Type="http://schemas.openxmlformats.org/officeDocument/2006/relationships/hyperlink" Target="https://members.openmainframeproject.org" TargetMode="External"/><Relationship Id="rId13" Type="http://schemas.openxmlformats.org/officeDocument/2006/relationships/image" Target="../media/image57.png"/><Relationship Id="rId12" Type="http://schemas.openxmlformats.org/officeDocument/2006/relationships/image" Target="../media/image55.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