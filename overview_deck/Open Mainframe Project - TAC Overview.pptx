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97" r:id="rId4"/>
    <p:sldMasterId id="2147483698" r:id="rId5"/>
    <p:sldMasterId id="214748369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
          <p15:clr>
            <a:srgbClr val="A4A3A4"/>
          </p15:clr>
        </p15:guide>
        <p15:guide id="2" pos="288">
          <p15:clr>
            <a:srgbClr val="A4A3A4"/>
          </p15:clr>
        </p15:guide>
        <p15:guide id="3" pos="5472">
          <p15:clr>
            <a:srgbClr val="9AA0A6"/>
          </p15:clr>
        </p15:guide>
        <p15:guide id="4" orient="horz" pos="2952">
          <p15:clr>
            <a:srgbClr val="9AA0A6"/>
          </p15:clr>
        </p15:guide>
        <p15:guide id="5" pos="4896">
          <p15:clr>
            <a:srgbClr val="9AA0A6"/>
          </p15:clr>
        </p15:guide>
        <p15:guide id="6" orient="horz" pos="917">
          <p15:clr>
            <a:srgbClr val="9AA0A6"/>
          </p15:clr>
        </p15:guide>
        <p15:guide id="7" pos="4320">
          <p15:clr>
            <a:srgbClr val="9AA0A6"/>
          </p15:clr>
        </p15:guide>
        <p15:guide id="8" pos="3744">
          <p15:clr>
            <a:srgbClr val="9AA0A6"/>
          </p15:clr>
        </p15:guide>
        <p15:guide id="9" pos="3168">
          <p15:clr>
            <a:srgbClr val="9AA0A6"/>
          </p15:clr>
        </p15:guide>
        <p15:guide id="10" pos="2592">
          <p15:clr>
            <a:srgbClr val="9AA0A6"/>
          </p15:clr>
        </p15:guide>
        <p15:guide id="11" pos="2016">
          <p15:clr>
            <a:srgbClr val="9AA0A6"/>
          </p15:clr>
        </p15:guide>
        <p15:guide id="12" pos="1440">
          <p15:clr>
            <a:srgbClr val="9AA0A6"/>
          </p15:clr>
        </p15:guide>
        <p15:guide id="13" pos="864">
          <p15:clr>
            <a:srgbClr val="9AA0A6"/>
          </p15:clr>
        </p15:guide>
        <p15:guide id="14" orient="horz" pos="1546">
          <p15:clr>
            <a:srgbClr val="9AA0A6"/>
          </p15:clr>
        </p15:guide>
        <p15:guide id="15" orient="horz" pos="1694">
          <p15:clr>
            <a:srgbClr val="9AA0A6"/>
          </p15:clr>
        </p15:guide>
        <p15:guide id="16" orient="horz" pos="2323">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 orient="horz"/>
        <p:guide pos="288"/>
        <p:guide pos="5472"/>
        <p:guide pos="2952" orient="horz"/>
        <p:guide pos="4896"/>
        <p:guide pos="917" orient="horz"/>
        <p:guide pos="4320"/>
        <p:guide pos="3744"/>
        <p:guide pos="3168"/>
        <p:guide pos="2592"/>
        <p:guide pos="2016"/>
        <p:guide pos="1440"/>
        <p:guide pos="864"/>
        <p:guide pos="1546" orient="horz"/>
        <p:guide pos="1694" orient="horz"/>
        <p:guide pos="2323"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openmainframeproject.org/about"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landscape.openmainframeproject.org/embed/embed.html?base-path=&amp;classify=category&amp;key=open-mainframe-project-member-company&amp;headers=false&amp;category-header=true&amp;category-in-subcategory=false&amp;title-uppercase=false&amp;title-alignment=center&amp;title-font-family=sans-serif&amp;title-font-size=13&amp;style=clean&amp;bg-color=%230033a1&amp;fg-color=%23ffffff&amp;item-modal=false&amp;item-name=false&amp;size=md&amp;items-alignment=center"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jmertic.github.io/committee-gallery/open-mainframe-project-tac"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23bf50b1865_1_6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23bf50b1865_1_679: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2c0fae1326f_0_2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2c0fae1326f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mission of the Open Mainframe Project is to build that community and adoption of Open Source on the mainframe, which will ( read points above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Image from </a:t>
            </a:r>
            <a:r>
              <a:rPr lang="en" u="sng">
                <a:solidFill>
                  <a:schemeClr val="hlink"/>
                </a:solidFill>
                <a:hlinkClick r:id="rId2"/>
              </a:rPr>
              <a:t>https://www.openmainframeproject.org/about</a:t>
            </a:r>
            <a:r>
              <a:rPr lang="en"/>
              <a:t> </a:t>
            </a:r>
            <a:endParaRPr/>
          </a:p>
        </p:txBody>
      </p:sp>
      <p:sp>
        <p:nvSpPr>
          <p:cNvPr id="350" name="Google Shape;350;g2c0fae1326f_0_280:notes"/>
          <p:cNvSpPr txBox="1"/>
          <p:nvPr>
            <p:ph idx="12" type="sldNum"/>
          </p:nvPr>
        </p:nvSpPr>
        <p:spPr>
          <a:xfrm>
            <a:off x="3884612" y="8685213"/>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300"/>
              <a:buFont typeface="Calibri"/>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2c0fae1326f_0_4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2c0fae1326f_0_471: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Source: </a:t>
            </a:r>
            <a:r>
              <a:rPr lang="en" sz="1200" u="sng">
                <a:solidFill>
                  <a:schemeClr val="hlink"/>
                </a:solidFill>
                <a:latin typeface="Calibri"/>
                <a:ea typeface="Calibri"/>
                <a:cs typeface="Calibri"/>
                <a:sym typeface="Calibri"/>
                <a:hlinkClick r:id="rId2"/>
              </a:rPr>
              <a:t>https://landscape.openmainframeproject.org/embed/embed.html?base-path=&amp;classify=category&amp;key=open-mainframe-project-member-company&amp;headers=false&amp;category-header=true&amp;category-in-subcategory=false&amp;title-uppercase=false&amp;title-alignment=center&amp;title-font-family=sans-serif&amp;title-font-size=13&amp;style=clean&amp;bg-color=%230033a1&amp;fg-color=%23ffffff&amp;item-modal=false&amp;item-name=false&amp;size=md&amp;items-alignment=center</a:t>
            </a:r>
            <a:r>
              <a:rPr lang="en" sz="1200">
                <a:latin typeface="Calibri"/>
                <a:ea typeface="Calibri"/>
                <a:cs typeface="Calibri"/>
                <a:sym typeface="Calibri"/>
              </a:rPr>
              <a:t> </a:t>
            </a:r>
            <a:endParaRPr sz="1200">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2c0fae1326f_0_19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2c0fae1326f_0_19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2c0fae1326f_0_8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Open Mainframe Project enables this </a:t>
            </a:r>
            <a:r>
              <a:rPr lang="en"/>
              <a:t>innovation</a:t>
            </a:r>
            <a:r>
              <a:rPr lang="en"/>
              <a:t> as a host of 16 projects and working groups that are part of closing the gap.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 </a:t>
            </a:r>
            <a:r>
              <a:rPr lang="en"/>
              <a:t>https://landscape.openmainframeproject.org/pages/hosted-projects?style=body{background-color:white;}.borderless-mode%20.mosaic%20.logo{height:100px;}.sh_wrapper%20span{font-size:24px!important;text-decoration:underline;color:black;}%23embedded-footer{display:none;}.borderless-mode%20.mosaic-wrap%20{%20padding:%200px%2010px;} </a:t>
            </a:r>
            <a:endParaRPr/>
          </a:p>
        </p:txBody>
      </p:sp>
      <p:sp>
        <p:nvSpPr>
          <p:cNvPr id="388" name="Google Shape;388;g2c0fae1326f_0_8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2c0fae1326f_0_10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2c0fae1326f_0_10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239fda6744f_0_12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239fda6744f_0_1209: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26dc2bfbbcd_0_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9" name="Google Shape;429;g26dc2bfbbcd_0_2: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23bf50b1865_1_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23bf50b1865_1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239fda6744f_0_12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239fda6744f_0_1205: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239fda6744f_0_12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8" name="Google Shape;448;g239fda6744f_0_1213: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2c0fae1326f_0_6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2c0fae1326f_0_6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https://jmertic.github.io/committee-gallery/open-mainframe-project-tac</a:t>
            </a:r>
            <a:r>
              <a:rPr lang="en"/>
              <a:t> </a:t>
            </a:r>
            <a:endParaRPr/>
          </a:p>
        </p:txBody>
      </p:sp>
      <p:sp>
        <p:nvSpPr>
          <p:cNvPr id="456" name="Google Shape;456;g2c0fae1326f_0_652:notes"/>
          <p:cNvSpPr txBox="1"/>
          <p:nvPr>
            <p:ph idx="12" type="sldNum"/>
          </p:nvPr>
        </p:nvSpPr>
        <p:spPr>
          <a:xfrm>
            <a:off x="3884612" y="8685213"/>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300"/>
              <a:buFont typeface="Calibri"/>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2b865930a99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2b865930a99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2641a776a3e_0_6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2641a776a3e_0_6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23bf50b1865_1_7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5" name="Google Shape;475;g23bf50b1865_1_790: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239fda6744f_0_12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2" name="Google Shape;482;g239fda6744f_0_1250: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23bf50b1865_1_9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9" name="Google Shape;489;g23bf50b1865_1_932: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239fda6744f_0_12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6" name="Google Shape;496;g239fda6744f_0_1264: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2c0fae1326f_0_22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3" name="Google Shape;503;g2c0fae1326f_0_2226: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2c0fae1326f_0_1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2c0fae1326f_0_1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23bf50b1865_1_8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23bf50b1865_1_8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2c0fae1326f_0_17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2c0fae1326f_0_17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2c0fae1326f_0_1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2c0fae1326f_0_1355: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317500" lvl="0" marL="457200" rtl="0" algn="l">
              <a:lnSpc>
                <a:spcPct val="138000"/>
              </a:lnSpc>
              <a:spcBef>
                <a:spcPts val="0"/>
              </a:spcBef>
              <a:spcAft>
                <a:spcPts val="0"/>
              </a:spcAft>
              <a:buSzPts val="1400"/>
              <a:buChar char="●"/>
            </a:pPr>
            <a:r>
              <a:t/>
            </a:r>
            <a:endParaRPr b="1" sz="2400"/>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2c0fae1326f_0_1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2c0fae1326f_0_1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2c0fae1326f_0_13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2c0fae1326f_0_13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4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jpg"/><Relationship Id="rId3"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6.png"/><Relationship Id="rId3" Type="http://schemas.openxmlformats.org/officeDocument/2006/relationships/image" Target="../media/image6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4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 Id="rId3" Type="http://schemas.openxmlformats.org/officeDocument/2006/relationships/image" Target="../media/image15.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25.png"/><Relationship Id="rId4" Type="http://schemas.openxmlformats.org/officeDocument/2006/relationships/image" Target="../media/image1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8.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21.png"/><Relationship Id="rId4" Type="http://schemas.openxmlformats.org/officeDocument/2006/relationships/image" Target="../media/image1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1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2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20.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30.png"/><Relationship Id="rId4" Type="http://schemas.openxmlformats.org/officeDocument/2006/relationships/image" Target="../media/image1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3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46.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46.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46.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png"/><Relationship Id="rId3" Type="http://schemas.openxmlformats.org/officeDocument/2006/relationships/image" Target="../media/image3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3.png"/><Relationship Id="rId3" Type="http://schemas.openxmlformats.org/officeDocument/2006/relationships/image" Target="../media/image37.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3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 Id="rId3" Type="http://schemas.openxmlformats.org/officeDocument/2006/relationships/image" Target="../media/image46.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 Id="rId3" Type="http://schemas.openxmlformats.org/officeDocument/2006/relationships/image" Target="../media/image46.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 Id="rId3" Type="http://schemas.openxmlformats.org/officeDocument/2006/relationships/image" Target="../media/image46.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2.png"/><Relationship Id="rId3" Type="http://schemas.openxmlformats.org/officeDocument/2006/relationships/image" Target="../media/image33.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3.png"/><Relationship Id="rId3" Type="http://schemas.openxmlformats.org/officeDocument/2006/relationships/image" Target="../media/image3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1" name="Google Shape;11;p2"/>
          <p:cNvSpPr txBox="1"/>
          <p:nvPr>
            <p:ph type="ctrTitle"/>
          </p:nvPr>
        </p:nvSpPr>
        <p:spPr>
          <a:xfrm>
            <a:off x="4553842" y="1643174"/>
            <a:ext cx="4185600" cy="1316700"/>
          </a:xfrm>
          <a:prstGeom prst="rect">
            <a:avLst/>
          </a:prstGeom>
          <a:noFill/>
          <a:ln>
            <a:noFill/>
          </a:ln>
        </p:spPr>
        <p:txBody>
          <a:bodyPr anchorCtr="0" anchor="ctr" bIns="91425" lIns="91425" spcFirstLastPara="1" rIns="91425" wrap="square" tIns="91425">
            <a:noAutofit/>
          </a:bodyPr>
          <a:lstStyle>
            <a:lvl1pPr lvl="0" marR="0" algn="l">
              <a:lnSpc>
                <a:spcPct val="90000"/>
              </a:lnSpc>
              <a:spcBef>
                <a:spcPts val="0"/>
              </a:spcBef>
              <a:spcAft>
                <a:spcPts val="0"/>
              </a:spcAft>
              <a:buClr>
                <a:schemeClr val="lt1"/>
              </a:buClr>
              <a:buSzPts val="4200"/>
              <a:buFont typeface="Gill Sans"/>
              <a:buNone/>
              <a:defRPr b="0" i="0" sz="4200" u="none" cap="none" strike="noStrike">
                <a:solidFill>
                  <a:schemeClr val="lt1"/>
                </a:solidFill>
                <a:latin typeface="Gill Sans"/>
                <a:ea typeface="Gill Sans"/>
                <a:cs typeface="Gill Sans"/>
                <a:sym typeface="Gill Sans"/>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2" name="Google Shape;12;p2"/>
          <p:cNvSpPr txBox="1"/>
          <p:nvPr>
            <p:ph idx="1" type="subTitle"/>
          </p:nvPr>
        </p:nvSpPr>
        <p:spPr>
          <a:xfrm>
            <a:off x="4571983" y="3005359"/>
            <a:ext cx="4185600" cy="6051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360"/>
              </a:spcBef>
              <a:spcAft>
                <a:spcPts val="0"/>
              </a:spcAft>
              <a:buClr>
                <a:srgbClr val="FFFFFF"/>
              </a:buClr>
              <a:buSzPts val="1800"/>
              <a:buFont typeface="Arial"/>
              <a:buNone/>
              <a:defRPr b="0" i="1" sz="1800" u="none" cap="none" strike="noStrike">
                <a:solidFill>
                  <a:srgbClr val="FFFFFF"/>
                </a:solidFill>
                <a:latin typeface="Gill Sans"/>
                <a:ea typeface="Gill Sans"/>
                <a:cs typeface="Gill Sans"/>
                <a:sym typeface="Gill Sans"/>
              </a:defRPr>
            </a:lvl1pPr>
            <a:lvl2pPr lvl="1" marR="0" algn="ctr">
              <a:lnSpc>
                <a:spcPct val="100000"/>
              </a:lnSpc>
              <a:spcBef>
                <a:spcPts val="360"/>
              </a:spcBef>
              <a:spcAft>
                <a:spcPts val="0"/>
              </a:spcAft>
              <a:buClr>
                <a:srgbClr val="888888"/>
              </a:buClr>
              <a:buSzPts val="1800"/>
              <a:buFont typeface="Arial"/>
              <a:buNone/>
              <a:defRPr b="0" i="0" sz="1800" u="none" cap="none" strike="noStrike">
                <a:solidFill>
                  <a:srgbClr val="888888"/>
                </a:solidFill>
                <a:latin typeface="Gill Sans"/>
                <a:ea typeface="Gill Sans"/>
                <a:cs typeface="Gill Sans"/>
                <a:sym typeface="Gill Sans"/>
              </a:defRPr>
            </a:lvl2pPr>
            <a:lvl3pPr lvl="2" marR="0" algn="ctr">
              <a:lnSpc>
                <a:spcPct val="100000"/>
              </a:lnSpc>
              <a:spcBef>
                <a:spcPts val="320"/>
              </a:spcBef>
              <a:spcAft>
                <a:spcPts val="0"/>
              </a:spcAft>
              <a:buClr>
                <a:srgbClr val="888888"/>
              </a:buClr>
              <a:buSzPts val="1600"/>
              <a:buFont typeface="Arial"/>
              <a:buNone/>
              <a:defRPr b="0" i="0" sz="1600" u="none" cap="none" strike="noStrike">
                <a:solidFill>
                  <a:srgbClr val="888888"/>
                </a:solidFill>
                <a:latin typeface="Gill Sans"/>
                <a:ea typeface="Gill Sans"/>
                <a:cs typeface="Gill Sans"/>
                <a:sym typeface="Gill Sans"/>
              </a:defRPr>
            </a:lvl3pPr>
            <a:lvl4pPr lvl="3" marR="0" algn="ctr">
              <a:lnSpc>
                <a:spcPct val="100000"/>
              </a:lnSpc>
              <a:spcBef>
                <a:spcPts val="320"/>
              </a:spcBef>
              <a:spcAft>
                <a:spcPts val="0"/>
              </a:spcAft>
              <a:buClr>
                <a:srgbClr val="888888"/>
              </a:buClr>
              <a:buSzPts val="1600"/>
              <a:buFont typeface="Arial"/>
              <a:buNone/>
              <a:defRPr b="0" i="0" sz="1600" u="none" cap="none" strike="noStrike">
                <a:solidFill>
                  <a:srgbClr val="888888"/>
                </a:solidFill>
                <a:latin typeface="Gill Sans"/>
                <a:ea typeface="Gill Sans"/>
                <a:cs typeface="Gill Sans"/>
                <a:sym typeface="Gill Sans"/>
              </a:defRPr>
            </a:lvl4pPr>
            <a:lvl5pPr lvl="4" marR="0" algn="ctr">
              <a:lnSpc>
                <a:spcPct val="100000"/>
              </a:lnSpc>
              <a:spcBef>
                <a:spcPts val="320"/>
              </a:spcBef>
              <a:spcAft>
                <a:spcPts val="0"/>
              </a:spcAft>
              <a:buClr>
                <a:srgbClr val="888888"/>
              </a:buClr>
              <a:buSzPts val="1600"/>
              <a:buFont typeface="Arial"/>
              <a:buNone/>
              <a:defRPr b="0" i="0" sz="1600" u="none" cap="none" strike="noStrike">
                <a:solidFill>
                  <a:srgbClr val="888888"/>
                </a:solidFill>
                <a:latin typeface="Gill Sans"/>
                <a:ea typeface="Gill Sans"/>
                <a:cs typeface="Gill Sans"/>
                <a:sym typeface="Gill Sans"/>
              </a:defRPr>
            </a:lvl5pPr>
            <a:lvl6pPr lvl="5"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6pPr>
            <a:lvl7pPr lvl="6"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7pPr>
            <a:lvl8pPr lvl="7"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8pPr>
            <a:lvl9pPr lvl="8"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9pPr>
          </a:lstStyle>
          <a:p/>
        </p:txBody>
      </p:sp>
      <p:pic>
        <p:nvPicPr>
          <p:cNvPr descr="OpenMainframe_Logo_White_Knockout.png" id="13" name="Google Shape;13;p2"/>
          <p:cNvPicPr preferRelativeResize="0"/>
          <p:nvPr/>
        </p:nvPicPr>
        <p:blipFill rotWithShape="1">
          <a:blip r:embed="rId3">
            <a:alphaModFix/>
          </a:blip>
          <a:srcRect b="0" l="0" r="0" t="0"/>
          <a:stretch/>
        </p:blipFill>
        <p:spPr>
          <a:xfrm>
            <a:off x="4680841" y="1113329"/>
            <a:ext cx="1442357" cy="42822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4" name="Shape 14"/>
        <p:cNvGrpSpPr/>
        <p:nvPr/>
      </p:nvGrpSpPr>
      <p:grpSpPr>
        <a:xfrm>
          <a:off x="0" y="0"/>
          <a:ext cx="0" cy="0"/>
          <a:chOff x="0" y="0"/>
          <a:chExt cx="0" cy="0"/>
        </a:xfrm>
      </p:grpSpPr>
      <p:sp>
        <p:nvSpPr>
          <p:cNvPr id="15" name="Google Shape;15;p3"/>
          <p:cNvSpPr/>
          <p:nvPr/>
        </p:nvSpPr>
        <p:spPr>
          <a:xfrm>
            <a:off x="0" y="772583"/>
            <a:ext cx="9144000" cy="4371000"/>
          </a:xfrm>
          <a:prstGeom prst="rect">
            <a:avLst/>
          </a:prstGeom>
          <a:solidFill>
            <a:srgbClr val="3664AD">
              <a:alpha val="235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3664AD"/>
              </a:solidFill>
              <a:latin typeface="Calibri"/>
              <a:ea typeface="Calibri"/>
              <a:cs typeface="Calibri"/>
              <a:sym typeface="Calibri"/>
            </a:endParaRPr>
          </a:p>
        </p:txBody>
      </p:sp>
      <p:sp>
        <p:nvSpPr>
          <p:cNvPr id="16" name="Google Shape;16;p3"/>
          <p:cNvSpPr txBox="1"/>
          <p:nvPr>
            <p:ph type="title"/>
          </p:nvPr>
        </p:nvSpPr>
        <p:spPr>
          <a:xfrm>
            <a:off x="333992" y="159442"/>
            <a:ext cx="7893900" cy="4473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262626"/>
              </a:buClr>
              <a:buSzPts val="3000"/>
              <a:buFont typeface="Gill Sans"/>
              <a:buNone/>
              <a:defRPr b="0" i="0" sz="3000" u="none" cap="none" strike="noStrike">
                <a:solidFill>
                  <a:srgbClr val="262626"/>
                </a:solidFill>
                <a:latin typeface="Gill Sans"/>
                <a:ea typeface="Gill Sans"/>
                <a:cs typeface="Gill Sans"/>
                <a:sym typeface="Gill Sans"/>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pic>
        <p:nvPicPr>
          <p:cNvPr id="17" name="Google Shape;17;p3"/>
          <p:cNvPicPr preferRelativeResize="0"/>
          <p:nvPr/>
        </p:nvPicPr>
        <p:blipFill rotWithShape="1">
          <a:blip r:embed="rId2">
            <a:alphaModFix amt="6000"/>
          </a:blip>
          <a:srcRect b="0" l="17595" r="0" t="0"/>
          <a:stretch/>
        </p:blipFill>
        <p:spPr>
          <a:xfrm>
            <a:off x="0" y="775758"/>
            <a:ext cx="6393970" cy="4364563"/>
          </a:xfrm>
          <a:prstGeom prst="rect">
            <a:avLst/>
          </a:prstGeom>
          <a:noFill/>
          <a:ln>
            <a:noFill/>
          </a:ln>
        </p:spPr>
      </p:pic>
      <p:sp>
        <p:nvSpPr>
          <p:cNvPr id="18" name="Google Shape;18;p3"/>
          <p:cNvSpPr txBox="1"/>
          <p:nvPr>
            <p:ph idx="1" type="body"/>
          </p:nvPr>
        </p:nvSpPr>
        <p:spPr>
          <a:xfrm>
            <a:off x="317500" y="943429"/>
            <a:ext cx="8369400" cy="3143100"/>
          </a:xfrm>
          <a:prstGeom prst="rect">
            <a:avLst/>
          </a:prstGeom>
          <a:noFill/>
          <a:ln>
            <a:noFill/>
          </a:ln>
        </p:spPr>
        <p:txBody>
          <a:bodyPr anchorCtr="0" anchor="t" bIns="91425" lIns="91425" spcFirstLastPara="1" rIns="91425" wrap="square" tIns="91425">
            <a:noAutofit/>
          </a:bodyPr>
          <a:lstStyle>
            <a:lvl1pPr indent="-355600" lvl="0" marL="457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indent="-330200" lvl="3" marL="18288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indent="-330200" lvl="4" marL="22860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9" name="Google Shape;19;p3"/>
          <p:cNvSpPr txBox="1"/>
          <p:nvPr>
            <p:ph idx="12" type="sldNum"/>
          </p:nvPr>
        </p:nvSpPr>
        <p:spPr>
          <a:xfrm>
            <a:off x="8227785" y="4803546"/>
            <a:ext cx="5805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1pPr>
            <a:lvl2pPr indent="0" lvl="1"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2pPr>
            <a:lvl3pPr indent="0" lvl="2"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3pPr>
            <a:lvl4pPr indent="0" lvl="3"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4pPr>
            <a:lvl5pPr indent="0" lvl="4"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5pPr>
            <a:lvl6pPr indent="0" lvl="5"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6pPr>
            <a:lvl7pPr indent="0" lvl="6"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7pPr>
            <a:lvl8pPr indent="0" lvl="7"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8pPr>
            <a:lvl9pPr indent="0" lvl="8"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
              <a:t>‹#›</a:t>
            </a:fld>
            <a:endParaRPr/>
          </a:p>
        </p:txBody>
      </p:sp>
      <p:pic>
        <p:nvPicPr>
          <p:cNvPr descr="OpenMainframe_Logo_Pantone.png" id="20" name="Google Shape;20;p3"/>
          <p:cNvPicPr preferRelativeResize="0"/>
          <p:nvPr/>
        </p:nvPicPr>
        <p:blipFill rotWithShape="1">
          <a:blip r:embed="rId3">
            <a:alphaModFix/>
          </a:blip>
          <a:srcRect b="0" l="0" r="0" t="0"/>
          <a:stretch/>
        </p:blipFill>
        <p:spPr>
          <a:xfrm>
            <a:off x="8306753" y="100723"/>
            <a:ext cx="469853" cy="518219"/>
          </a:xfrm>
          <a:prstGeom prst="rect">
            <a:avLst/>
          </a:prstGeom>
          <a:noFill/>
          <a:ln>
            <a:noFill/>
          </a:ln>
        </p:spPr>
      </p:pic>
      <p:sp>
        <p:nvSpPr>
          <p:cNvPr id="21" name="Google Shape;21;p3"/>
          <p:cNvSpPr/>
          <p:nvPr/>
        </p:nvSpPr>
        <p:spPr>
          <a:xfrm>
            <a:off x="0" y="5112912"/>
            <a:ext cx="9144000" cy="50700"/>
          </a:xfrm>
          <a:prstGeom prst="rect">
            <a:avLst/>
          </a:prstGeom>
          <a:solidFill>
            <a:srgbClr val="3664A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3664AD"/>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2" name="Shape 22"/>
        <p:cNvGrpSpPr/>
        <p:nvPr/>
      </p:nvGrpSpPr>
      <p:grpSpPr>
        <a:xfrm>
          <a:off x="0" y="0"/>
          <a:ext cx="0" cy="0"/>
          <a:chOff x="0" y="0"/>
          <a:chExt cx="0" cy="0"/>
        </a:xfrm>
      </p:grpSpPr>
      <p:pic>
        <p:nvPicPr>
          <p:cNvPr id="23" name="Google Shape;23;p4"/>
          <p:cNvPicPr preferRelativeResize="0"/>
          <p:nvPr/>
        </p:nvPicPr>
        <p:blipFill rotWithShape="1">
          <a:blip r:embed="rId2">
            <a:alphaModFix/>
          </a:blip>
          <a:srcRect b="0" l="10532" r="0" t="0"/>
          <a:stretch/>
        </p:blipFill>
        <p:spPr>
          <a:xfrm>
            <a:off x="0" y="0"/>
            <a:ext cx="8180918" cy="5143500"/>
          </a:xfrm>
          <a:prstGeom prst="rect">
            <a:avLst/>
          </a:prstGeom>
          <a:noFill/>
          <a:ln>
            <a:noFill/>
          </a:ln>
        </p:spPr>
      </p:pic>
      <p:sp>
        <p:nvSpPr>
          <p:cNvPr id="24" name="Google Shape;24;p4"/>
          <p:cNvSpPr txBox="1"/>
          <p:nvPr>
            <p:ph type="ctrTitle"/>
          </p:nvPr>
        </p:nvSpPr>
        <p:spPr>
          <a:xfrm>
            <a:off x="4553842" y="1643174"/>
            <a:ext cx="4185600" cy="1316700"/>
          </a:xfrm>
          <a:prstGeom prst="rect">
            <a:avLst/>
          </a:prstGeom>
          <a:noFill/>
          <a:ln>
            <a:noFill/>
          </a:ln>
        </p:spPr>
        <p:txBody>
          <a:bodyPr anchorCtr="0" anchor="ctr" bIns="91425" lIns="91425" spcFirstLastPara="1" rIns="91425" wrap="square" tIns="91425">
            <a:noAutofit/>
          </a:bodyPr>
          <a:lstStyle>
            <a:lvl1pPr lvl="0" marR="0" algn="l">
              <a:lnSpc>
                <a:spcPct val="90000"/>
              </a:lnSpc>
              <a:spcBef>
                <a:spcPts val="0"/>
              </a:spcBef>
              <a:spcAft>
                <a:spcPts val="0"/>
              </a:spcAft>
              <a:buClr>
                <a:srgbClr val="3664AD"/>
              </a:buClr>
              <a:buSzPts val="4200"/>
              <a:buFont typeface="Gill Sans"/>
              <a:buNone/>
              <a:defRPr b="0" i="0" sz="4200" u="none" cap="none" strike="noStrike">
                <a:solidFill>
                  <a:srgbClr val="3664AD"/>
                </a:solidFill>
                <a:latin typeface="Gill Sans"/>
                <a:ea typeface="Gill Sans"/>
                <a:cs typeface="Gill Sans"/>
                <a:sym typeface="Gill Sans"/>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5" name="Google Shape;25;p4"/>
          <p:cNvSpPr txBox="1"/>
          <p:nvPr>
            <p:ph idx="1" type="subTitle"/>
          </p:nvPr>
        </p:nvSpPr>
        <p:spPr>
          <a:xfrm>
            <a:off x="4571983" y="3005359"/>
            <a:ext cx="4185600" cy="6051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360"/>
              </a:spcBef>
              <a:spcAft>
                <a:spcPts val="0"/>
              </a:spcAft>
              <a:buClr>
                <a:srgbClr val="7F7F7F"/>
              </a:buClr>
              <a:buSzPts val="1800"/>
              <a:buFont typeface="Arial"/>
              <a:buNone/>
              <a:defRPr b="0" i="1" sz="1800" u="none" cap="none" strike="noStrike">
                <a:solidFill>
                  <a:srgbClr val="7F7F7F"/>
                </a:solidFill>
                <a:latin typeface="Gill Sans"/>
                <a:ea typeface="Gill Sans"/>
                <a:cs typeface="Gill Sans"/>
                <a:sym typeface="Gill Sans"/>
              </a:defRPr>
            </a:lvl1pPr>
            <a:lvl2pPr lvl="1" marR="0" algn="ctr">
              <a:lnSpc>
                <a:spcPct val="100000"/>
              </a:lnSpc>
              <a:spcBef>
                <a:spcPts val="360"/>
              </a:spcBef>
              <a:spcAft>
                <a:spcPts val="0"/>
              </a:spcAft>
              <a:buClr>
                <a:srgbClr val="888888"/>
              </a:buClr>
              <a:buSzPts val="1800"/>
              <a:buFont typeface="Arial"/>
              <a:buNone/>
              <a:defRPr b="0" i="0" sz="1800" u="none" cap="none" strike="noStrike">
                <a:solidFill>
                  <a:srgbClr val="888888"/>
                </a:solidFill>
                <a:latin typeface="Gill Sans"/>
                <a:ea typeface="Gill Sans"/>
                <a:cs typeface="Gill Sans"/>
                <a:sym typeface="Gill Sans"/>
              </a:defRPr>
            </a:lvl2pPr>
            <a:lvl3pPr lvl="2" marR="0" algn="ctr">
              <a:lnSpc>
                <a:spcPct val="100000"/>
              </a:lnSpc>
              <a:spcBef>
                <a:spcPts val="320"/>
              </a:spcBef>
              <a:spcAft>
                <a:spcPts val="0"/>
              </a:spcAft>
              <a:buClr>
                <a:srgbClr val="888888"/>
              </a:buClr>
              <a:buSzPts val="1600"/>
              <a:buFont typeface="Arial"/>
              <a:buNone/>
              <a:defRPr b="0" i="0" sz="1600" u="none" cap="none" strike="noStrike">
                <a:solidFill>
                  <a:srgbClr val="888888"/>
                </a:solidFill>
                <a:latin typeface="Gill Sans"/>
                <a:ea typeface="Gill Sans"/>
                <a:cs typeface="Gill Sans"/>
                <a:sym typeface="Gill Sans"/>
              </a:defRPr>
            </a:lvl3pPr>
            <a:lvl4pPr lvl="3" marR="0" algn="ctr">
              <a:lnSpc>
                <a:spcPct val="100000"/>
              </a:lnSpc>
              <a:spcBef>
                <a:spcPts val="320"/>
              </a:spcBef>
              <a:spcAft>
                <a:spcPts val="0"/>
              </a:spcAft>
              <a:buClr>
                <a:srgbClr val="888888"/>
              </a:buClr>
              <a:buSzPts val="1600"/>
              <a:buFont typeface="Arial"/>
              <a:buNone/>
              <a:defRPr b="0" i="0" sz="1600" u="none" cap="none" strike="noStrike">
                <a:solidFill>
                  <a:srgbClr val="888888"/>
                </a:solidFill>
                <a:latin typeface="Gill Sans"/>
                <a:ea typeface="Gill Sans"/>
                <a:cs typeface="Gill Sans"/>
                <a:sym typeface="Gill Sans"/>
              </a:defRPr>
            </a:lvl4pPr>
            <a:lvl5pPr lvl="4" marR="0" algn="ctr">
              <a:lnSpc>
                <a:spcPct val="100000"/>
              </a:lnSpc>
              <a:spcBef>
                <a:spcPts val="320"/>
              </a:spcBef>
              <a:spcAft>
                <a:spcPts val="0"/>
              </a:spcAft>
              <a:buClr>
                <a:srgbClr val="888888"/>
              </a:buClr>
              <a:buSzPts val="1600"/>
              <a:buFont typeface="Arial"/>
              <a:buNone/>
              <a:defRPr b="0" i="0" sz="1600" u="none" cap="none" strike="noStrike">
                <a:solidFill>
                  <a:srgbClr val="888888"/>
                </a:solidFill>
                <a:latin typeface="Gill Sans"/>
                <a:ea typeface="Gill Sans"/>
                <a:cs typeface="Gill Sans"/>
                <a:sym typeface="Gill Sans"/>
              </a:defRPr>
            </a:lvl5pPr>
            <a:lvl6pPr lvl="5"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6pPr>
            <a:lvl7pPr lvl="6"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7pPr>
            <a:lvl8pPr lvl="7"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8pPr>
            <a:lvl9pPr lvl="8"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9pPr>
          </a:lstStyle>
          <a:p/>
        </p:txBody>
      </p:sp>
      <p:pic>
        <p:nvPicPr>
          <p:cNvPr id="26" name="Google Shape;26;p4"/>
          <p:cNvPicPr preferRelativeResize="0"/>
          <p:nvPr/>
        </p:nvPicPr>
        <p:blipFill rotWithShape="1">
          <a:blip r:embed="rId3">
            <a:alphaModFix/>
          </a:blip>
          <a:srcRect b="0" l="0" r="0" t="0"/>
          <a:stretch/>
        </p:blipFill>
        <p:spPr>
          <a:xfrm>
            <a:off x="4701446" y="1113329"/>
            <a:ext cx="1401147" cy="428229"/>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27" name="Shape 27"/>
        <p:cNvGrpSpPr/>
        <p:nvPr/>
      </p:nvGrpSpPr>
      <p:grpSpPr>
        <a:xfrm>
          <a:off x="0" y="0"/>
          <a:ext cx="0" cy="0"/>
          <a:chOff x="0" y="0"/>
          <a:chExt cx="0" cy="0"/>
        </a:xfrm>
      </p:grpSpPr>
      <p:sp>
        <p:nvSpPr>
          <p:cNvPr id="28" name="Google Shape;28;p5"/>
          <p:cNvSpPr/>
          <p:nvPr/>
        </p:nvSpPr>
        <p:spPr>
          <a:xfrm>
            <a:off x="0" y="772583"/>
            <a:ext cx="9144000" cy="4371000"/>
          </a:xfrm>
          <a:prstGeom prst="rect">
            <a:avLst/>
          </a:prstGeom>
          <a:solidFill>
            <a:srgbClr val="3664AD">
              <a:alpha val="274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sp>
        <p:nvSpPr>
          <p:cNvPr id="29" name="Google Shape;29;p5"/>
          <p:cNvSpPr txBox="1"/>
          <p:nvPr>
            <p:ph type="title"/>
          </p:nvPr>
        </p:nvSpPr>
        <p:spPr>
          <a:xfrm>
            <a:off x="333993" y="159442"/>
            <a:ext cx="7893900" cy="447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pic>
        <p:nvPicPr>
          <p:cNvPr id="30" name="Google Shape;30;p5"/>
          <p:cNvPicPr preferRelativeResize="0"/>
          <p:nvPr/>
        </p:nvPicPr>
        <p:blipFill rotWithShape="1">
          <a:blip r:embed="rId2">
            <a:alphaModFix amt="6000"/>
          </a:blip>
          <a:srcRect b="0" l="17595" r="0" t="0"/>
          <a:stretch/>
        </p:blipFill>
        <p:spPr>
          <a:xfrm>
            <a:off x="0" y="775759"/>
            <a:ext cx="6393974" cy="4364563"/>
          </a:xfrm>
          <a:prstGeom prst="rect">
            <a:avLst/>
          </a:prstGeom>
          <a:noFill/>
          <a:ln>
            <a:noFill/>
          </a:ln>
        </p:spPr>
      </p:pic>
      <p:sp>
        <p:nvSpPr>
          <p:cNvPr id="31" name="Google Shape;31;p5"/>
          <p:cNvSpPr txBox="1"/>
          <p:nvPr>
            <p:ph idx="1" type="body"/>
          </p:nvPr>
        </p:nvSpPr>
        <p:spPr>
          <a:xfrm>
            <a:off x="317500" y="943429"/>
            <a:ext cx="8369400" cy="7002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400"/>
              </a:spcBef>
              <a:spcAft>
                <a:spcPts val="0"/>
              </a:spcAft>
              <a:buSzPts val="1800"/>
              <a:buChar char="•"/>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20"/>
              </a:spcBef>
              <a:spcAft>
                <a:spcPts val="0"/>
              </a:spcAft>
              <a:buSzPts val="1800"/>
              <a:buChar char="•"/>
              <a:defRPr/>
            </a:lvl3pPr>
            <a:lvl4pPr indent="-342900" lvl="3" marL="1828800" algn="l">
              <a:lnSpc>
                <a:spcPct val="100000"/>
              </a:lnSpc>
              <a:spcBef>
                <a:spcPts val="320"/>
              </a:spcBef>
              <a:spcAft>
                <a:spcPts val="0"/>
              </a:spcAft>
              <a:buSzPts val="1800"/>
              <a:buChar char="–"/>
              <a:defRPr/>
            </a:lvl4pPr>
            <a:lvl5pPr indent="-342900" lvl="4" marL="2286000" algn="l">
              <a:lnSpc>
                <a:spcPct val="100000"/>
              </a:lnSpc>
              <a:spcBef>
                <a:spcPts val="320"/>
              </a:spcBef>
              <a:spcAft>
                <a:spcPts val="0"/>
              </a:spcAft>
              <a:buSzPts val="1800"/>
              <a:buChar char="»"/>
              <a:defRPr/>
            </a:lvl5pPr>
            <a:lvl6pPr indent="-342900" lvl="5" marL="2743200" algn="l">
              <a:lnSpc>
                <a:spcPct val="100000"/>
              </a:lnSpc>
              <a:spcBef>
                <a:spcPts val="400"/>
              </a:spcBef>
              <a:spcAft>
                <a:spcPts val="0"/>
              </a:spcAft>
              <a:buSzPts val="1800"/>
              <a:buChar char="•"/>
              <a:defRPr/>
            </a:lvl6pPr>
            <a:lvl7pPr indent="-342900" lvl="6" marL="3200400" algn="l">
              <a:lnSpc>
                <a:spcPct val="100000"/>
              </a:lnSpc>
              <a:spcBef>
                <a:spcPts val="400"/>
              </a:spcBef>
              <a:spcAft>
                <a:spcPts val="0"/>
              </a:spcAft>
              <a:buSzPts val="1800"/>
              <a:buChar char="•"/>
              <a:defRPr/>
            </a:lvl7pPr>
            <a:lvl8pPr indent="-342900" lvl="7" marL="3657600" algn="l">
              <a:lnSpc>
                <a:spcPct val="100000"/>
              </a:lnSpc>
              <a:spcBef>
                <a:spcPts val="400"/>
              </a:spcBef>
              <a:spcAft>
                <a:spcPts val="0"/>
              </a:spcAft>
              <a:buSzPts val="1800"/>
              <a:buChar char="•"/>
              <a:defRPr/>
            </a:lvl8pPr>
            <a:lvl9pPr indent="-342900" lvl="8" marL="4114800" algn="l">
              <a:lnSpc>
                <a:spcPct val="100000"/>
              </a:lnSpc>
              <a:spcBef>
                <a:spcPts val="400"/>
              </a:spcBef>
              <a:spcAft>
                <a:spcPts val="0"/>
              </a:spcAft>
              <a:buSzPts val="1800"/>
              <a:buChar char="•"/>
              <a:defRPr/>
            </a:lvl9pPr>
          </a:lstStyle>
          <a:p/>
        </p:txBody>
      </p:sp>
      <p:sp>
        <p:nvSpPr>
          <p:cNvPr id="32" name="Google Shape;32;p5"/>
          <p:cNvSpPr txBox="1"/>
          <p:nvPr>
            <p:ph idx="12" type="sldNum"/>
          </p:nvPr>
        </p:nvSpPr>
        <p:spPr>
          <a:xfrm>
            <a:off x="8227785" y="4803546"/>
            <a:ext cx="580500" cy="273900"/>
          </a:xfrm>
          <a:prstGeom prst="rect">
            <a:avLst/>
          </a:prstGeom>
          <a:noFill/>
          <a:ln>
            <a:noFill/>
          </a:ln>
        </p:spPr>
        <p:txBody>
          <a:bodyPr anchorCtr="0" anchor="ctr" bIns="45700" lIns="91425" spcFirstLastPara="1" rIns="91425" wrap="square" tIns="45700">
            <a:noAutofit/>
          </a:bodyPr>
          <a:lstStyle>
            <a:lvl1pPr indent="0" lvl="0" marL="0" algn="l">
              <a:lnSpc>
                <a:spcPct val="100000"/>
              </a:lnSpc>
              <a:spcBef>
                <a:spcPts val="0"/>
              </a:spcBef>
              <a:spcAft>
                <a:spcPts val="0"/>
              </a:spcAft>
              <a:buClr>
                <a:srgbClr val="000000"/>
              </a:buClr>
              <a:buSzPts val="1400"/>
              <a:buFont typeface="Arial"/>
              <a:buNone/>
              <a:defRPr/>
            </a:lvl1pPr>
            <a:lvl2pPr indent="0" lvl="1" marL="0" algn="l">
              <a:lnSpc>
                <a:spcPct val="100000"/>
              </a:lnSpc>
              <a:spcBef>
                <a:spcPts val="0"/>
              </a:spcBef>
              <a:spcAft>
                <a:spcPts val="0"/>
              </a:spcAft>
              <a:buClr>
                <a:srgbClr val="000000"/>
              </a:buClr>
              <a:buSzPts val="1400"/>
              <a:buFont typeface="Arial"/>
              <a:buNone/>
              <a:defRPr/>
            </a:lvl2pPr>
            <a:lvl3pPr indent="0" lvl="2" marL="0" algn="l">
              <a:lnSpc>
                <a:spcPct val="100000"/>
              </a:lnSpc>
              <a:spcBef>
                <a:spcPts val="0"/>
              </a:spcBef>
              <a:spcAft>
                <a:spcPts val="0"/>
              </a:spcAft>
              <a:buClr>
                <a:srgbClr val="000000"/>
              </a:buClr>
              <a:buSzPts val="1400"/>
              <a:buFont typeface="Arial"/>
              <a:buNone/>
              <a:defRPr/>
            </a:lvl3pPr>
            <a:lvl4pPr indent="0" lvl="3" marL="0" algn="l">
              <a:lnSpc>
                <a:spcPct val="100000"/>
              </a:lnSpc>
              <a:spcBef>
                <a:spcPts val="0"/>
              </a:spcBef>
              <a:spcAft>
                <a:spcPts val="0"/>
              </a:spcAft>
              <a:buClr>
                <a:srgbClr val="000000"/>
              </a:buClr>
              <a:buSzPts val="1400"/>
              <a:buFont typeface="Arial"/>
              <a:buNone/>
              <a:defRPr/>
            </a:lvl4pPr>
            <a:lvl5pPr indent="0" lvl="4" marL="0" algn="l">
              <a:lnSpc>
                <a:spcPct val="100000"/>
              </a:lnSpc>
              <a:spcBef>
                <a:spcPts val="0"/>
              </a:spcBef>
              <a:spcAft>
                <a:spcPts val="0"/>
              </a:spcAft>
              <a:buClr>
                <a:srgbClr val="000000"/>
              </a:buClr>
              <a:buSzPts val="1400"/>
              <a:buFont typeface="Arial"/>
              <a:buNone/>
              <a:defRPr/>
            </a:lvl5pPr>
            <a:lvl6pPr indent="0" lvl="5" marL="0" algn="l">
              <a:lnSpc>
                <a:spcPct val="100000"/>
              </a:lnSpc>
              <a:spcBef>
                <a:spcPts val="0"/>
              </a:spcBef>
              <a:spcAft>
                <a:spcPts val="0"/>
              </a:spcAft>
              <a:buClr>
                <a:srgbClr val="000000"/>
              </a:buClr>
              <a:buSzPts val="1400"/>
              <a:buFont typeface="Arial"/>
              <a:buNone/>
              <a:defRPr/>
            </a:lvl6pPr>
            <a:lvl7pPr indent="0" lvl="6" marL="0" algn="l">
              <a:lnSpc>
                <a:spcPct val="100000"/>
              </a:lnSpc>
              <a:spcBef>
                <a:spcPts val="0"/>
              </a:spcBef>
              <a:spcAft>
                <a:spcPts val="0"/>
              </a:spcAft>
              <a:buClr>
                <a:srgbClr val="000000"/>
              </a:buClr>
              <a:buSzPts val="1400"/>
              <a:buFont typeface="Arial"/>
              <a:buNone/>
              <a:defRPr/>
            </a:lvl7pPr>
            <a:lvl8pPr indent="0" lvl="7" marL="0" algn="l">
              <a:lnSpc>
                <a:spcPct val="100000"/>
              </a:lnSpc>
              <a:spcBef>
                <a:spcPts val="0"/>
              </a:spcBef>
              <a:spcAft>
                <a:spcPts val="0"/>
              </a:spcAft>
              <a:buClr>
                <a:srgbClr val="000000"/>
              </a:buClr>
              <a:buSzPts val="1400"/>
              <a:buFont typeface="Arial"/>
              <a:buNone/>
              <a:defRPr/>
            </a:lvl8pPr>
            <a:lvl9pPr indent="0" lvl="8" marL="0" algn="l">
              <a:lnSpc>
                <a:spcPct val="100000"/>
              </a:lnSpc>
              <a:spcBef>
                <a:spcPts val="0"/>
              </a:spcBef>
              <a:spcAft>
                <a:spcPts val="0"/>
              </a:spcAft>
              <a:buClr>
                <a:srgbClr val="000000"/>
              </a:buClr>
              <a:buSzPts val="1400"/>
              <a:buFont typeface="Arial"/>
              <a:buNone/>
              <a:defRPr/>
            </a:lvl9pPr>
          </a:lstStyle>
          <a:p>
            <a:pPr indent="0" lvl="0" marL="0" rtl="0" algn="l">
              <a:spcBef>
                <a:spcPts val="0"/>
              </a:spcBef>
              <a:spcAft>
                <a:spcPts val="0"/>
              </a:spcAft>
              <a:buNone/>
            </a:pPr>
            <a:fld id="{00000000-1234-1234-1234-123412341234}" type="slidenum">
              <a:rPr lang="en"/>
              <a:t>‹#›</a:t>
            </a:fld>
            <a:endParaRPr/>
          </a:p>
        </p:txBody>
      </p:sp>
      <p:pic>
        <p:nvPicPr>
          <p:cNvPr descr="OpenMainframe_Logo_Pantone.png" id="33" name="Google Shape;33;p5"/>
          <p:cNvPicPr preferRelativeResize="0"/>
          <p:nvPr/>
        </p:nvPicPr>
        <p:blipFill rotWithShape="1">
          <a:blip r:embed="rId3">
            <a:alphaModFix/>
          </a:blip>
          <a:srcRect b="30188" l="0" r="80655" t="0"/>
          <a:stretch/>
        </p:blipFill>
        <p:spPr>
          <a:xfrm>
            <a:off x="8306753" y="100724"/>
            <a:ext cx="469852" cy="518218"/>
          </a:xfrm>
          <a:prstGeom prst="rect">
            <a:avLst/>
          </a:prstGeom>
          <a:noFill/>
          <a:ln>
            <a:noFill/>
          </a:ln>
        </p:spPr>
      </p:pic>
      <p:sp>
        <p:nvSpPr>
          <p:cNvPr id="34" name="Google Shape;34;p5"/>
          <p:cNvSpPr/>
          <p:nvPr/>
        </p:nvSpPr>
        <p:spPr>
          <a:xfrm>
            <a:off x="0" y="5112913"/>
            <a:ext cx="9144000" cy="50700"/>
          </a:xfrm>
          <a:prstGeom prst="rect">
            <a:avLst/>
          </a:prstGeom>
          <a:solidFill>
            <a:srgbClr val="3664A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sp>
        <p:nvSpPr>
          <p:cNvPr id="35" name="Google Shape;35;p5"/>
          <p:cNvSpPr/>
          <p:nvPr>
            <p:ph idx="2" type="pic"/>
          </p:nvPr>
        </p:nvSpPr>
        <p:spPr>
          <a:xfrm>
            <a:off x="645366" y="2053362"/>
            <a:ext cx="1982700" cy="1984500"/>
          </a:xfrm>
          <a:prstGeom prst="ellipse">
            <a:avLst/>
          </a:prstGeom>
          <a:noFill/>
          <a:ln>
            <a:noFill/>
          </a:ln>
        </p:spPr>
        <p:txBody>
          <a:bodyPr anchorCtr="0" anchor="t" bIns="91425" lIns="91425" spcFirstLastPara="1" rIns="91425" wrap="square" tIns="91425">
            <a:noAutofit/>
          </a:bodyPr>
          <a:lstStyle>
            <a:lvl1pPr lvl="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lvl="1"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lvl="3"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lvl="4"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lvl="5"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lvl="6"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lvl="7"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lvl="8"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6" name="Google Shape;36;p5"/>
          <p:cNvSpPr/>
          <p:nvPr>
            <p:ph idx="3" type="pic"/>
          </p:nvPr>
        </p:nvSpPr>
        <p:spPr>
          <a:xfrm>
            <a:off x="3580606" y="2056430"/>
            <a:ext cx="1982700" cy="1984500"/>
          </a:xfrm>
          <a:prstGeom prst="ellipse">
            <a:avLst/>
          </a:prstGeom>
          <a:noFill/>
          <a:ln>
            <a:noFill/>
          </a:ln>
        </p:spPr>
        <p:txBody>
          <a:bodyPr anchorCtr="0" anchor="t" bIns="91425" lIns="91425" spcFirstLastPara="1" rIns="91425" wrap="square" tIns="91425">
            <a:noAutofit/>
          </a:bodyPr>
          <a:lstStyle>
            <a:lvl1pPr lvl="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lvl="1"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lvl="3"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lvl="4"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lvl="5"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lvl="6"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lvl="7"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lvl="8"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7" name="Google Shape;37;p5"/>
          <p:cNvSpPr/>
          <p:nvPr>
            <p:ph idx="4" type="pic"/>
          </p:nvPr>
        </p:nvSpPr>
        <p:spPr>
          <a:xfrm>
            <a:off x="6515847" y="2052907"/>
            <a:ext cx="1982700" cy="1984500"/>
          </a:xfrm>
          <a:prstGeom prst="ellipse">
            <a:avLst/>
          </a:prstGeom>
          <a:noFill/>
          <a:ln>
            <a:noFill/>
          </a:ln>
        </p:spPr>
        <p:txBody>
          <a:bodyPr anchorCtr="0" anchor="t" bIns="91425" lIns="91425" spcFirstLastPara="1" rIns="91425" wrap="square" tIns="91425">
            <a:noAutofit/>
          </a:bodyPr>
          <a:lstStyle>
            <a:lvl1pPr lvl="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lvl="1"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lvl="3"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lvl="4"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lvl="5"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lvl="6"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lvl="7"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lvl="8"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Half Width">
  <p:cSld name="Text Half Width">
    <p:spTree>
      <p:nvGrpSpPr>
        <p:cNvPr id="38" name="Shape 38"/>
        <p:cNvGrpSpPr/>
        <p:nvPr/>
      </p:nvGrpSpPr>
      <p:grpSpPr>
        <a:xfrm>
          <a:off x="0" y="0"/>
          <a:ext cx="0" cy="0"/>
          <a:chOff x="0" y="0"/>
          <a:chExt cx="0" cy="0"/>
        </a:xfrm>
      </p:grpSpPr>
      <p:sp>
        <p:nvSpPr>
          <p:cNvPr id="39" name="Google Shape;39;p6"/>
          <p:cNvSpPr txBox="1"/>
          <p:nvPr>
            <p:ph type="title"/>
          </p:nvPr>
        </p:nvSpPr>
        <p:spPr>
          <a:xfrm>
            <a:off x="468630" y="273844"/>
            <a:ext cx="8046600" cy="701700"/>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rgbClr val="168FDF"/>
              </a:buClr>
              <a:buSzPts val="1800"/>
              <a:buFont typeface="Gill Sans"/>
              <a:buNone/>
              <a:defRPr sz="1100">
                <a:solidFill>
                  <a:srgbClr val="168FDF"/>
                </a:solidFill>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sp>
        <p:nvSpPr>
          <p:cNvPr id="40" name="Google Shape;40;p6"/>
          <p:cNvSpPr txBox="1"/>
          <p:nvPr>
            <p:ph idx="1" type="body"/>
          </p:nvPr>
        </p:nvSpPr>
        <p:spPr>
          <a:xfrm>
            <a:off x="468630" y="1001316"/>
            <a:ext cx="3951000" cy="3263400"/>
          </a:xfrm>
          <a:prstGeom prst="rect">
            <a:avLst/>
          </a:prstGeom>
          <a:noFill/>
          <a:ln>
            <a:noFill/>
          </a:ln>
        </p:spPr>
        <p:txBody>
          <a:bodyPr anchorCtr="0" anchor="t" bIns="34275" lIns="68575" spcFirstLastPara="1" rIns="68575" wrap="square" tIns="34275">
            <a:noAutofit/>
          </a:bodyPr>
          <a:lstStyle>
            <a:lvl1pPr indent="-336550" lvl="0" marL="457200" algn="l">
              <a:lnSpc>
                <a:spcPct val="100000"/>
              </a:lnSpc>
              <a:spcBef>
                <a:spcPts val="800"/>
              </a:spcBef>
              <a:spcAft>
                <a:spcPts val="0"/>
              </a:spcAft>
              <a:buSzPts val="1700"/>
              <a:buChar char="•"/>
              <a:defRPr sz="1700"/>
            </a:lvl1pPr>
            <a:lvl2pPr indent="-323850" lvl="1" marL="914400" algn="l">
              <a:lnSpc>
                <a:spcPct val="100000"/>
              </a:lnSpc>
              <a:spcBef>
                <a:spcPts val="400"/>
              </a:spcBef>
              <a:spcAft>
                <a:spcPts val="0"/>
              </a:spcAft>
              <a:buSzPts val="1500"/>
              <a:buChar char="–"/>
              <a:defRPr sz="1500"/>
            </a:lvl2pPr>
            <a:lvl3pPr indent="-317500" lvl="2" marL="1371600" algn="l">
              <a:lnSpc>
                <a:spcPct val="100000"/>
              </a:lnSpc>
              <a:spcBef>
                <a:spcPts val="400"/>
              </a:spcBef>
              <a:spcAft>
                <a:spcPts val="0"/>
              </a:spcAft>
              <a:buSzPts val="1400"/>
              <a:buChar char="•"/>
              <a:defRPr sz="1400"/>
            </a:lvl3pPr>
            <a:lvl4pPr indent="-304800" lvl="3" marL="1828800" algn="l">
              <a:lnSpc>
                <a:spcPct val="100000"/>
              </a:lnSpc>
              <a:spcBef>
                <a:spcPts val="400"/>
              </a:spcBef>
              <a:spcAft>
                <a:spcPts val="0"/>
              </a:spcAft>
              <a:buSzPts val="1200"/>
              <a:buChar char="–"/>
              <a:defRPr sz="1200"/>
            </a:lvl4pPr>
            <a:lvl5pPr indent="-317500" lvl="4" marL="2286000" algn="l">
              <a:lnSpc>
                <a:spcPct val="100000"/>
              </a:lnSpc>
              <a:spcBef>
                <a:spcPts val="400"/>
              </a:spcBef>
              <a:spcAft>
                <a:spcPts val="0"/>
              </a:spcAft>
              <a:buSzPts val="1400"/>
              <a:buChar char="»"/>
              <a:defRPr sz="1400"/>
            </a:lvl5pPr>
            <a:lvl6pPr indent="-317500" lvl="5" marL="2743200" algn="l">
              <a:lnSpc>
                <a:spcPct val="90000"/>
              </a:lnSpc>
              <a:spcBef>
                <a:spcPts val="400"/>
              </a:spcBef>
              <a:spcAft>
                <a:spcPts val="0"/>
              </a:spcAft>
              <a:buClr>
                <a:schemeClr val="dk1"/>
              </a:buClr>
              <a:buSzPts val="1400"/>
              <a:buChar char="•"/>
              <a:defRPr sz="1100"/>
            </a:lvl6pPr>
            <a:lvl7pPr indent="-317500" lvl="6" marL="3200400" algn="l">
              <a:lnSpc>
                <a:spcPct val="90000"/>
              </a:lnSpc>
              <a:spcBef>
                <a:spcPts val="400"/>
              </a:spcBef>
              <a:spcAft>
                <a:spcPts val="0"/>
              </a:spcAft>
              <a:buClr>
                <a:schemeClr val="dk1"/>
              </a:buClr>
              <a:buSzPts val="1400"/>
              <a:buChar char="•"/>
              <a:defRPr sz="1100"/>
            </a:lvl7pPr>
            <a:lvl8pPr indent="-317500" lvl="7" marL="3657600" algn="l">
              <a:lnSpc>
                <a:spcPct val="90000"/>
              </a:lnSpc>
              <a:spcBef>
                <a:spcPts val="400"/>
              </a:spcBef>
              <a:spcAft>
                <a:spcPts val="0"/>
              </a:spcAft>
              <a:buClr>
                <a:schemeClr val="dk1"/>
              </a:buClr>
              <a:buSzPts val="1400"/>
              <a:buChar char="•"/>
              <a:defRPr sz="1100"/>
            </a:lvl8pPr>
            <a:lvl9pPr indent="-317500" lvl="8" marL="4114800" algn="l">
              <a:lnSpc>
                <a:spcPct val="90000"/>
              </a:lnSpc>
              <a:spcBef>
                <a:spcPts val="400"/>
              </a:spcBef>
              <a:spcAft>
                <a:spcPts val="0"/>
              </a:spcAft>
              <a:buClr>
                <a:schemeClr val="dk1"/>
              </a:buClr>
              <a:buSzPts val="1400"/>
              <a:buChar char="•"/>
              <a:defRPr sz="1100"/>
            </a:lvl9pPr>
          </a:lstStyle>
          <a:p/>
        </p:txBody>
      </p:sp>
      <p:cxnSp>
        <p:nvCxnSpPr>
          <p:cNvPr id="41" name="Google Shape;41;p6"/>
          <p:cNvCxnSpPr/>
          <p:nvPr/>
        </p:nvCxnSpPr>
        <p:spPr>
          <a:xfrm>
            <a:off x="308610" y="273844"/>
            <a:ext cx="0" cy="4581600"/>
          </a:xfrm>
          <a:prstGeom prst="straightConnector1">
            <a:avLst/>
          </a:prstGeom>
          <a:noFill/>
          <a:ln cap="flat" cmpd="sng" w="9525">
            <a:solidFill>
              <a:srgbClr val="168FDF"/>
            </a:solidFill>
            <a:prstDash val="solid"/>
            <a:miter lim="800000"/>
            <a:headEnd len="sm" w="sm" type="none"/>
            <a:tailEnd len="sm" w="sm" type="none"/>
          </a:ln>
        </p:spPr>
      </p:cxnSp>
      <p:pic>
        <p:nvPicPr>
          <p:cNvPr id="42" name="Google Shape;42;p6"/>
          <p:cNvPicPr preferRelativeResize="0"/>
          <p:nvPr/>
        </p:nvPicPr>
        <p:blipFill rotWithShape="1">
          <a:blip r:embed="rId2">
            <a:alphaModFix/>
          </a:blip>
          <a:srcRect b="0" l="0" r="0" t="0"/>
          <a:stretch/>
        </p:blipFill>
        <p:spPr>
          <a:xfrm>
            <a:off x="455313" y="4734017"/>
            <a:ext cx="2033132" cy="121351"/>
          </a:xfrm>
          <a:prstGeom prst="rect">
            <a:avLst/>
          </a:prstGeom>
          <a:noFill/>
          <a:ln>
            <a:noFill/>
          </a:ln>
        </p:spPr>
      </p:pic>
      <p:sp>
        <p:nvSpPr>
          <p:cNvPr id="43" name="Google Shape;43;p6"/>
          <p:cNvSpPr txBox="1"/>
          <p:nvPr>
            <p:ph idx="10" type="dt"/>
          </p:nvPr>
        </p:nvSpPr>
        <p:spPr>
          <a:xfrm>
            <a:off x="7696200" y="4937760"/>
            <a:ext cx="1165500" cy="2058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sz="800">
                <a:solidFill>
                  <a:srgbClr val="2F2F2F"/>
                </a:solidFill>
                <a:latin typeface="Gill Sans"/>
                <a:ea typeface="Gill Sans"/>
                <a:cs typeface="Gill Sans"/>
                <a:sym typeface="Gill Sans"/>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44" name="Google Shape;44;p6"/>
          <p:cNvSpPr txBox="1"/>
          <p:nvPr>
            <p:ph idx="11" type="ftr"/>
          </p:nvPr>
        </p:nvSpPr>
        <p:spPr>
          <a:xfrm>
            <a:off x="455536" y="4937760"/>
            <a:ext cx="2526600" cy="2058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800">
                <a:solidFill>
                  <a:srgbClr val="2F2F2F"/>
                </a:solidFill>
                <a:latin typeface="Gill Sans"/>
                <a:ea typeface="Gill Sans"/>
                <a:cs typeface="Gill Sans"/>
                <a:sym typeface="Gill Sans"/>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45" name="Google Shape;45;p6"/>
          <p:cNvSpPr txBox="1"/>
          <p:nvPr>
            <p:ph idx="12" type="sldNum"/>
          </p:nvPr>
        </p:nvSpPr>
        <p:spPr>
          <a:xfrm>
            <a:off x="8868254" y="4937760"/>
            <a:ext cx="275700" cy="2058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800">
                <a:solidFill>
                  <a:srgbClr val="2F2F2F"/>
                </a:solidFill>
                <a:latin typeface="Gill Sans"/>
                <a:ea typeface="Gill Sans"/>
                <a:cs typeface="Gill Sans"/>
                <a:sym typeface="Gill Sans"/>
              </a:defRPr>
            </a:lvl1pPr>
            <a:lvl2pPr indent="0" lvl="1" marL="0" algn="r">
              <a:spcBef>
                <a:spcPts val="0"/>
              </a:spcBef>
              <a:buNone/>
              <a:defRPr sz="800">
                <a:solidFill>
                  <a:srgbClr val="2F2F2F"/>
                </a:solidFill>
                <a:latin typeface="Gill Sans"/>
                <a:ea typeface="Gill Sans"/>
                <a:cs typeface="Gill Sans"/>
                <a:sym typeface="Gill Sans"/>
              </a:defRPr>
            </a:lvl2pPr>
            <a:lvl3pPr indent="0" lvl="2" marL="0" algn="r">
              <a:spcBef>
                <a:spcPts val="0"/>
              </a:spcBef>
              <a:buNone/>
              <a:defRPr sz="800">
                <a:solidFill>
                  <a:srgbClr val="2F2F2F"/>
                </a:solidFill>
                <a:latin typeface="Gill Sans"/>
                <a:ea typeface="Gill Sans"/>
                <a:cs typeface="Gill Sans"/>
                <a:sym typeface="Gill Sans"/>
              </a:defRPr>
            </a:lvl3pPr>
            <a:lvl4pPr indent="0" lvl="3" marL="0" algn="r">
              <a:spcBef>
                <a:spcPts val="0"/>
              </a:spcBef>
              <a:buNone/>
              <a:defRPr sz="800">
                <a:solidFill>
                  <a:srgbClr val="2F2F2F"/>
                </a:solidFill>
                <a:latin typeface="Gill Sans"/>
                <a:ea typeface="Gill Sans"/>
                <a:cs typeface="Gill Sans"/>
                <a:sym typeface="Gill Sans"/>
              </a:defRPr>
            </a:lvl4pPr>
            <a:lvl5pPr indent="0" lvl="4" marL="0" algn="r">
              <a:spcBef>
                <a:spcPts val="0"/>
              </a:spcBef>
              <a:buNone/>
              <a:defRPr sz="800">
                <a:solidFill>
                  <a:srgbClr val="2F2F2F"/>
                </a:solidFill>
                <a:latin typeface="Gill Sans"/>
                <a:ea typeface="Gill Sans"/>
                <a:cs typeface="Gill Sans"/>
                <a:sym typeface="Gill Sans"/>
              </a:defRPr>
            </a:lvl5pPr>
            <a:lvl6pPr indent="0" lvl="5" marL="0" algn="r">
              <a:spcBef>
                <a:spcPts val="0"/>
              </a:spcBef>
              <a:buNone/>
              <a:defRPr sz="800">
                <a:solidFill>
                  <a:srgbClr val="2F2F2F"/>
                </a:solidFill>
                <a:latin typeface="Gill Sans"/>
                <a:ea typeface="Gill Sans"/>
                <a:cs typeface="Gill Sans"/>
                <a:sym typeface="Gill Sans"/>
              </a:defRPr>
            </a:lvl6pPr>
            <a:lvl7pPr indent="0" lvl="6" marL="0" algn="r">
              <a:spcBef>
                <a:spcPts val="0"/>
              </a:spcBef>
              <a:buNone/>
              <a:defRPr sz="800">
                <a:solidFill>
                  <a:srgbClr val="2F2F2F"/>
                </a:solidFill>
                <a:latin typeface="Gill Sans"/>
                <a:ea typeface="Gill Sans"/>
                <a:cs typeface="Gill Sans"/>
                <a:sym typeface="Gill Sans"/>
              </a:defRPr>
            </a:lvl7pPr>
            <a:lvl8pPr indent="0" lvl="7" marL="0" algn="r">
              <a:spcBef>
                <a:spcPts val="0"/>
              </a:spcBef>
              <a:buNone/>
              <a:defRPr sz="800">
                <a:solidFill>
                  <a:srgbClr val="2F2F2F"/>
                </a:solidFill>
                <a:latin typeface="Gill Sans"/>
                <a:ea typeface="Gill Sans"/>
                <a:cs typeface="Gill Sans"/>
                <a:sym typeface="Gill Sans"/>
              </a:defRPr>
            </a:lvl8pPr>
            <a:lvl9pPr indent="0" lvl="8" marL="0" algn="r">
              <a:spcBef>
                <a:spcPts val="0"/>
              </a:spcBef>
              <a:buNone/>
              <a:defRPr sz="800">
                <a:solidFill>
                  <a:srgbClr val="2F2F2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Full Width">
  <p:cSld name="Text Full Width">
    <p:spTree>
      <p:nvGrpSpPr>
        <p:cNvPr id="46" name="Shape 46"/>
        <p:cNvGrpSpPr/>
        <p:nvPr/>
      </p:nvGrpSpPr>
      <p:grpSpPr>
        <a:xfrm>
          <a:off x="0" y="0"/>
          <a:ext cx="0" cy="0"/>
          <a:chOff x="0" y="0"/>
          <a:chExt cx="0" cy="0"/>
        </a:xfrm>
      </p:grpSpPr>
      <p:sp>
        <p:nvSpPr>
          <p:cNvPr id="47" name="Google Shape;47;p7"/>
          <p:cNvSpPr txBox="1"/>
          <p:nvPr>
            <p:ph type="title"/>
          </p:nvPr>
        </p:nvSpPr>
        <p:spPr>
          <a:xfrm>
            <a:off x="468630" y="273844"/>
            <a:ext cx="8200500" cy="701700"/>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rgbClr val="168FDF"/>
              </a:buClr>
              <a:buSzPts val="1800"/>
              <a:buFont typeface="Gill Sans"/>
              <a:buNone/>
              <a:defRPr sz="1100">
                <a:solidFill>
                  <a:srgbClr val="168FDF"/>
                </a:solidFill>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sp>
        <p:nvSpPr>
          <p:cNvPr id="48" name="Google Shape;48;p7"/>
          <p:cNvSpPr txBox="1"/>
          <p:nvPr>
            <p:ph idx="1" type="body"/>
          </p:nvPr>
        </p:nvSpPr>
        <p:spPr>
          <a:xfrm>
            <a:off x="468630" y="1001316"/>
            <a:ext cx="8200500" cy="3263400"/>
          </a:xfrm>
          <a:prstGeom prst="rect">
            <a:avLst/>
          </a:prstGeom>
          <a:noFill/>
          <a:ln>
            <a:noFill/>
          </a:ln>
        </p:spPr>
        <p:txBody>
          <a:bodyPr anchorCtr="0" anchor="t" bIns="34275" lIns="68575" spcFirstLastPara="1" rIns="68575" wrap="square" tIns="34275">
            <a:noAutofit/>
          </a:bodyPr>
          <a:lstStyle>
            <a:lvl1pPr indent="-336550" lvl="0" marL="457200" algn="l">
              <a:lnSpc>
                <a:spcPct val="100000"/>
              </a:lnSpc>
              <a:spcBef>
                <a:spcPts val="800"/>
              </a:spcBef>
              <a:spcAft>
                <a:spcPts val="0"/>
              </a:spcAft>
              <a:buSzPts val="1700"/>
              <a:buChar char="•"/>
              <a:defRPr sz="1700"/>
            </a:lvl1pPr>
            <a:lvl2pPr indent="-323850" lvl="1" marL="914400" algn="l">
              <a:lnSpc>
                <a:spcPct val="100000"/>
              </a:lnSpc>
              <a:spcBef>
                <a:spcPts val="400"/>
              </a:spcBef>
              <a:spcAft>
                <a:spcPts val="0"/>
              </a:spcAft>
              <a:buSzPts val="1500"/>
              <a:buChar char="–"/>
              <a:defRPr sz="1500"/>
            </a:lvl2pPr>
            <a:lvl3pPr indent="-317500" lvl="2" marL="1371600" algn="l">
              <a:lnSpc>
                <a:spcPct val="100000"/>
              </a:lnSpc>
              <a:spcBef>
                <a:spcPts val="400"/>
              </a:spcBef>
              <a:spcAft>
                <a:spcPts val="0"/>
              </a:spcAft>
              <a:buSzPts val="1400"/>
              <a:buChar char="•"/>
              <a:defRPr sz="1400"/>
            </a:lvl3pPr>
            <a:lvl4pPr indent="-304800" lvl="3" marL="1828800" algn="l">
              <a:lnSpc>
                <a:spcPct val="100000"/>
              </a:lnSpc>
              <a:spcBef>
                <a:spcPts val="400"/>
              </a:spcBef>
              <a:spcAft>
                <a:spcPts val="0"/>
              </a:spcAft>
              <a:buSzPts val="1200"/>
              <a:buChar char="–"/>
              <a:defRPr sz="1200"/>
            </a:lvl4pPr>
            <a:lvl5pPr indent="-298450" lvl="4" marL="2286000" algn="l">
              <a:lnSpc>
                <a:spcPct val="100000"/>
              </a:lnSpc>
              <a:spcBef>
                <a:spcPts val="400"/>
              </a:spcBef>
              <a:spcAft>
                <a:spcPts val="0"/>
              </a:spcAft>
              <a:buSzPts val="1100"/>
              <a:buChar char="»"/>
              <a:defRPr sz="1100"/>
            </a:lvl5pPr>
            <a:lvl6pPr indent="-317500" lvl="5" marL="2743200" algn="l">
              <a:lnSpc>
                <a:spcPct val="90000"/>
              </a:lnSpc>
              <a:spcBef>
                <a:spcPts val="400"/>
              </a:spcBef>
              <a:spcAft>
                <a:spcPts val="0"/>
              </a:spcAft>
              <a:buClr>
                <a:schemeClr val="dk1"/>
              </a:buClr>
              <a:buSzPts val="1400"/>
              <a:buChar char="•"/>
              <a:defRPr sz="1100"/>
            </a:lvl6pPr>
            <a:lvl7pPr indent="-317500" lvl="6" marL="3200400" algn="l">
              <a:lnSpc>
                <a:spcPct val="90000"/>
              </a:lnSpc>
              <a:spcBef>
                <a:spcPts val="400"/>
              </a:spcBef>
              <a:spcAft>
                <a:spcPts val="0"/>
              </a:spcAft>
              <a:buClr>
                <a:schemeClr val="dk1"/>
              </a:buClr>
              <a:buSzPts val="1400"/>
              <a:buChar char="•"/>
              <a:defRPr sz="1100"/>
            </a:lvl7pPr>
            <a:lvl8pPr indent="-317500" lvl="7" marL="3657600" algn="l">
              <a:lnSpc>
                <a:spcPct val="90000"/>
              </a:lnSpc>
              <a:spcBef>
                <a:spcPts val="400"/>
              </a:spcBef>
              <a:spcAft>
                <a:spcPts val="0"/>
              </a:spcAft>
              <a:buClr>
                <a:schemeClr val="dk1"/>
              </a:buClr>
              <a:buSzPts val="1400"/>
              <a:buChar char="•"/>
              <a:defRPr sz="1100"/>
            </a:lvl8pPr>
            <a:lvl9pPr indent="-317500" lvl="8" marL="4114800" algn="l">
              <a:lnSpc>
                <a:spcPct val="90000"/>
              </a:lnSpc>
              <a:spcBef>
                <a:spcPts val="400"/>
              </a:spcBef>
              <a:spcAft>
                <a:spcPts val="0"/>
              </a:spcAft>
              <a:buClr>
                <a:schemeClr val="dk1"/>
              </a:buClr>
              <a:buSzPts val="1400"/>
              <a:buChar char="•"/>
              <a:defRPr sz="1100"/>
            </a:lvl9pPr>
          </a:lstStyle>
          <a:p/>
        </p:txBody>
      </p:sp>
      <p:cxnSp>
        <p:nvCxnSpPr>
          <p:cNvPr id="49" name="Google Shape;49;p7"/>
          <p:cNvCxnSpPr/>
          <p:nvPr/>
        </p:nvCxnSpPr>
        <p:spPr>
          <a:xfrm>
            <a:off x="308610" y="273844"/>
            <a:ext cx="0" cy="4581600"/>
          </a:xfrm>
          <a:prstGeom prst="straightConnector1">
            <a:avLst/>
          </a:prstGeom>
          <a:noFill/>
          <a:ln cap="flat" cmpd="sng" w="9525">
            <a:solidFill>
              <a:srgbClr val="168FDF"/>
            </a:solidFill>
            <a:prstDash val="solid"/>
            <a:miter lim="800000"/>
            <a:headEnd len="sm" w="sm" type="none"/>
            <a:tailEnd len="sm" w="sm" type="none"/>
          </a:ln>
        </p:spPr>
      </p:cxnSp>
      <p:pic>
        <p:nvPicPr>
          <p:cNvPr id="50" name="Google Shape;50;p7"/>
          <p:cNvPicPr preferRelativeResize="0"/>
          <p:nvPr/>
        </p:nvPicPr>
        <p:blipFill rotWithShape="1">
          <a:blip r:embed="rId2">
            <a:alphaModFix/>
          </a:blip>
          <a:srcRect b="0" l="0" r="0" t="0"/>
          <a:stretch/>
        </p:blipFill>
        <p:spPr>
          <a:xfrm>
            <a:off x="455313" y="4734017"/>
            <a:ext cx="2033132" cy="121351"/>
          </a:xfrm>
          <a:prstGeom prst="rect">
            <a:avLst/>
          </a:prstGeom>
          <a:noFill/>
          <a:ln>
            <a:noFill/>
          </a:ln>
        </p:spPr>
      </p:pic>
      <p:sp>
        <p:nvSpPr>
          <p:cNvPr id="51" name="Google Shape;51;p7"/>
          <p:cNvSpPr txBox="1"/>
          <p:nvPr>
            <p:ph idx="10" type="dt"/>
          </p:nvPr>
        </p:nvSpPr>
        <p:spPr>
          <a:xfrm>
            <a:off x="7518400" y="4937760"/>
            <a:ext cx="1343100" cy="2058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sz="800">
                <a:solidFill>
                  <a:srgbClr val="2F2F2F"/>
                </a:solidFill>
                <a:latin typeface="Gill Sans"/>
                <a:ea typeface="Gill Sans"/>
                <a:cs typeface="Gill Sans"/>
                <a:sym typeface="Gill Sans"/>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2" name="Google Shape;52;p7"/>
          <p:cNvSpPr txBox="1"/>
          <p:nvPr>
            <p:ph idx="11" type="ftr"/>
          </p:nvPr>
        </p:nvSpPr>
        <p:spPr>
          <a:xfrm>
            <a:off x="455536" y="4937760"/>
            <a:ext cx="2526600" cy="2058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800">
                <a:solidFill>
                  <a:srgbClr val="2F2F2F"/>
                </a:solidFill>
                <a:latin typeface="Gill Sans"/>
                <a:ea typeface="Gill Sans"/>
                <a:cs typeface="Gill Sans"/>
                <a:sym typeface="Gill Sans"/>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3" name="Google Shape;53;p7"/>
          <p:cNvSpPr txBox="1"/>
          <p:nvPr>
            <p:ph idx="12" type="sldNum"/>
          </p:nvPr>
        </p:nvSpPr>
        <p:spPr>
          <a:xfrm>
            <a:off x="8868254" y="4937760"/>
            <a:ext cx="275700" cy="2058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b="0" i="0" sz="800" u="none" cap="none" strike="noStrike">
                <a:solidFill>
                  <a:srgbClr val="2F2F2F"/>
                </a:solidFill>
                <a:latin typeface="Gill Sans"/>
                <a:ea typeface="Gill Sans"/>
                <a:cs typeface="Gill Sans"/>
                <a:sym typeface="Gill Sans"/>
              </a:defRPr>
            </a:lvl1pPr>
            <a:lvl2pPr indent="0" lvl="1" marL="0" algn="r">
              <a:spcBef>
                <a:spcPts val="0"/>
              </a:spcBef>
              <a:buNone/>
              <a:defRPr b="0" i="0" sz="800" u="none" cap="none" strike="noStrike">
                <a:solidFill>
                  <a:srgbClr val="2F2F2F"/>
                </a:solidFill>
                <a:latin typeface="Gill Sans"/>
                <a:ea typeface="Gill Sans"/>
                <a:cs typeface="Gill Sans"/>
                <a:sym typeface="Gill Sans"/>
              </a:defRPr>
            </a:lvl2pPr>
            <a:lvl3pPr indent="0" lvl="2" marL="0" algn="r">
              <a:spcBef>
                <a:spcPts val="0"/>
              </a:spcBef>
              <a:buNone/>
              <a:defRPr b="0" i="0" sz="800" u="none" cap="none" strike="noStrike">
                <a:solidFill>
                  <a:srgbClr val="2F2F2F"/>
                </a:solidFill>
                <a:latin typeface="Gill Sans"/>
                <a:ea typeface="Gill Sans"/>
                <a:cs typeface="Gill Sans"/>
                <a:sym typeface="Gill Sans"/>
              </a:defRPr>
            </a:lvl3pPr>
            <a:lvl4pPr indent="0" lvl="3" marL="0" algn="r">
              <a:spcBef>
                <a:spcPts val="0"/>
              </a:spcBef>
              <a:buNone/>
              <a:defRPr b="0" i="0" sz="800" u="none" cap="none" strike="noStrike">
                <a:solidFill>
                  <a:srgbClr val="2F2F2F"/>
                </a:solidFill>
                <a:latin typeface="Gill Sans"/>
                <a:ea typeface="Gill Sans"/>
                <a:cs typeface="Gill Sans"/>
                <a:sym typeface="Gill Sans"/>
              </a:defRPr>
            </a:lvl4pPr>
            <a:lvl5pPr indent="0" lvl="4" marL="0" algn="r">
              <a:spcBef>
                <a:spcPts val="0"/>
              </a:spcBef>
              <a:buNone/>
              <a:defRPr b="0" i="0" sz="800" u="none" cap="none" strike="noStrike">
                <a:solidFill>
                  <a:srgbClr val="2F2F2F"/>
                </a:solidFill>
                <a:latin typeface="Gill Sans"/>
                <a:ea typeface="Gill Sans"/>
                <a:cs typeface="Gill Sans"/>
                <a:sym typeface="Gill Sans"/>
              </a:defRPr>
            </a:lvl5pPr>
            <a:lvl6pPr indent="0" lvl="5" marL="0" algn="r">
              <a:spcBef>
                <a:spcPts val="0"/>
              </a:spcBef>
              <a:buNone/>
              <a:defRPr b="0" i="0" sz="800" u="none" cap="none" strike="noStrike">
                <a:solidFill>
                  <a:srgbClr val="2F2F2F"/>
                </a:solidFill>
                <a:latin typeface="Gill Sans"/>
                <a:ea typeface="Gill Sans"/>
                <a:cs typeface="Gill Sans"/>
                <a:sym typeface="Gill Sans"/>
              </a:defRPr>
            </a:lvl6pPr>
            <a:lvl7pPr indent="0" lvl="6" marL="0" algn="r">
              <a:spcBef>
                <a:spcPts val="0"/>
              </a:spcBef>
              <a:buNone/>
              <a:defRPr b="0" i="0" sz="800" u="none" cap="none" strike="noStrike">
                <a:solidFill>
                  <a:srgbClr val="2F2F2F"/>
                </a:solidFill>
                <a:latin typeface="Gill Sans"/>
                <a:ea typeface="Gill Sans"/>
                <a:cs typeface="Gill Sans"/>
                <a:sym typeface="Gill Sans"/>
              </a:defRPr>
            </a:lvl7pPr>
            <a:lvl8pPr indent="0" lvl="7" marL="0" algn="r">
              <a:spcBef>
                <a:spcPts val="0"/>
              </a:spcBef>
              <a:buNone/>
              <a:defRPr b="0" i="0" sz="800" u="none" cap="none" strike="noStrike">
                <a:solidFill>
                  <a:srgbClr val="2F2F2F"/>
                </a:solidFill>
                <a:latin typeface="Gill Sans"/>
                <a:ea typeface="Gill Sans"/>
                <a:cs typeface="Gill Sans"/>
                <a:sym typeface="Gill Sans"/>
              </a:defRPr>
            </a:lvl8pPr>
            <a:lvl9pPr indent="0" lvl="8" marL="0" algn="r">
              <a:spcBef>
                <a:spcPts val="0"/>
              </a:spcBef>
              <a:buNone/>
              <a:defRPr b="0" i="0" sz="800" u="none" cap="none" strike="noStrike">
                <a:solidFill>
                  <a:srgbClr val="2F2F2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54" name="Shape 54"/>
        <p:cNvGrpSpPr/>
        <p:nvPr/>
      </p:nvGrpSpPr>
      <p:grpSpPr>
        <a:xfrm>
          <a:off x="0" y="0"/>
          <a:ext cx="0" cy="0"/>
          <a:chOff x="0" y="0"/>
          <a:chExt cx="0" cy="0"/>
        </a:xfrm>
      </p:grpSpPr>
      <p:sp>
        <p:nvSpPr>
          <p:cNvPr id="55" name="Google Shape;55;p8"/>
          <p:cNvSpPr txBox="1"/>
          <p:nvPr>
            <p:ph type="title"/>
          </p:nvPr>
        </p:nvSpPr>
        <p:spPr>
          <a:xfrm>
            <a:off x="468630" y="273844"/>
            <a:ext cx="8200500" cy="701700"/>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rgbClr val="168FDF"/>
              </a:buClr>
              <a:buSzPts val="1800"/>
              <a:buFont typeface="Gill Sans"/>
              <a:buNone/>
              <a:defRPr sz="1100">
                <a:solidFill>
                  <a:srgbClr val="168FDF"/>
                </a:solidFill>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cxnSp>
        <p:nvCxnSpPr>
          <p:cNvPr id="56" name="Google Shape;56;p8"/>
          <p:cNvCxnSpPr/>
          <p:nvPr/>
        </p:nvCxnSpPr>
        <p:spPr>
          <a:xfrm>
            <a:off x="308610" y="273844"/>
            <a:ext cx="0" cy="4581600"/>
          </a:xfrm>
          <a:prstGeom prst="straightConnector1">
            <a:avLst/>
          </a:prstGeom>
          <a:noFill/>
          <a:ln cap="flat" cmpd="sng" w="9525">
            <a:solidFill>
              <a:srgbClr val="168FDF"/>
            </a:solidFill>
            <a:prstDash val="solid"/>
            <a:miter lim="800000"/>
            <a:headEnd len="sm" w="sm" type="none"/>
            <a:tailEnd len="sm" w="sm" type="none"/>
          </a:ln>
        </p:spPr>
      </p:cxnSp>
      <p:pic>
        <p:nvPicPr>
          <p:cNvPr id="57" name="Google Shape;57;p8"/>
          <p:cNvPicPr preferRelativeResize="0"/>
          <p:nvPr/>
        </p:nvPicPr>
        <p:blipFill rotWithShape="1">
          <a:blip r:embed="rId2">
            <a:alphaModFix/>
          </a:blip>
          <a:srcRect b="0" l="0" r="0" t="0"/>
          <a:stretch/>
        </p:blipFill>
        <p:spPr>
          <a:xfrm>
            <a:off x="455313" y="4734017"/>
            <a:ext cx="2033132" cy="121351"/>
          </a:xfrm>
          <a:prstGeom prst="rect">
            <a:avLst/>
          </a:prstGeom>
          <a:noFill/>
          <a:ln>
            <a:noFill/>
          </a:ln>
        </p:spPr>
      </p:pic>
      <p:sp>
        <p:nvSpPr>
          <p:cNvPr id="58" name="Google Shape;58;p8"/>
          <p:cNvSpPr txBox="1"/>
          <p:nvPr>
            <p:ph idx="10" type="dt"/>
          </p:nvPr>
        </p:nvSpPr>
        <p:spPr>
          <a:xfrm>
            <a:off x="7628467" y="4937760"/>
            <a:ext cx="1233000" cy="2058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sz="800">
                <a:solidFill>
                  <a:srgbClr val="2F2F2F"/>
                </a:solidFill>
                <a:latin typeface="Gill Sans"/>
                <a:ea typeface="Gill Sans"/>
                <a:cs typeface="Gill Sans"/>
                <a:sym typeface="Gill Sans"/>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9" name="Google Shape;59;p8"/>
          <p:cNvSpPr txBox="1"/>
          <p:nvPr>
            <p:ph idx="11" type="ftr"/>
          </p:nvPr>
        </p:nvSpPr>
        <p:spPr>
          <a:xfrm>
            <a:off x="455536" y="4937760"/>
            <a:ext cx="2526600" cy="2058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800">
                <a:solidFill>
                  <a:srgbClr val="2F2F2F"/>
                </a:solidFill>
                <a:latin typeface="Gill Sans"/>
                <a:ea typeface="Gill Sans"/>
                <a:cs typeface="Gill Sans"/>
                <a:sym typeface="Gill Sans"/>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60" name="Google Shape;60;p8"/>
          <p:cNvSpPr txBox="1"/>
          <p:nvPr>
            <p:ph idx="12" type="sldNum"/>
          </p:nvPr>
        </p:nvSpPr>
        <p:spPr>
          <a:xfrm>
            <a:off x="8868254" y="4937760"/>
            <a:ext cx="275700" cy="2058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800">
                <a:solidFill>
                  <a:srgbClr val="2F2F2F"/>
                </a:solidFill>
                <a:latin typeface="Gill Sans"/>
                <a:ea typeface="Gill Sans"/>
                <a:cs typeface="Gill Sans"/>
                <a:sym typeface="Gill Sans"/>
              </a:defRPr>
            </a:lvl1pPr>
            <a:lvl2pPr indent="0" lvl="1" marL="0" algn="r">
              <a:spcBef>
                <a:spcPts val="0"/>
              </a:spcBef>
              <a:buNone/>
              <a:defRPr sz="800">
                <a:solidFill>
                  <a:srgbClr val="2F2F2F"/>
                </a:solidFill>
                <a:latin typeface="Gill Sans"/>
                <a:ea typeface="Gill Sans"/>
                <a:cs typeface="Gill Sans"/>
                <a:sym typeface="Gill Sans"/>
              </a:defRPr>
            </a:lvl2pPr>
            <a:lvl3pPr indent="0" lvl="2" marL="0" algn="r">
              <a:spcBef>
                <a:spcPts val="0"/>
              </a:spcBef>
              <a:buNone/>
              <a:defRPr sz="800">
                <a:solidFill>
                  <a:srgbClr val="2F2F2F"/>
                </a:solidFill>
                <a:latin typeface="Gill Sans"/>
                <a:ea typeface="Gill Sans"/>
                <a:cs typeface="Gill Sans"/>
                <a:sym typeface="Gill Sans"/>
              </a:defRPr>
            </a:lvl3pPr>
            <a:lvl4pPr indent="0" lvl="3" marL="0" algn="r">
              <a:spcBef>
                <a:spcPts val="0"/>
              </a:spcBef>
              <a:buNone/>
              <a:defRPr sz="800">
                <a:solidFill>
                  <a:srgbClr val="2F2F2F"/>
                </a:solidFill>
                <a:latin typeface="Gill Sans"/>
                <a:ea typeface="Gill Sans"/>
                <a:cs typeface="Gill Sans"/>
                <a:sym typeface="Gill Sans"/>
              </a:defRPr>
            </a:lvl4pPr>
            <a:lvl5pPr indent="0" lvl="4" marL="0" algn="r">
              <a:spcBef>
                <a:spcPts val="0"/>
              </a:spcBef>
              <a:buNone/>
              <a:defRPr sz="800">
                <a:solidFill>
                  <a:srgbClr val="2F2F2F"/>
                </a:solidFill>
                <a:latin typeface="Gill Sans"/>
                <a:ea typeface="Gill Sans"/>
                <a:cs typeface="Gill Sans"/>
                <a:sym typeface="Gill Sans"/>
              </a:defRPr>
            </a:lvl5pPr>
            <a:lvl6pPr indent="0" lvl="5" marL="0" algn="r">
              <a:spcBef>
                <a:spcPts val="0"/>
              </a:spcBef>
              <a:buNone/>
              <a:defRPr sz="800">
                <a:solidFill>
                  <a:srgbClr val="2F2F2F"/>
                </a:solidFill>
                <a:latin typeface="Gill Sans"/>
                <a:ea typeface="Gill Sans"/>
                <a:cs typeface="Gill Sans"/>
                <a:sym typeface="Gill Sans"/>
              </a:defRPr>
            </a:lvl6pPr>
            <a:lvl7pPr indent="0" lvl="6" marL="0" algn="r">
              <a:spcBef>
                <a:spcPts val="0"/>
              </a:spcBef>
              <a:buNone/>
              <a:defRPr sz="800">
                <a:solidFill>
                  <a:srgbClr val="2F2F2F"/>
                </a:solidFill>
                <a:latin typeface="Gill Sans"/>
                <a:ea typeface="Gill Sans"/>
                <a:cs typeface="Gill Sans"/>
                <a:sym typeface="Gill Sans"/>
              </a:defRPr>
            </a:lvl7pPr>
            <a:lvl8pPr indent="0" lvl="7" marL="0" algn="r">
              <a:spcBef>
                <a:spcPts val="0"/>
              </a:spcBef>
              <a:buNone/>
              <a:defRPr sz="800">
                <a:solidFill>
                  <a:srgbClr val="2F2F2F"/>
                </a:solidFill>
                <a:latin typeface="Gill Sans"/>
                <a:ea typeface="Gill Sans"/>
                <a:cs typeface="Gill Sans"/>
                <a:sym typeface="Gill Sans"/>
              </a:defRPr>
            </a:lvl8pPr>
            <a:lvl9pPr indent="0" lvl="8" marL="0" algn="r">
              <a:spcBef>
                <a:spcPts val="0"/>
              </a:spcBef>
              <a:buNone/>
              <a:defRPr sz="800">
                <a:solidFill>
                  <a:srgbClr val="2F2F2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Light">
  <p:cSld name="Transition Light">
    <p:spTree>
      <p:nvGrpSpPr>
        <p:cNvPr id="61" name="Shape 61"/>
        <p:cNvGrpSpPr/>
        <p:nvPr/>
      </p:nvGrpSpPr>
      <p:grpSpPr>
        <a:xfrm>
          <a:off x="0" y="0"/>
          <a:ext cx="0" cy="0"/>
          <a:chOff x="0" y="0"/>
          <a:chExt cx="0" cy="0"/>
        </a:xfrm>
      </p:grpSpPr>
      <p:sp>
        <p:nvSpPr>
          <p:cNvPr id="62" name="Google Shape;62;p9"/>
          <p:cNvSpPr txBox="1"/>
          <p:nvPr>
            <p:ph type="title"/>
          </p:nvPr>
        </p:nvSpPr>
        <p:spPr>
          <a:xfrm>
            <a:off x="457200" y="1835944"/>
            <a:ext cx="8229600" cy="994200"/>
          </a:xfrm>
          <a:prstGeom prst="rect">
            <a:avLst/>
          </a:prstGeom>
          <a:noFill/>
          <a:ln>
            <a:noFill/>
          </a:ln>
        </p:spPr>
        <p:txBody>
          <a:bodyPr anchorCtr="0" anchor="ctr" bIns="34275" lIns="68575" spcFirstLastPara="1" rIns="68575" wrap="square" tIns="34275">
            <a:noAutofit/>
          </a:bodyPr>
          <a:lstStyle>
            <a:lvl1pPr lvl="0" algn="ctr">
              <a:lnSpc>
                <a:spcPct val="90000"/>
              </a:lnSpc>
              <a:spcBef>
                <a:spcPts val="0"/>
              </a:spcBef>
              <a:spcAft>
                <a:spcPts val="0"/>
              </a:spcAft>
              <a:buClr>
                <a:srgbClr val="168FDF"/>
              </a:buClr>
              <a:buSzPts val="1800"/>
              <a:buFont typeface="Gill Sans"/>
              <a:buNone/>
              <a:defRPr sz="1100">
                <a:solidFill>
                  <a:srgbClr val="168FDF"/>
                </a:solidFill>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pic>
        <p:nvPicPr>
          <p:cNvPr id="63" name="Google Shape;63;p9"/>
          <p:cNvPicPr preferRelativeResize="0"/>
          <p:nvPr/>
        </p:nvPicPr>
        <p:blipFill rotWithShape="1">
          <a:blip r:embed="rId2">
            <a:alphaModFix/>
          </a:blip>
          <a:srcRect b="0" l="0" r="0" t="0"/>
          <a:stretch/>
        </p:blipFill>
        <p:spPr>
          <a:xfrm>
            <a:off x="3555434" y="4342572"/>
            <a:ext cx="2033132" cy="121351"/>
          </a:xfrm>
          <a:prstGeom prst="rect">
            <a:avLst/>
          </a:prstGeom>
          <a:noFill/>
          <a:ln>
            <a:noFill/>
          </a:ln>
        </p:spPr>
      </p:pic>
      <p:sp>
        <p:nvSpPr>
          <p:cNvPr id="64" name="Google Shape;64;p9"/>
          <p:cNvSpPr txBox="1"/>
          <p:nvPr>
            <p:ph idx="10" type="dt"/>
          </p:nvPr>
        </p:nvSpPr>
        <p:spPr>
          <a:xfrm>
            <a:off x="7687733" y="4937760"/>
            <a:ext cx="1173900" cy="2058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sz="800">
                <a:solidFill>
                  <a:srgbClr val="2F2F2F"/>
                </a:solidFill>
                <a:latin typeface="Gill Sans"/>
                <a:ea typeface="Gill Sans"/>
                <a:cs typeface="Gill Sans"/>
                <a:sym typeface="Gill Sans"/>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65" name="Google Shape;65;p9"/>
          <p:cNvSpPr txBox="1"/>
          <p:nvPr>
            <p:ph idx="11" type="ftr"/>
          </p:nvPr>
        </p:nvSpPr>
        <p:spPr>
          <a:xfrm>
            <a:off x="455536" y="4937760"/>
            <a:ext cx="2526600" cy="2058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800">
                <a:solidFill>
                  <a:srgbClr val="2F2F2F"/>
                </a:solidFill>
                <a:latin typeface="Gill Sans"/>
                <a:ea typeface="Gill Sans"/>
                <a:cs typeface="Gill Sans"/>
                <a:sym typeface="Gill Sans"/>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66" name="Google Shape;66;p9"/>
          <p:cNvSpPr txBox="1"/>
          <p:nvPr>
            <p:ph idx="12" type="sldNum"/>
          </p:nvPr>
        </p:nvSpPr>
        <p:spPr>
          <a:xfrm>
            <a:off x="8868254" y="4937760"/>
            <a:ext cx="275700" cy="2058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800">
                <a:solidFill>
                  <a:srgbClr val="2F2F2F"/>
                </a:solidFill>
                <a:latin typeface="Gill Sans"/>
                <a:ea typeface="Gill Sans"/>
                <a:cs typeface="Gill Sans"/>
                <a:sym typeface="Gill Sans"/>
              </a:defRPr>
            </a:lvl1pPr>
            <a:lvl2pPr indent="0" lvl="1" marL="0" algn="r">
              <a:spcBef>
                <a:spcPts val="0"/>
              </a:spcBef>
              <a:buNone/>
              <a:defRPr sz="800">
                <a:solidFill>
                  <a:srgbClr val="2F2F2F"/>
                </a:solidFill>
                <a:latin typeface="Gill Sans"/>
                <a:ea typeface="Gill Sans"/>
                <a:cs typeface="Gill Sans"/>
                <a:sym typeface="Gill Sans"/>
              </a:defRPr>
            </a:lvl2pPr>
            <a:lvl3pPr indent="0" lvl="2" marL="0" algn="r">
              <a:spcBef>
                <a:spcPts val="0"/>
              </a:spcBef>
              <a:buNone/>
              <a:defRPr sz="800">
                <a:solidFill>
                  <a:srgbClr val="2F2F2F"/>
                </a:solidFill>
                <a:latin typeface="Gill Sans"/>
                <a:ea typeface="Gill Sans"/>
                <a:cs typeface="Gill Sans"/>
                <a:sym typeface="Gill Sans"/>
              </a:defRPr>
            </a:lvl3pPr>
            <a:lvl4pPr indent="0" lvl="3" marL="0" algn="r">
              <a:spcBef>
                <a:spcPts val="0"/>
              </a:spcBef>
              <a:buNone/>
              <a:defRPr sz="800">
                <a:solidFill>
                  <a:srgbClr val="2F2F2F"/>
                </a:solidFill>
                <a:latin typeface="Gill Sans"/>
                <a:ea typeface="Gill Sans"/>
                <a:cs typeface="Gill Sans"/>
                <a:sym typeface="Gill Sans"/>
              </a:defRPr>
            </a:lvl4pPr>
            <a:lvl5pPr indent="0" lvl="4" marL="0" algn="r">
              <a:spcBef>
                <a:spcPts val="0"/>
              </a:spcBef>
              <a:buNone/>
              <a:defRPr sz="800">
                <a:solidFill>
                  <a:srgbClr val="2F2F2F"/>
                </a:solidFill>
                <a:latin typeface="Gill Sans"/>
                <a:ea typeface="Gill Sans"/>
                <a:cs typeface="Gill Sans"/>
                <a:sym typeface="Gill Sans"/>
              </a:defRPr>
            </a:lvl5pPr>
            <a:lvl6pPr indent="0" lvl="5" marL="0" algn="r">
              <a:spcBef>
                <a:spcPts val="0"/>
              </a:spcBef>
              <a:buNone/>
              <a:defRPr sz="800">
                <a:solidFill>
                  <a:srgbClr val="2F2F2F"/>
                </a:solidFill>
                <a:latin typeface="Gill Sans"/>
                <a:ea typeface="Gill Sans"/>
                <a:cs typeface="Gill Sans"/>
                <a:sym typeface="Gill Sans"/>
              </a:defRPr>
            </a:lvl6pPr>
            <a:lvl7pPr indent="0" lvl="6" marL="0" algn="r">
              <a:spcBef>
                <a:spcPts val="0"/>
              </a:spcBef>
              <a:buNone/>
              <a:defRPr sz="800">
                <a:solidFill>
                  <a:srgbClr val="2F2F2F"/>
                </a:solidFill>
                <a:latin typeface="Gill Sans"/>
                <a:ea typeface="Gill Sans"/>
                <a:cs typeface="Gill Sans"/>
                <a:sym typeface="Gill Sans"/>
              </a:defRPr>
            </a:lvl7pPr>
            <a:lvl8pPr indent="0" lvl="7" marL="0" algn="r">
              <a:spcBef>
                <a:spcPts val="0"/>
              </a:spcBef>
              <a:buNone/>
              <a:defRPr sz="800">
                <a:solidFill>
                  <a:srgbClr val="2F2F2F"/>
                </a:solidFill>
                <a:latin typeface="Gill Sans"/>
                <a:ea typeface="Gill Sans"/>
                <a:cs typeface="Gill Sans"/>
                <a:sym typeface="Gill Sans"/>
              </a:defRPr>
            </a:lvl8pPr>
            <a:lvl9pPr indent="0" lvl="8" marL="0" algn="r">
              <a:spcBef>
                <a:spcPts val="0"/>
              </a:spcBef>
              <a:buNone/>
              <a:defRPr sz="800">
                <a:solidFill>
                  <a:srgbClr val="2F2F2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7" name="Shape 67"/>
        <p:cNvGrpSpPr/>
        <p:nvPr/>
      </p:nvGrpSpPr>
      <p:grpSpPr>
        <a:xfrm>
          <a:off x="0" y="0"/>
          <a:ext cx="0" cy="0"/>
          <a:chOff x="0" y="0"/>
          <a:chExt cx="0" cy="0"/>
        </a:xfrm>
      </p:grpSpPr>
      <p:sp>
        <p:nvSpPr>
          <p:cNvPr id="68" name="Google Shape;68;p10"/>
          <p:cNvSpPr txBox="1"/>
          <p:nvPr>
            <p:ph type="title"/>
          </p:nvPr>
        </p:nvSpPr>
        <p:spPr>
          <a:xfrm>
            <a:off x="311700" y="231021"/>
            <a:ext cx="8520600" cy="5649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200"/>
              <a:buFont typeface="Arial"/>
              <a:buNone/>
              <a:defRPr b="0" i="0" sz="3200" u="none" cap="none" strike="noStrike">
                <a:solidFill>
                  <a:srgbClr val="595959"/>
                </a:solidFill>
                <a:latin typeface="Arial"/>
                <a:ea typeface="Arial"/>
                <a:cs typeface="Arial"/>
                <a:sym typeface="Arial"/>
              </a:defRPr>
            </a:lvl1pPr>
            <a:lvl2pPr lvl="1" rtl="0">
              <a:spcBef>
                <a:spcPts val="0"/>
              </a:spcBef>
              <a:spcAft>
                <a:spcPts val="0"/>
              </a:spcAft>
              <a:buClr>
                <a:schemeClr val="dk1"/>
              </a:buClr>
              <a:buSzPts val="2800"/>
              <a:buFont typeface="Arial"/>
              <a:buNone/>
              <a:defRPr sz="2800">
                <a:solidFill>
                  <a:schemeClr val="dk1"/>
                </a:solidFill>
              </a:defRPr>
            </a:lvl2pPr>
            <a:lvl3pPr lvl="2" rtl="0">
              <a:spcBef>
                <a:spcPts val="0"/>
              </a:spcBef>
              <a:spcAft>
                <a:spcPts val="0"/>
              </a:spcAft>
              <a:buClr>
                <a:schemeClr val="dk1"/>
              </a:buClr>
              <a:buSzPts val="2800"/>
              <a:buFont typeface="Arial"/>
              <a:buNone/>
              <a:defRPr sz="2800">
                <a:solidFill>
                  <a:schemeClr val="dk1"/>
                </a:solidFill>
              </a:defRPr>
            </a:lvl3pPr>
            <a:lvl4pPr lvl="3" rtl="0">
              <a:spcBef>
                <a:spcPts val="0"/>
              </a:spcBef>
              <a:spcAft>
                <a:spcPts val="0"/>
              </a:spcAft>
              <a:buClr>
                <a:schemeClr val="dk1"/>
              </a:buClr>
              <a:buSzPts val="2800"/>
              <a:buFont typeface="Arial"/>
              <a:buNone/>
              <a:defRPr sz="2800">
                <a:solidFill>
                  <a:schemeClr val="dk1"/>
                </a:solidFill>
              </a:defRPr>
            </a:lvl4pPr>
            <a:lvl5pPr lvl="4" rtl="0">
              <a:spcBef>
                <a:spcPts val="0"/>
              </a:spcBef>
              <a:spcAft>
                <a:spcPts val="0"/>
              </a:spcAft>
              <a:buClr>
                <a:schemeClr val="dk1"/>
              </a:buClr>
              <a:buSzPts val="2800"/>
              <a:buFont typeface="Arial"/>
              <a:buNone/>
              <a:defRPr sz="2800">
                <a:solidFill>
                  <a:schemeClr val="dk1"/>
                </a:solidFill>
              </a:defRPr>
            </a:lvl5pPr>
            <a:lvl6pPr lvl="5" rtl="0">
              <a:spcBef>
                <a:spcPts val="0"/>
              </a:spcBef>
              <a:spcAft>
                <a:spcPts val="0"/>
              </a:spcAft>
              <a:buClr>
                <a:schemeClr val="dk1"/>
              </a:buClr>
              <a:buSzPts val="2800"/>
              <a:buFont typeface="Arial"/>
              <a:buNone/>
              <a:defRPr sz="2800">
                <a:solidFill>
                  <a:schemeClr val="dk1"/>
                </a:solidFill>
              </a:defRPr>
            </a:lvl6pPr>
            <a:lvl7pPr lvl="6" rtl="0">
              <a:spcBef>
                <a:spcPts val="0"/>
              </a:spcBef>
              <a:spcAft>
                <a:spcPts val="0"/>
              </a:spcAft>
              <a:buClr>
                <a:schemeClr val="dk1"/>
              </a:buClr>
              <a:buSzPts val="2800"/>
              <a:buFont typeface="Arial"/>
              <a:buNone/>
              <a:defRPr sz="2800">
                <a:solidFill>
                  <a:schemeClr val="dk1"/>
                </a:solidFill>
              </a:defRPr>
            </a:lvl7pPr>
            <a:lvl8pPr lvl="7" rtl="0">
              <a:spcBef>
                <a:spcPts val="0"/>
              </a:spcBef>
              <a:spcAft>
                <a:spcPts val="0"/>
              </a:spcAft>
              <a:buClr>
                <a:schemeClr val="dk1"/>
              </a:buClr>
              <a:buSzPts val="2800"/>
              <a:buFont typeface="Arial"/>
              <a:buNone/>
              <a:defRPr sz="2800">
                <a:solidFill>
                  <a:schemeClr val="dk1"/>
                </a:solidFill>
              </a:defRPr>
            </a:lvl8pPr>
            <a:lvl9pPr lvl="8" rtl="0">
              <a:spcBef>
                <a:spcPts val="0"/>
              </a:spcBef>
              <a:spcAft>
                <a:spcPts val="0"/>
              </a:spcAft>
              <a:buClr>
                <a:schemeClr val="dk1"/>
              </a:buClr>
              <a:buSzPts val="2800"/>
              <a:buFont typeface="Arial"/>
              <a:buNone/>
              <a:defRPr sz="2800">
                <a:solidFill>
                  <a:schemeClr val="dk1"/>
                </a:solidFill>
              </a:defRPr>
            </a:lvl9pPr>
          </a:lstStyle>
          <a:p/>
        </p:txBody>
      </p:sp>
      <p:sp>
        <p:nvSpPr>
          <p:cNvPr id="69" name="Google Shape;69;p10"/>
          <p:cNvSpPr/>
          <p:nvPr/>
        </p:nvSpPr>
        <p:spPr>
          <a:xfrm>
            <a:off x="0" y="391275"/>
            <a:ext cx="359100" cy="357300"/>
          </a:xfrm>
          <a:prstGeom prst="rect">
            <a:avLst/>
          </a:prstGeom>
          <a:solidFill>
            <a:srgbClr val="6DCCD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0" name="Google Shape;70;p10"/>
          <p:cNvSpPr txBox="1"/>
          <p:nvPr>
            <p:ph idx="12" type="sldNum"/>
          </p:nvPr>
        </p:nvSpPr>
        <p:spPr>
          <a:xfrm>
            <a:off x="8556775" y="4868450"/>
            <a:ext cx="548700" cy="2730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1pPr>
            <a:lvl2pPr indent="0" lvl="1"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2pPr>
            <a:lvl3pPr indent="0" lvl="2"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3pPr>
            <a:lvl4pPr indent="0" lvl="3"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4pPr>
            <a:lvl5pPr indent="0" lvl="4"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5pPr>
            <a:lvl6pPr indent="0" lvl="5"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6pPr>
            <a:lvl7pPr indent="0" lvl="6"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7pPr>
            <a:lvl8pPr indent="0" lvl="7"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8pPr>
            <a:lvl9pPr indent="0" lvl="8"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CUSTOM">
    <p:spTree>
      <p:nvGrpSpPr>
        <p:cNvPr id="71" name="Shape 71"/>
        <p:cNvGrpSpPr/>
        <p:nvPr/>
      </p:nvGrpSpPr>
      <p:grpSpPr>
        <a:xfrm>
          <a:off x="0" y="0"/>
          <a:ext cx="0" cy="0"/>
          <a:chOff x="0" y="0"/>
          <a:chExt cx="0" cy="0"/>
        </a:xfrm>
      </p:grpSpPr>
      <p:sp>
        <p:nvSpPr>
          <p:cNvPr id="72" name="Google Shape;72;p11"/>
          <p:cNvSpPr txBox="1"/>
          <p:nvPr>
            <p:ph type="title"/>
          </p:nvPr>
        </p:nvSpPr>
        <p:spPr>
          <a:xfrm>
            <a:off x="311700" y="231021"/>
            <a:ext cx="8520600" cy="5649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73" name="Google Shape;73;p11"/>
          <p:cNvSpPr txBox="1"/>
          <p:nvPr>
            <p:ph idx="1" type="body"/>
          </p:nvPr>
        </p:nvSpPr>
        <p:spPr>
          <a:xfrm>
            <a:off x="311150" y="1114425"/>
            <a:ext cx="8521800" cy="3533700"/>
          </a:xfrm>
          <a:prstGeom prst="rect">
            <a:avLst/>
          </a:prstGeom>
          <a:noFill/>
          <a:ln>
            <a:noFill/>
          </a:ln>
        </p:spPr>
        <p:txBody>
          <a:bodyPr anchorCtr="0" anchor="t" bIns="91425" lIns="91425" spcFirstLastPara="1" rIns="91425" wrap="square" tIns="91425">
            <a:noAutofit/>
          </a:bodyPr>
          <a:lstStyle>
            <a:lvl1pPr indent="-381000" lvl="0" marL="457200" rtl="0" algn="l">
              <a:lnSpc>
                <a:spcPct val="115000"/>
              </a:lnSpc>
              <a:spcBef>
                <a:spcPts val="600"/>
              </a:spcBef>
              <a:spcAft>
                <a:spcPts val="0"/>
              </a:spcAft>
              <a:buClr>
                <a:srgbClr val="595959"/>
              </a:buClr>
              <a:buSzPts val="2400"/>
              <a:buFont typeface="Arial"/>
              <a:buChar char="•"/>
              <a:defRPr sz="2400">
                <a:solidFill>
                  <a:srgbClr val="595959"/>
                </a:solidFill>
              </a:defRPr>
            </a:lvl1pPr>
            <a:lvl2pPr indent="-342900" lvl="1" marL="914400" rtl="0" algn="l">
              <a:lnSpc>
                <a:spcPct val="115000"/>
              </a:lnSpc>
              <a:spcBef>
                <a:spcPts val="0"/>
              </a:spcBef>
              <a:spcAft>
                <a:spcPts val="0"/>
              </a:spcAft>
              <a:buClr>
                <a:srgbClr val="595959"/>
              </a:buClr>
              <a:buSzPts val="1800"/>
              <a:buFont typeface="Arial"/>
              <a:buChar char="•"/>
              <a:defRPr sz="1800">
                <a:solidFill>
                  <a:srgbClr val="595959"/>
                </a:solidFill>
              </a:defRPr>
            </a:lvl2pPr>
            <a:lvl3pPr indent="-342900" lvl="2" marL="1371600" rtl="0" algn="l">
              <a:lnSpc>
                <a:spcPct val="115000"/>
              </a:lnSpc>
              <a:spcBef>
                <a:spcPts val="0"/>
              </a:spcBef>
              <a:spcAft>
                <a:spcPts val="0"/>
              </a:spcAft>
              <a:buClr>
                <a:srgbClr val="595959"/>
              </a:buClr>
              <a:buSzPts val="1800"/>
              <a:buFont typeface="Arial"/>
              <a:buChar char="•"/>
              <a:defRPr sz="1800">
                <a:solidFill>
                  <a:srgbClr val="595959"/>
                </a:solidFill>
              </a:defRPr>
            </a:lvl3pPr>
            <a:lvl4pPr indent="-342900" lvl="3" marL="1828800" rtl="0" algn="l">
              <a:lnSpc>
                <a:spcPct val="115000"/>
              </a:lnSpc>
              <a:spcBef>
                <a:spcPts val="0"/>
              </a:spcBef>
              <a:spcAft>
                <a:spcPts val="0"/>
              </a:spcAft>
              <a:buClr>
                <a:srgbClr val="595959"/>
              </a:buClr>
              <a:buSzPts val="1800"/>
              <a:buFont typeface="Arial"/>
              <a:buChar char="•"/>
              <a:defRPr sz="1800">
                <a:solidFill>
                  <a:srgbClr val="595959"/>
                </a:solidFill>
              </a:defRPr>
            </a:lvl4pPr>
            <a:lvl5pPr indent="-342900" lvl="4" marL="2286000" rtl="0" algn="l">
              <a:lnSpc>
                <a:spcPct val="115000"/>
              </a:lnSpc>
              <a:spcBef>
                <a:spcPts val="0"/>
              </a:spcBef>
              <a:spcAft>
                <a:spcPts val="0"/>
              </a:spcAft>
              <a:buClr>
                <a:srgbClr val="595959"/>
              </a:buClr>
              <a:buSzPts val="1800"/>
              <a:buFont typeface="Arial"/>
              <a:buChar char="•"/>
              <a:defRPr sz="1800">
                <a:solidFill>
                  <a:srgbClr val="595959"/>
                </a:solidFill>
              </a:defRPr>
            </a:lvl5pPr>
            <a:lvl6pPr indent="-342900" lvl="5" marL="2743200" rtl="0" algn="l">
              <a:lnSpc>
                <a:spcPct val="115000"/>
              </a:lnSpc>
              <a:spcBef>
                <a:spcPts val="0"/>
              </a:spcBef>
              <a:spcAft>
                <a:spcPts val="0"/>
              </a:spcAft>
              <a:buClr>
                <a:srgbClr val="595959"/>
              </a:buClr>
              <a:buSzPts val="1800"/>
              <a:buChar char="•"/>
              <a:defRPr>
                <a:solidFill>
                  <a:srgbClr val="595959"/>
                </a:solidFill>
              </a:defRPr>
            </a:lvl6pPr>
            <a:lvl7pPr indent="-342900" lvl="6" marL="3200400" rtl="0" algn="l">
              <a:lnSpc>
                <a:spcPct val="115000"/>
              </a:lnSpc>
              <a:spcBef>
                <a:spcPts val="0"/>
              </a:spcBef>
              <a:spcAft>
                <a:spcPts val="0"/>
              </a:spcAft>
              <a:buClr>
                <a:srgbClr val="595959"/>
              </a:buClr>
              <a:buSzPts val="1800"/>
              <a:buChar char="•"/>
              <a:defRPr>
                <a:solidFill>
                  <a:srgbClr val="595959"/>
                </a:solidFill>
              </a:defRPr>
            </a:lvl7pPr>
            <a:lvl8pPr indent="-342900" lvl="7" marL="3657600" rtl="0" algn="l">
              <a:lnSpc>
                <a:spcPct val="115000"/>
              </a:lnSpc>
              <a:spcBef>
                <a:spcPts val="0"/>
              </a:spcBef>
              <a:spcAft>
                <a:spcPts val="0"/>
              </a:spcAft>
              <a:buClr>
                <a:srgbClr val="595959"/>
              </a:buClr>
              <a:buSzPts val="1800"/>
              <a:buChar char="•"/>
              <a:defRPr>
                <a:solidFill>
                  <a:srgbClr val="595959"/>
                </a:solidFill>
              </a:defRPr>
            </a:lvl8pPr>
            <a:lvl9pPr indent="-342900" lvl="8" marL="4114800" rtl="0" algn="l">
              <a:lnSpc>
                <a:spcPct val="115000"/>
              </a:lnSpc>
              <a:spcBef>
                <a:spcPts val="0"/>
              </a:spcBef>
              <a:spcAft>
                <a:spcPts val="0"/>
              </a:spcAft>
              <a:buClr>
                <a:srgbClr val="595959"/>
              </a:buClr>
              <a:buSzPts val="1800"/>
              <a:buChar char="•"/>
              <a:defRPr>
                <a:solidFill>
                  <a:srgbClr val="595959"/>
                </a:solidFill>
              </a:defRPr>
            </a:lvl9pPr>
          </a:lstStyle>
          <a:p/>
        </p:txBody>
      </p:sp>
      <p:sp>
        <p:nvSpPr>
          <p:cNvPr id="74" name="Google Shape;74;p11"/>
          <p:cNvSpPr txBox="1"/>
          <p:nvPr>
            <p:ph idx="12" type="sldNum"/>
          </p:nvPr>
        </p:nvSpPr>
        <p:spPr>
          <a:xfrm>
            <a:off x="8556775" y="4868450"/>
            <a:ext cx="548700" cy="2730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1pPr>
            <a:lvl2pPr indent="0" lvl="1"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2pPr>
            <a:lvl3pPr indent="0" lvl="2"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3pPr>
            <a:lvl4pPr indent="0" lvl="3"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4pPr>
            <a:lvl5pPr indent="0" lvl="4"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5pPr>
            <a:lvl6pPr indent="0" lvl="5"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6pPr>
            <a:lvl7pPr indent="0" lvl="6"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7pPr>
            <a:lvl8pPr indent="0" lvl="7"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8pPr>
            <a:lvl9pPr indent="0" lvl="8"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Title Slide">
  <p:cSld name="7_Title Slide">
    <p:spTree>
      <p:nvGrpSpPr>
        <p:cNvPr id="75" name="Shape 75"/>
        <p:cNvGrpSpPr/>
        <p:nvPr/>
      </p:nvGrpSpPr>
      <p:grpSpPr>
        <a:xfrm>
          <a:off x="0" y="0"/>
          <a:ext cx="0" cy="0"/>
          <a:chOff x="0" y="0"/>
          <a:chExt cx="0" cy="0"/>
        </a:xfrm>
      </p:grpSpPr>
      <p:pic>
        <p:nvPicPr>
          <p:cNvPr id="76" name="Google Shape;76;p12"/>
          <p:cNvPicPr preferRelativeResize="0"/>
          <p:nvPr/>
        </p:nvPicPr>
        <p:blipFill rotWithShape="1">
          <a:blip r:embed="rId2">
            <a:alphaModFix/>
          </a:blip>
          <a:srcRect b="0" l="0" r="0" t="0"/>
          <a:stretch/>
        </p:blipFill>
        <p:spPr>
          <a:xfrm flipH="1">
            <a:off x="0" y="0"/>
            <a:ext cx="9144000" cy="5143500"/>
          </a:xfrm>
          <a:prstGeom prst="rect">
            <a:avLst/>
          </a:prstGeom>
          <a:noFill/>
          <a:ln>
            <a:noFill/>
          </a:ln>
        </p:spPr>
      </p:pic>
      <p:sp>
        <p:nvSpPr>
          <p:cNvPr id="77" name="Google Shape;77;p12"/>
          <p:cNvSpPr/>
          <p:nvPr/>
        </p:nvSpPr>
        <p:spPr>
          <a:xfrm rot="-5400000">
            <a:off x="1754398" y="-1754405"/>
            <a:ext cx="5143500" cy="8652300"/>
          </a:xfrm>
          <a:prstGeom prst="rect">
            <a:avLst/>
          </a:prstGeom>
          <a:gradFill>
            <a:gsLst>
              <a:gs pos="0">
                <a:srgbClr val="000000">
                  <a:alpha val="51373"/>
                </a:srgbClr>
              </a:gs>
              <a:gs pos="100000">
                <a:srgbClr val="000000">
                  <a:alpha val="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Arial"/>
              <a:buNone/>
            </a:pPr>
            <a:r>
              <a:t/>
            </a:r>
            <a:endParaRPr b="0" i="0" sz="1400" u="none" cap="none" strike="noStrike">
              <a:solidFill>
                <a:schemeClr val="lt1"/>
              </a:solidFill>
              <a:latin typeface="Arial"/>
              <a:ea typeface="Arial"/>
              <a:cs typeface="Arial"/>
              <a:sym typeface="Arial"/>
            </a:endParaRPr>
          </a:p>
        </p:txBody>
      </p:sp>
      <p:sp>
        <p:nvSpPr>
          <p:cNvPr id="78" name="Google Shape;78;p12"/>
          <p:cNvSpPr/>
          <p:nvPr/>
        </p:nvSpPr>
        <p:spPr>
          <a:xfrm>
            <a:off x="328343" y="2131439"/>
            <a:ext cx="4275600" cy="710700"/>
          </a:xfrm>
          <a:prstGeom prst="rect">
            <a:avLst/>
          </a:prstGeom>
          <a:solidFill>
            <a:srgbClr val="030A1C">
              <a:alpha val="7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Arial"/>
              <a:buNone/>
            </a:pPr>
            <a:r>
              <a:t/>
            </a:r>
            <a:endParaRPr b="0" i="0" sz="1400" u="none" cap="none" strike="noStrike">
              <a:solidFill>
                <a:schemeClr val="lt1"/>
              </a:solidFill>
              <a:latin typeface="Arial"/>
              <a:ea typeface="Arial"/>
              <a:cs typeface="Arial"/>
              <a:sym typeface="Arial"/>
            </a:endParaRPr>
          </a:p>
        </p:txBody>
      </p:sp>
      <p:sp>
        <p:nvSpPr>
          <p:cNvPr id="79" name="Google Shape;79;p12"/>
          <p:cNvSpPr txBox="1"/>
          <p:nvPr>
            <p:ph type="title"/>
          </p:nvPr>
        </p:nvSpPr>
        <p:spPr>
          <a:xfrm>
            <a:off x="328343" y="2103528"/>
            <a:ext cx="7539600" cy="738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chemeClr val="dk1"/>
              </a:buClr>
              <a:buSzPts val="3000"/>
              <a:buFont typeface="Arial"/>
              <a:buNone/>
              <a:defRPr b="0" i="0" sz="4000" u="none" cap="none" strike="noStrike">
                <a:solidFill>
                  <a:schemeClr val="dk2"/>
                </a:solidFill>
                <a:latin typeface="Arial"/>
                <a:ea typeface="Arial"/>
                <a:cs typeface="Arial"/>
                <a:sym typeface="Arial"/>
              </a:defRPr>
            </a:lvl1pPr>
            <a:lvl2pPr indent="0" lvl="1" rtl="0">
              <a:spcBef>
                <a:spcPts val="0"/>
              </a:spcBef>
              <a:spcAft>
                <a:spcPts val="0"/>
              </a:spcAft>
              <a:buClr>
                <a:schemeClr val="dk1"/>
              </a:buClr>
              <a:buSzPts val="1800"/>
              <a:buFont typeface="Arial"/>
              <a:buNone/>
              <a:defRPr sz="2800">
                <a:solidFill>
                  <a:schemeClr val="dk1"/>
                </a:solidFill>
              </a:defRPr>
            </a:lvl2pPr>
            <a:lvl3pPr indent="0" lvl="2" rtl="0">
              <a:spcBef>
                <a:spcPts val="0"/>
              </a:spcBef>
              <a:spcAft>
                <a:spcPts val="0"/>
              </a:spcAft>
              <a:buClr>
                <a:schemeClr val="dk1"/>
              </a:buClr>
              <a:buSzPts val="1800"/>
              <a:buFont typeface="Arial"/>
              <a:buNone/>
              <a:defRPr sz="2800">
                <a:solidFill>
                  <a:schemeClr val="dk1"/>
                </a:solidFill>
              </a:defRPr>
            </a:lvl3pPr>
            <a:lvl4pPr indent="0" lvl="3" rtl="0">
              <a:spcBef>
                <a:spcPts val="0"/>
              </a:spcBef>
              <a:spcAft>
                <a:spcPts val="0"/>
              </a:spcAft>
              <a:buClr>
                <a:schemeClr val="dk1"/>
              </a:buClr>
              <a:buSzPts val="1800"/>
              <a:buFont typeface="Arial"/>
              <a:buNone/>
              <a:defRPr sz="2800">
                <a:solidFill>
                  <a:schemeClr val="dk1"/>
                </a:solidFill>
              </a:defRPr>
            </a:lvl4pPr>
            <a:lvl5pPr indent="0" lvl="4" rtl="0">
              <a:spcBef>
                <a:spcPts val="0"/>
              </a:spcBef>
              <a:spcAft>
                <a:spcPts val="0"/>
              </a:spcAft>
              <a:buClr>
                <a:schemeClr val="dk1"/>
              </a:buClr>
              <a:buSzPts val="1800"/>
              <a:buFont typeface="Arial"/>
              <a:buNone/>
              <a:defRPr sz="2800">
                <a:solidFill>
                  <a:schemeClr val="dk1"/>
                </a:solidFill>
              </a:defRPr>
            </a:lvl5pPr>
            <a:lvl6pPr indent="0" lvl="5" rtl="0">
              <a:spcBef>
                <a:spcPts val="0"/>
              </a:spcBef>
              <a:spcAft>
                <a:spcPts val="0"/>
              </a:spcAft>
              <a:buClr>
                <a:schemeClr val="dk1"/>
              </a:buClr>
              <a:buSzPts val="1800"/>
              <a:buFont typeface="Arial"/>
              <a:buNone/>
              <a:defRPr sz="2800">
                <a:solidFill>
                  <a:schemeClr val="dk1"/>
                </a:solidFill>
              </a:defRPr>
            </a:lvl6pPr>
            <a:lvl7pPr indent="0" lvl="6" rtl="0">
              <a:spcBef>
                <a:spcPts val="0"/>
              </a:spcBef>
              <a:spcAft>
                <a:spcPts val="0"/>
              </a:spcAft>
              <a:buClr>
                <a:schemeClr val="dk1"/>
              </a:buClr>
              <a:buSzPts val="1800"/>
              <a:buFont typeface="Arial"/>
              <a:buNone/>
              <a:defRPr sz="2800">
                <a:solidFill>
                  <a:schemeClr val="dk1"/>
                </a:solidFill>
              </a:defRPr>
            </a:lvl7pPr>
            <a:lvl8pPr indent="0" lvl="7" rtl="0">
              <a:spcBef>
                <a:spcPts val="0"/>
              </a:spcBef>
              <a:spcAft>
                <a:spcPts val="0"/>
              </a:spcAft>
              <a:buClr>
                <a:schemeClr val="dk1"/>
              </a:buClr>
              <a:buSzPts val="1800"/>
              <a:buFont typeface="Arial"/>
              <a:buNone/>
              <a:defRPr sz="2800">
                <a:solidFill>
                  <a:schemeClr val="dk1"/>
                </a:solidFill>
              </a:defRPr>
            </a:lvl8pPr>
            <a:lvl9pPr indent="0" lvl="8" rtl="0">
              <a:spcBef>
                <a:spcPts val="0"/>
              </a:spcBef>
              <a:spcAft>
                <a:spcPts val="0"/>
              </a:spcAft>
              <a:buClr>
                <a:schemeClr val="dk1"/>
              </a:buClr>
              <a:buSzPts val="1800"/>
              <a:buFont typeface="Arial"/>
              <a:buNone/>
              <a:defRPr sz="2800">
                <a:solidFill>
                  <a:schemeClr val="dk1"/>
                </a:solidFill>
              </a:defRPr>
            </a:lvl9pPr>
          </a:lstStyle>
          <a:p/>
        </p:txBody>
      </p:sp>
      <p:sp>
        <p:nvSpPr>
          <p:cNvPr id="80" name="Google Shape;80;p12"/>
          <p:cNvSpPr/>
          <p:nvPr/>
        </p:nvSpPr>
        <p:spPr>
          <a:xfrm>
            <a:off x="328343" y="2897933"/>
            <a:ext cx="3987900" cy="691500"/>
          </a:xfrm>
          <a:prstGeom prst="rect">
            <a:avLst/>
          </a:prstGeom>
          <a:solidFill>
            <a:srgbClr val="030A1C">
              <a:alpha val="7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Arial"/>
              <a:buNone/>
            </a:pPr>
            <a:r>
              <a:t/>
            </a:r>
            <a:endParaRPr b="0" i="0" sz="1400" u="none" cap="none" strike="noStrike">
              <a:solidFill>
                <a:schemeClr val="lt1"/>
              </a:solidFill>
              <a:latin typeface="Arial"/>
              <a:ea typeface="Arial"/>
              <a:cs typeface="Arial"/>
              <a:sym typeface="Arial"/>
            </a:endParaRPr>
          </a:p>
        </p:txBody>
      </p:sp>
      <p:sp>
        <p:nvSpPr>
          <p:cNvPr id="81" name="Google Shape;81;p12"/>
          <p:cNvSpPr txBox="1"/>
          <p:nvPr>
            <p:ph idx="1" type="body"/>
          </p:nvPr>
        </p:nvSpPr>
        <p:spPr>
          <a:xfrm>
            <a:off x="328762" y="2897538"/>
            <a:ext cx="3987600" cy="6921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chemeClr val="dk2"/>
              </a:buClr>
              <a:buSzPts val="2000"/>
              <a:buFont typeface="Arial"/>
              <a:buNone/>
              <a:defRPr b="0" i="0" sz="1700" u="none" cap="none" strike="noStrike">
                <a:solidFill>
                  <a:schemeClr val="dk2"/>
                </a:solidFill>
                <a:latin typeface="Arial"/>
                <a:ea typeface="Arial"/>
                <a:cs typeface="Arial"/>
                <a:sym typeface="Arial"/>
              </a:defRPr>
            </a:lvl1pPr>
            <a:lvl2pPr indent="-228600" lvl="1" marL="914400" marR="0" rtl="0" algn="l">
              <a:lnSpc>
                <a:spcPct val="115000"/>
              </a:lnSpc>
              <a:spcBef>
                <a:spcPts val="0"/>
              </a:spcBef>
              <a:spcAft>
                <a:spcPts val="0"/>
              </a:spcAft>
              <a:buClr>
                <a:schemeClr val="dk2"/>
              </a:buClr>
              <a:buSzPts val="1800"/>
              <a:buFont typeface="Arial"/>
              <a:buNone/>
              <a:defRPr b="0" i="0" sz="1400" u="none" cap="none" strike="noStrike">
                <a:solidFill>
                  <a:schemeClr val="dk2"/>
                </a:solidFill>
                <a:latin typeface="Arial"/>
                <a:ea typeface="Arial"/>
                <a:cs typeface="Arial"/>
                <a:sym typeface="Arial"/>
              </a:defRPr>
            </a:lvl2pPr>
            <a:lvl3pPr indent="-228600" lvl="2" marL="1371600" marR="0" rtl="0" algn="l">
              <a:lnSpc>
                <a:spcPct val="115000"/>
              </a:lnSpc>
              <a:spcBef>
                <a:spcPts val="1600"/>
              </a:spcBef>
              <a:spcAft>
                <a:spcPts val="0"/>
              </a:spcAft>
              <a:buClr>
                <a:schemeClr val="dk2"/>
              </a:buClr>
              <a:buSzPts val="1600"/>
              <a:buFont typeface="Arial"/>
              <a:buNone/>
              <a:defRPr b="0" i="0" sz="1400" u="none" cap="none" strike="noStrike">
                <a:solidFill>
                  <a:schemeClr val="dk2"/>
                </a:solidFill>
                <a:latin typeface="Arial"/>
                <a:ea typeface="Arial"/>
                <a:cs typeface="Arial"/>
                <a:sym typeface="Arial"/>
              </a:defRPr>
            </a:lvl3pPr>
            <a:lvl4pPr indent="-228600" lvl="3" marL="1828800" marR="0" rtl="0" algn="l">
              <a:lnSpc>
                <a:spcPct val="115000"/>
              </a:lnSpc>
              <a:spcBef>
                <a:spcPts val="1600"/>
              </a:spcBef>
              <a:spcAft>
                <a:spcPts val="0"/>
              </a:spcAft>
              <a:buClr>
                <a:schemeClr val="dk2"/>
              </a:buClr>
              <a:buSzPts val="1600"/>
              <a:buFont typeface="Arial"/>
              <a:buNone/>
              <a:defRPr b="0" i="0" sz="1400" u="none" cap="none" strike="noStrike">
                <a:solidFill>
                  <a:schemeClr val="dk2"/>
                </a:solidFill>
                <a:latin typeface="Arial"/>
                <a:ea typeface="Arial"/>
                <a:cs typeface="Arial"/>
                <a:sym typeface="Arial"/>
              </a:defRPr>
            </a:lvl4pPr>
            <a:lvl5pPr indent="-228600" lvl="4" marL="2286000" marR="0" rtl="0" algn="l">
              <a:lnSpc>
                <a:spcPct val="115000"/>
              </a:lnSpc>
              <a:spcBef>
                <a:spcPts val="1600"/>
              </a:spcBef>
              <a:spcAft>
                <a:spcPts val="0"/>
              </a:spcAft>
              <a:buClr>
                <a:schemeClr val="dk2"/>
              </a:buClr>
              <a:buSzPts val="1600"/>
              <a:buFont typeface="Arial"/>
              <a:buNone/>
              <a:defRPr b="0" i="0" sz="1400" u="none" cap="none" strike="noStrike">
                <a:solidFill>
                  <a:schemeClr val="dk2"/>
                </a:solidFill>
                <a:latin typeface="Arial"/>
                <a:ea typeface="Arial"/>
                <a:cs typeface="Arial"/>
                <a:sym typeface="Arial"/>
              </a:defRPr>
            </a:lvl5pPr>
            <a:lvl6pPr indent="-228600" lvl="5" marL="2743200" marR="0" rtl="0" algn="l">
              <a:lnSpc>
                <a:spcPct val="115000"/>
              </a:lnSpc>
              <a:spcBef>
                <a:spcPts val="1600"/>
              </a:spcBef>
              <a:spcAft>
                <a:spcPts val="0"/>
              </a:spcAft>
              <a:buClr>
                <a:schemeClr val="dk2"/>
              </a:buClr>
              <a:buSzPts val="2000"/>
              <a:buFont typeface="Arial"/>
              <a:buNone/>
              <a:defRPr b="0" i="0" sz="1400" u="none" cap="none" strike="noStrike">
                <a:solidFill>
                  <a:schemeClr val="dk2"/>
                </a:solidFill>
                <a:latin typeface="Arial"/>
                <a:ea typeface="Arial"/>
                <a:cs typeface="Arial"/>
                <a:sym typeface="Arial"/>
              </a:defRPr>
            </a:lvl6pPr>
            <a:lvl7pPr indent="-228600" lvl="6" marL="3200400" marR="0" rtl="0" algn="l">
              <a:lnSpc>
                <a:spcPct val="115000"/>
              </a:lnSpc>
              <a:spcBef>
                <a:spcPts val="1600"/>
              </a:spcBef>
              <a:spcAft>
                <a:spcPts val="0"/>
              </a:spcAft>
              <a:buClr>
                <a:schemeClr val="dk2"/>
              </a:buClr>
              <a:buSzPts val="2000"/>
              <a:buFont typeface="Arial"/>
              <a:buNone/>
              <a:defRPr b="0" i="0" sz="1400" u="none" cap="none" strike="noStrike">
                <a:solidFill>
                  <a:schemeClr val="dk2"/>
                </a:solidFill>
                <a:latin typeface="Arial"/>
                <a:ea typeface="Arial"/>
                <a:cs typeface="Arial"/>
                <a:sym typeface="Arial"/>
              </a:defRPr>
            </a:lvl7pPr>
            <a:lvl8pPr indent="-228600" lvl="7" marL="3657600" marR="0" rtl="0" algn="l">
              <a:lnSpc>
                <a:spcPct val="115000"/>
              </a:lnSpc>
              <a:spcBef>
                <a:spcPts val="1600"/>
              </a:spcBef>
              <a:spcAft>
                <a:spcPts val="0"/>
              </a:spcAft>
              <a:buClr>
                <a:schemeClr val="dk2"/>
              </a:buClr>
              <a:buSzPts val="2000"/>
              <a:buFont typeface="Arial"/>
              <a:buNone/>
              <a:defRPr b="0" i="0" sz="1400" u="none" cap="none" strike="noStrike">
                <a:solidFill>
                  <a:schemeClr val="dk2"/>
                </a:solidFill>
                <a:latin typeface="Arial"/>
                <a:ea typeface="Arial"/>
                <a:cs typeface="Arial"/>
                <a:sym typeface="Arial"/>
              </a:defRPr>
            </a:lvl8pPr>
            <a:lvl9pPr indent="-228600" lvl="8" marL="4114800" marR="0" rtl="0" algn="l">
              <a:lnSpc>
                <a:spcPct val="115000"/>
              </a:lnSpc>
              <a:spcBef>
                <a:spcPts val="1600"/>
              </a:spcBef>
              <a:spcAft>
                <a:spcPts val="1600"/>
              </a:spcAft>
              <a:buClr>
                <a:schemeClr val="dk2"/>
              </a:buClr>
              <a:buSzPts val="2000"/>
              <a:buFont typeface="Arial"/>
              <a:buNone/>
              <a:defRPr b="0" i="0" sz="1400" u="none" cap="none" strike="noStrike">
                <a:solidFill>
                  <a:schemeClr val="dk2"/>
                </a:solidFill>
                <a:latin typeface="Arial"/>
                <a:ea typeface="Arial"/>
                <a:cs typeface="Arial"/>
                <a:sym typeface="Arial"/>
              </a:defRPr>
            </a:lvl9pPr>
          </a:lstStyle>
          <a:p/>
        </p:txBody>
      </p:sp>
      <p:sp>
        <p:nvSpPr>
          <p:cNvPr id="82" name="Google Shape;82;p12"/>
          <p:cNvSpPr txBox="1"/>
          <p:nvPr>
            <p:ph idx="2" type="body"/>
          </p:nvPr>
        </p:nvSpPr>
        <p:spPr>
          <a:xfrm>
            <a:off x="328612" y="3725262"/>
            <a:ext cx="3987900" cy="4524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15000"/>
              </a:lnSpc>
              <a:spcBef>
                <a:spcPts val="0"/>
              </a:spcBef>
              <a:spcAft>
                <a:spcPts val="0"/>
              </a:spcAft>
              <a:buClr>
                <a:schemeClr val="dk2"/>
              </a:buClr>
              <a:buSzPts val="2000"/>
              <a:buFont typeface="Arial"/>
              <a:buNone/>
              <a:defRPr b="0" i="0" sz="1800" u="none" cap="none" strike="noStrike">
                <a:solidFill>
                  <a:schemeClr val="dk2"/>
                </a:solidFill>
                <a:latin typeface="Arial"/>
                <a:ea typeface="Arial"/>
                <a:cs typeface="Arial"/>
                <a:sym typeface="Arial"/>
              </a:defRPr>
            </a:lvl1pPr>
            <a:lvl2pPr indent="-228600" lvl="1" marL="914400" marR="0" rtl="0" algn="l">
              <a:lnSpc>
                <a:spcPct val="115000"/>
              </a:lnSpc>
              <a:spcBef>
                <a:spcPts val="1600"/>
              </a:spcBef>
              <a:spcAft>
                <a:spcPts val="0"/>
              </a:spcAft>
              <a:buClr>
                <a:schemeClr val="dk2"/>
              </a:buClr>
              <a:buSzPts val="1800"/>
              <a:buFont typeface="Arial"/>
              <a:buNone/>
              <a:defRPr b="0" i="0" sz="1400" u="none" cap="none" strike="noStrike">
                <a:solidFill>
                  <a:schemeClr val="dk2"/>
                </a:solidFill>
                <a:latin typeface="Arial"/>
                <a:ea typeface="Arial"/>
                <a:cs typeface="Arial"/>
                <a:sym typeface="Arial"/>
              </a:defRPr>
            </a:lvl2pPr>
            <a:lvl3pPr indent="-228600" lvl="2" marL="1371600" marR="0" rtl="0" algn="l">
              <a:lnSpc>
                <a:spcPct val="115000"/>
              </a:lnSpc>
              <a:spcBef>
                <a:spcPts val="1600"/>
              </a:spcBef>
              <a:spcAft>
                <a:spcPts val="0"/>
              </a:spcAft>
              <a:buClr>
                <a:schemeClr val="dk2"/>
              </a:buClr>
              <a:buSzPts val="1600"/>
              <a:buFont typeface="Arial"/>
              <a:buNone/>
              <a:defRPr b="0" i="0" sz="1400" u="none" cap="none" strike="noStrike">
                <a:solidFill>
                  <a:schemeClr val="dk2"/>
                </a:solidFill>
                <a:latin typeface="Arial"/>
                <a:ea typeface="Arial"/>
                <a:cs typeface="Arial"/>
                <a:sym typeface="Arial"/>
              </a:defRPr>
            </a:lvl3pPr>
            <a:lvl4pPr indent="-228600" lvl="3" marL="1828800" marR="0" rtl="0" algn="l">
              <a:lnSpc>
                <a:spcPct val="115000"/>
              </a:lnSpc>
              <a:spcBef>
                <a:spcPts val="1600"/>
              </a:spcBef>
              <a:spcAft>
                <a:spcPts val="0"/>
              </a:spcAft>
              <a:buClr>
                <a:schemeClr val="dk2"/>
              </a:buClr>
              <a:buSzPts val="1600"/>
              <a:buFont typeface="Arial"/>
              <a:buNone/>
              <a:defRPr b="0" i="0" sz="1400" u="none" cap="none" strike="noStrike">
                <a:solidFill>
                  <a:schemeClr val="dk2"/>
                </a:solidFill>
                <a:latin typeface="Arial"/>
                <a:ea typeface="Arial"/>
                <a:cs typeface="Arial"/>
                <a:sym typeface="Arial"/>
              </a:defRPr>
            </a:lvl4pPr>
            <a:lvl5pPr indent="-228600" lvl="4" marL="2286000" marR="0" rtl="0" algn="l">
              <a:lnSpc>
                <a:spcPct val="115000"/>
              </a:lnSpc>
              <a:spcBef>
                <a:spcPts val="1600"/>
              </a:spcBef>
              <a:spcAft>
                <a:spcPts val="0"/>
              </a:spcAft>
              <a:buClr>
                <a:schemeClr val="dk2"/>
              </a:buClr>
              <a:buSzPts val="1600"/>
              <a:buFont typeface="Arial"/>
              <a:buNone/>
              <a:defRPr b="0" i="0" sz="1400" u="none" cap="none" strike="noStrike">
                <a:solidFill>
                  <a:schemeClr val="dk2"/>
                </a:solidFill>
                <a:latin typeface="Arial"/>
                <a:ea typeface="Arial"/>
                <a:cs typeface="Arial"/>
                <a:sym typeface="Arial"/>
              </a:defRPr>
            </a:lvl5pPr>
            <a:lvl6pPr indent="-228600" lvl="5" marL="2743200" marR="0" rtl="0" algn="l">
              <a:lnSpc>
                <a:spcPct val="115000"/>
              </a:lnSpc>
              <a:spcBef>
                <a:spcPts val="1600"/>
              </a:spcBef>
              <a:spcAft>
                <a:spcPts val="0"/>
              </a:spcAft>
              <a:buClr>
                <a:schemeClr val="dk2"/>
              </a:buClr>
              <a:buSzPts val="2000"/>
              <a:buFont typeface="Arial"/>
              <a:buNone/>
              <a:defRPr b="0" i="0" sz="1400" u="none" cap="none" strike="noStrike">
                <a:solidFill>
                  <a:schemeClr val="dk2"/>
                </a:solidFill>
                <a:latin typeface="Arial"/>
                <a:ea typeface="Arial"/>
                <a:cs typeface="Arial"/>
                <a:sym typeface="Arial"/>
              </a:defRPr>
            </a:lvl6pPr>
            <a:lvl7pPr indent="-228600" lvl="6" marL="3200400" marR="0" rtl="0" algn="l">
              <a:lnSpc>
                <a:spcPct val="115000"/>
              </a:lnSpc>
              <a:spcBef>
                <a:spcPts val="1600"/>
              </a:spcBef>
              <a:spcAft>
                <a:spcPts val="0"/>
              </a:spcAft>
              <a:buClr>
                <a:schemeClr val="dk2"/>
              </a:buClr>
              <a:buSzPts val="2000"/>
              <a:buFont typeface="Arial"/>
              <a:buNone/>
              <a:defRPr b="0" i="0" sz="1400" u="none" cap="none" strike="noStrike">
                <a:solidFill>
                  <a:schemeClr val="dk2"/>
                </a:solidFill>
                <a:latin typeface="Arial"/>
                <a:ea typeface="Arial"/>
                <a:cs typeface="Arial"/>
                <a:sym typeface="Arial"/>
              </a:defRPr>
            </a:lvl7pPr>
            <a:lvl8pPr indent="-228600" lvl="7" marL="3657600" marR="0" rtl="0" algn="l">
              <a:lnSpc>
                <a:spcPct val="115000"/>
              </a:lnSpc>
              <a:spcBef>
                <a:spcPts val="1600"/>
              </a:spcBef>
              <a:spcAft>
                <a:spcPts val="0"/>
              </a:spcAft>
              <a:buClr>
                <a:schemeClr val="dk2"/>
              </a:buClr>
              <a:buSzPts val="2000"/>
              <a:buFont typeface="Arial"/>
              <a:buNone/>
              <a:defRPr b="0" i="0" sz="1400" u="none" cap="none" strike="noStrike">
                <a:solidFill>
                  <a:schemeClr val="dk2"/>
                </a:solidFill>
                <a:latin typeface="Arial"/>
                <a:ea typeface="Arial"/>
                <a:cs typeface="Arial"/>
                <a:sym typeface="Arial"/>
              </a:defRPr>
            </a:lvl8pPr>
            <a:lvl9pPr indent="-228600" lvl="8" marL="4114800" marR="0" rtl="0" algn="l">
              <a:lnSpc>
                <a:spcPct val="115000"/>
              </a:lnSpc>
              <a:spcBef>
                <a:spcPts val="1600"/>
              </a:spcBef>
              <a:spcAft>
                <a:spcPts val="1600"/>
              </a:spcAft>
              <a:buClr>
                <a:schemeClr val="dk2"/>
              </a:buClr>
              <a:buSzPts val="2000"/>
              <a:buFont typeface="Arial"/>
              <a:buNone/>
              <a:defRPr b="0" i="0" sz="1400" u="none" cap="none" strike="noStrike">
                <a:solidFill>
                  <a:schemeClr val="dk2"/>
                </a:solidFill>
                <a:latin typeface="Arial"/>
                <a:ea typeface="Arial"/>
                <a:cs typeface="Arial"/>
                <a:sym typeface="Arial"/>
              </a:defRPr>
            </a:lvl9pPr>
          </a:lstStyle>
          <a:p/>
        </p:txBody>
      </p:sp>
      <p:pic>
        <p:nvPicPr>
          <p:cNvPr id="83" name="Google Shape;83;p12"/>
          <p:cNvPicPr preferRelativeResize="0"/>
          <p:nvPr/>
        </p:nvPicPr>
        <p:blipFill rotWithShape="1">
          <a:blip r:embed="rId3">
            <a:alphaModFix/>
          </a:blip>
          <a:srcRect b="0" l="0" r="0" t="0"/>
          <a:stretch/>
        </p:blipFill>
        <p:spPr>
          <a:xfrm>
            <a:off x="328343" y="318681"/>
            <a:ext cx="3063900" cy="6081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bg>
      <p:bgPr>
        <a:solidFill>
          <a:srgbClr val="F6F6F6"/>
        </a:solidFill>
      </p:bgPr>
    </p:bg>
    <p:spTree>
      <p:nvGrpSpPr>
        <p:cNvPr id="84" name="Shape 84"/>
        <p:cNvGrpSpPr/>
        <p:nvPr/>
      </p:nvGrpSpPr>
      <p:grpSpPr>
        <a:xfrm>
          <a:off x="0" y="0"/>
          <a:ext cx="0" cy="0"/>
          <a:chOff x="0" y="0"/>
          <a:chExt cx="0" cy="0"/>
        </a:xfrm>
      </p:grpSpPr>
      <p:sp>
        <p:nvSpPr>
          <p:cNvPr id="85" name="Google Shape;85;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chemeClr val="dk1"/>
              </a:buClr>
              <a:buSzPts val="3000"/>
              <a:buFont typeface="Arial"/>
              <a:buNone/>
              <a:defRPr b="0" i="0" sz="3200" u="none" cap="none" strike="noStrike">
                <a:solidFill>
                  <a:srgbClr val="333333"/>
                </a:solidFill>
                <a:latin typeface="Arial"/>
                <a:ea typeface="Arial"/>
                <a:cs typeface="Arial"/>
                <a:sym typeface="Arial"/>
              </a:defRPr>
            </a:lvl1pPr>
            <a:lvl2pPr indent="0" lvl="1" rtl="0">
              <a:spcBef>
                <a:spcPts val="0"/>
              </a:spcBef>
              <a:spcAft>
                <a:spcPts val="0"/>
              </a:spcAft>
              <a:buClr>
                <a:schemeClr val="dk1"/>
              </a:buClr>
              <a:buSzPts val="1800"/>
              <a:buFont typeface="Arial"/>
              <a:buNone/>
              <a:defRPr sz="2800">
                <a:solidFill>
                  <a:schemeClr val="dk1"/>
                </a:solidFill>
              </a:defRPr>
            </a:lvl2pPr>
            <a:lvl3pPr indent="0" lvl="2" rtl="0">
              <a:spcBef>
                <a:spcPts val="0"/>
              </a:spcBef>
              <a:spcAft>
                <a:spcPts val="0"/>
              </a:spcAft>
              <a:buClr>
                <a:schemeClr val="dk1"/>
              </a:buClr>
              <a:buSzPts val="1800"/>
              <a:buFont typeface="Arial"/>
              <a:buNone/>
              <a:defRPr sz="2800">
                <a:solidFill>
                  <a:schemeClr val="dk1"/>
                </a:solidFill>
              </a:defRPr>
            </a:lvl3pPr>
            <a:lvl4pPr indent="0" lvl="3" rtl="0">
              <a:spcBef>
                <a:spcPts val="0"/>
              </a:spcBef>
              <a:spcAft>
                <a:spcPts val="0"/>
              </a:spcAft>
              <a:buClr>
                <a:schemeClr val="dk1"/>
              </a:buClr>
              <a:buSzPts val="1800"/>
              <a:buFont typeface="Arial"/>
              <a:buNone/>
              <a:defRPr sz="2800">
                <a:solidFill>
                  <a:schemeClr val="dk1"/>
                </a:solidFill>
              </a:defRPr>
            </a:lvl4pPr>
            <a:lvl5pPr indent="0" lvl="4" rtl="0">
              <a:spcBef>
                <a:spcPts val="0"/>
              </a:spcBef>
              <a:spcAft>
                <a:spcPts val="0"/>
              </a:spcAft>
              <a:buClr>
                <a:schemeClr val="dk1"/>
              </a:buClr>
              <a:buSzPts val="1800"/>
              <a:buFont typeface="Arial"/>
              <a:buNone/>
              <a:defRPr sz="2800">
                <a:solidFill>
                  <a:schemeClr val="dk1"/>
                </a:solidFill>
              </a:defRPr>
            </a:lvl5pPr>
            <a:lvl6pPr indent="0" lvl="5" rtl="0">
              <a:spcBef>
                <a:spcPts val="0"/>
              </a:spcBef>
              <a:spcAft>
                <a:spcPts val="0"/>
              </a:spcAft>
              <a:buClr>
                <a:schemeClr val="dk1"/>
              </a:buClr>
              <a:buSzPts val="1800"/>
              <a:buFont typeface="Arial"/>
              <a:buNone/>
              <a:defRPr sz="2800">
                <a:solidFill>
                  <a:schemeClr val="dk1"/>
                </a:solidFill>
              </a:defRPr>
            </a:lvl6pPr>
            <a:lvl7pPr indent="0" lvl="6" rtl="0">
              <a:spcBef>
                <a:spcPts val="0"/>
              </a:spcBef>
              <a:spcAft>
                <a:spcPts val="0"/>
              </a:spcAft>
              <a:buClr>
                <a:schemeClr val="dk1"/>
              </a:buClr>
              <a:buSzPts val="1800"/>
              <a:buFont typeface="Arial"/>
              <a:buNone/>
              <a:defRPr sz="2800">
                <a:solidFill>
                  <a:schemeClr val="dk1"/>
                </a:solidFill>
              </a:defRPr>
            </a:lvl7pPr>
            <a:lvl8pPr indent="0" lvl="7" rtl="0">
              <a:spcBef>
                <a:spcPts val="0"/>
              </a:spcBef>
              <a:spcAft>
                <a:spcPts val="0"/>
              </a:spcAft>
              <a:buClr>
                <a:schemeClr val="dk1"/>
              </a:buClr>
              <a:buSzPts val="1800"/>
              <a:buFont typeface="Arial"/>
              <a:buNone/>
              <a:defRPr sz="2800">
                <a:solidFill>
                  <a:schemeClr val="dk1"/>
                </a:solidFill>
              </a:defRPr>
            </a:lvl8pPr>
            <a:lvl9pPr indent="0" lvl="8" rtl="0">
              <a:spcBef>
                <a:spcPts val="0"/>
              </a:spcBef>
              <a:spcAft>
                <a:spcPts val="0"/>
              </a:spcAft>
              <a:buClr>
                <a:schemeClr val="dk1"/>
              </a:buClr>
              <a:buSzPts val="1800"/>
              <a:buFont typeface="Arial"/>
              <a:buNone/>
              <a:defRPr sz="2800">
                <a:solidFill>
                  <a:schemeClr val="dk1"/>
                </a:solidFill>
              </a:defRPr>
            </a:lvl9pPr>
          </a:lstStyle>
          <a:p/>
        </p:txBody>
      </p:sp>
      <p:sp>
        <p:nvSpPr>
          <p:cNvPr id="86" name="Google Shape;86;p13"/>
          <p:cNvSpPr txBox="1"/>
          <p:nvPr>
            <p:ph idx="12" type="sldNum"/>
          </p:nvPr>
        </p:nvSpPr>
        <p:spPr>
          <a:xfrm>
            <a:off x="8556782" y="4648251"/>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434343"/>
              </a:buClr>
              <a:buFont typeface="Arial"/>
              <a:buNone/>
              <a:defRPr b="0" i="0" sz="1000" u="none" cap="none" strike="noStrike">
                <a:solidFill>
                  <a:srgbClr val="434343"/>
                </a:solidFill>
                <a:latin typeface="Arial"/>
                <a:ea typeface="Arial"/>
                <a:cs typeface="Arial"/>
                <a:sym typeface="Arial"/>
              </a:defRPr>
            </a:lvl1pPr>
            <a:lvl2pPr indent="0" lvl="1" marL="0" marR="0" rtl="0" algn="l">
              <a:lnSpc>
                <a:spcPct val="100000"/>
              </a:lnSpc>
              <a:spcBef>
                <a:spcPts val="0"/>
              </a:spcBef>
              <a:spcAft>
                <a:spcPts val="0"/>
              </a:spcAft>
              <a:buClr>
                <a:srgbClr val="434343"/>
              </a:buClr>
              <a:buFont typeface="Arial"/>
              <a:buNone/>
              <a:defRPr b="0" i="0" sz="1000" u="none" cap="none" strike="noStrike">
                <a:solidFill>
                  <a:srgbClr val="434343"/>
                </a:solidFill>
                <a:latin typeface="Arial"/>
                <a:ea typeface="Arial"/>
                <a:cs typeface="Arial"/>
                <a:sym typeface="Arial"/>
              </a:defRPr>
            </a:lvl2pPr>
            <a:lvl3pPr indent="0" lvl="2" marL="0" marR="0" rtl="0" algn="l">
              <a:lnSpc>
                <a:spcPct val="100000"/>
              </a:lnSpc>
              <a:spcBef>
                <a:spcPts val="0"/>
              </a:spcBef>
              <a:spcAft>
                <a:spcPts val="0"/>
              </a:spcAft>
              <a:buClr>
                <a:srgbClr val="434343"/>
              </a:buClr>
              <a:buFont typeface="Arial"/>
              <a:buNone/>
              <a:defRPr b="0" i="0" sz="1000" u="none" cap="none" strike="noStrike">
                <a:solidFill>
                  <a:srgbClr val="434343"/>
                </a:solidFill>
                <a:latin typeface="Arial"/>
                <a:ea typeface="Arial"/>
                <a:cs typeface="Arial"/>
                <a:sym typeface="Arial"/>
              </a:defRPr>
            </a:lvl3pPr>
            <a:lvl4pPr indent="0" lvl="3" marL="0" marR="0" rtl="0" algn="l">
              <a:lnSpc>
                <a:spcPct val="100000"/>
              </a:lnSpc>
              <a:spcBef>
                <a:spcPts val="0"/>
              </a:spcBef>
              <a:spcAft>
                <a:spcPts val="0"/>
              </a:spcAft>
              <a:buClr>
                <a:srgbClr val="434343"/>
              </a:buClr>
              <a:buFont typeface="Arial"/>
              <a:buNone/>
              <a:defRPr b="0" i="0" sz="1000" u="none" cap="none" strike="noStrike">
                <a:solidFill>
                  <a:srgbClr val="434343"/>
                </a:solidFill>
                <a:latin typeface="Arial"/>
                <a:ea typeface="Arial"/>
                <a:cs typeface="Arial"/>
                <a:sym typeface="Arial"/>
              </a:defRPr>
            </a:lvl4pPr>
            <a:lvl5pPr indent="0" lvl="4" marL="0" marR="0" rtl="0" algn="l">
              <a:lnSpc>
                <a:spcPct val="100000"/>
              </a:lnSpc>
              <a:spcBef>
                <a:spcPts val="0"/>
              </a:spcBef>
              <a:spcAft>
                <a:spcPts val="0"/>
              </a:spcAft>
              <a:buClr>
                <a:srgbClr val="434343"/>
              </a:buClr>
              <a:buFont typeface="Arial"/>
              <a:buNone/>
              <a:defRPr b="0" i="0" sz="1000" u="none" cap="none" strike="noStrike">
                <a:solidFill>
                  <a:srgbClr val="434343"/>
                </a:solidFill>
                <a:latin typeface="Arial"/>
                <a:ea typeface="Arial"/>
                <a:cs typeface="Arial"/>
                <a:sym typeface="Arial"/>
              </a:defRPr>
            </a:lvl5pPr>
            <a:lvl6pPr indent="0" lvl="5" marL="0" marR="0" rtl="0" algn="l">
              <a:lnSpc>
                <a:spcPct val="100000"/>
              </a:lnSpc>
              <a:spcBef>
                <a:spcPts val="0"/>
              </a:spcBef>
              <a:spcAft>
                <a:spcPts val="0"/>
              </a:spcAft>
              <a:buClr>
                <a:srgbClr val="434343"/>
              </a:buClr>
              <a:buFont typeface="Arial"/>
              <a:buNone/>
              <a:defRPr b="0" i="0" sz="1000" u="none" cap="none" strike="noStrike">
                <a:solidFill>
                  <a:srgbClr val="434343"/>
                </a:solidFill>
                <a:latin typeface="Arial"/>
                <a:ea typeface="Arial"/>
                <a:cs typeface="Arial"/>
                <a:sym typeface="Arial"/>
              </a:defRPr>
            </a:lvl6pPr>
            <a:lvl7pPr indent="0" lvl="6" marL="0" marR="0" rtl="0" algn="l">
              <a:lnSpc>
                <a:spcPct val="100000"/>
              </a:lnSpc>
              <a:spcBef>
                <a:spcPts val="0"/>
              </a:spcBef>
              <a:spcAft>
                <a:spcPts val="0"/>
              </a:spcAft>
              <a:buClr>
                <a:srgbClr val="434343"/>
              </a:buClr>
              <a:buFont typeface="Arial"/>
              <a:buNone/>
              <a:defRPr b="0" i="0" sz="1000" u="none" cap="none" strike="noStrike">
                <a:solidFill>
                  <a:srgbClr val="434343"/>
                </a:solidFill>
                <a:latin typeface="Arial"/>
                <a:ea typeface="Arial"/>
                <a:cs typeface="Arial"/>
                <a:sym typeface="Arial"/>
              </a:defRPr>
            </a:lvl7pPr>
            <a:lvl8pPr indent="0" lvl="7" marL="0" marR="0" rtl="0" algn="l">
              <a:lnSpc>
                <a:spcPct val="100000"/>
              </a:lnSpc>
              <a:spcBef>
                <a:spcPts val="0"/>
              </a:spcBef>
              <a:spcAft>
                <a:spcPts val="0"/>
              </a:spcAft>
              <a:buClr>
                <a:srgbClr val="434343"/>
              </a:buClr>
              <a:buFont typeface="Arial"/>
              <a:buNone/>
              <a:defRPr b="0" i="0" sz="1000" u="none" cap="none" strike="noStrike">
                <a:solidFill>
                  <a:srgbClr val="434343"/>
                </a:solidFill>
                <a:latin typeface="Arial"/>
                <a:ea typeface="Arial"/>
                <a:cs typeface="Arial"/>
                <a:sym typeface="Arial"/>
              </a:defRPr>
            </a:lvl8pPr>
            <a:lvl9pPr indent="0" lvl="8" marL="0" marR="0" rtl="0" algn="l">
              <a:lnSpc>
                <a:spcPct val="100000"/>
              </a:lnSpc>
              <a:spcBef>
                <a:spcPts val="0"/>
              </a:spcBef>
              <a:spcAft>
                <a:spcPts val="0"/>
              </a:spcAft>
              <a:buClr>
                <a:srgbClr val="434343"/>
              </a:buClr>
              <a:buFont typeface="Arial"/>
              <a:buNone/>
              <a:defRPr b="0" i="0" sz="1000" u="none" cap="none" strike="noStrike">
                <a:solidFill>
                  <a:srgbClr val="434343"/>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solidFill>
                <a:srgbClr val="001F8E"/>
              </a:solidFill>
              <a:latin typeface="Gill Sans"/>
              <a:ea typeface="Gill Sans"/>
              <a:cs typeface="Gill Sans"/>
              <a:sym typeface="Gill Sans"/>
            </a:endParaRPr>
          </a:p>
        </p:txBody>
      </p:sp>
      <p:sp>
        <p:nvSpPr>
          <p:cNvPr id="87" name="Google Shape;87;p13"/>
          <p:cNvSpPr txBox="1"/>
          <p:nvPr>
            <p:ph idx="11" type="ftr"/>
          </p:nvPr>
        </p:nvSpPr>
        <p:spPr>
          <a:xfrm>
            <a:off x="2387016" y="4703626"/>
            <a:ext cx="4370100" cy="274500"/>
          </a:xfrm>
          <a:prstGeom prst="rect">
            <a:avLst/>
          </a:prstGeom>
          <a:noFill/>
          <a:ln>
            <a:noFill/>
          </a:ln>
        </p:spPr>
        <p:txBody>
          <a:bodyPr anchorCtr="0" anchor="ctr" bIns="91425" lIns="91425" spcFirstLastPara="1" rIns="91425" wrap="square" tIns="91425">
            <a:noAutofit/>
          </a:bodyPr>
          <a:lstStyle>
            <a:lvl1pPr indent="0" lvl="0" marL="0" marR="0" rtl="0" algn="ctr">
              <a:lnSpc>
                <a:spcPct val="100000"/>
              </a:lnSpc>
              <a:spcBef>
                <a:spcPts val="0"/>
              </a:spcBef>
              <a:spcAft>
                <a:spcPts val="0"/>
              </a:spcAft>
              <a:buClr>
                <a:schemeClr val="lt2"/>
              </a:buClr>
              <a:buSzPts val="1400"/>
              <a:buFont typeface="Arial"/>
              <a:buNone/>
              <a:defRPr b="0" i="0" sz="1000" u="none" cap="none" strike="noStrike">
                <a:solidFill>
                  <a:schemeClr val="lt2"/>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8" name="Google Shape;88;p13"/>
          <p:cNvSpPr txBox="1"/>
          <p:nvPr>
            <p:ph idx="1" type="body"/>
          </p:nvPr>
        </p:nvSpPr>
        <p:spPr>
          <a:xfrm>
            <a:off x="311145" y="1204912"/>
            <a:ext cx="8521200" cy="31821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15000"/>
              </a:lnSpc>
              <a:spcBef>
                <a:spcPts val="0"/>
              </a:spcBef>
              <a:spcAft>
                <a:spcPts val="0"/>
              </a:spcAft>
              <a:buClr>
                <a:schemeClr val="dk2"/>
              </a:buClr>
              <a:buSzPts val="2000"/>
              <a:buFont typeface="Arial"/>
              <a:buNone/>
              <a:defRPr b="0" i="0" sz="1800" u="none" cap="none" strike="noStrike">
                <a:solidFill>
                  <a:schemeClr val="lt2"/>
                </a:solidFill>
                <a:latin typeface="Arial"/>
                <a:ea typeface="Arial"/>
                <a:cs typeface="Arial"/>
                <a:sym typeface="Arial"/>
              </a:defRPr>
            </a:lvl1pPr>
            <a:lvl2pPr indent="-228600" lvl="1" marL="914400" marR="0" rtl="0" algn="l">
              <a:lnSpc>
                <a:spcPct val="115000"/>
              </a:lnSpc>
              <a:spcBef>
                <a:spcPts val="1600"/>
              </a:spcBef>
              <a:spcAft>
                <a:spcPts val="0"/>
              </a:spcAft>
              <a:buClr>
                <a:schemeClr val="dk2"/>
              </a:buClr>
              <a:buSzPts val="1800"/>
              <a:buFont typeface="Arial"/>
              <a:buNone/>
              <a:defRPr b="0" i="0" sz="1400" u="none" cap="none" strike="noStrike">
                <a:solidFill>
                  <a:schemeClr val="lt2"/>
                </a:solidFill>
                <a:latin typeface="Arial"/>
                <a:ea typeface="Arial"/>
                <a:cs typeface="Arial"/>
                <a:sym typeface="Arial"/>
              </a:defRPr>
            </a:lvl2pPr>
            <a:lvl3pPr indent="-228600" lvl="2" marL="1371600" marR="0" rtl="0" algn="l">
              <a:lnSpc>
                <a:spcPct val="115000"/>
              </a:lnSpc>
              <a:spcBef>
                <a:spcPts val="1600"/>
              </a:spcBef>
              <a:spcAft>
                <a:spcPts val="0"/>
              </a:spcAft>
              <a:buClr>
                <a:schemeClr val="dk2"/>
              </a:buClr>
              <a:buSzPts val="1600"/>
              <a:buFont typeface="Arial"/>
              <a:buNone/>
              <a:defRPr b="0" i="0" sz="1400" u="none" cap="none" strike="noStrike">
                <a:solidFill>
                  <a:schemeClr val="lt2"/>
                </a:solidFill>
                <a:latin typeface="Arial"/>
                <a:ea typeface="Arial"/>
                <a:cs typeface="Arial"/>
                <a:sym typeface="Arial"/>
              </a:defRPr>
            </a:lvl3pPr>
            <a:lvl4pPr indent="-228600" lvl="3" marL="1828800" marR="0" rtl="0" algn="l">
              <a:lnSpc>
                <a:spcPct val="115000"/>
              </a:lnSpc>
              <a:spcBef>
                <a:spcPts val="1600"/>
              </a:spcBef>
              <a:spcAft>
                <a:spcPts val="0"/>
              </a:spcAft>
              <a:buClr>
                <a:schemeClr val="dk2"/>
              </a:buClr>
              <a:buSzPts val="1600"/>
              <a:buFont typeface="Arial"/>
              <a:buNone/>
              <a:defRPr b="0" i="0" sz="1400" u="none" cap="none" strike="noStrike">
                <a:solidFill>
                  <a:schemeClr val="lt2"/>
                </a:solidFill>
                <a:latin typeface="Arial"/>
                <a:ea typeface="Arial"/>
                <a:cs typeface="Arial"/>
                <a:sym typeface="Arial"/>
              </a:defRPr>
            </a:lvl4pPr>
            <a:lvl5pPr indent="-228600" lvl="4" marL="2286000" marR="0" rtl="0" algn="l">
              <a:lnSpc>
                <a:spcPct val="115000"/>
              </a:lnSpc>
              <a:spcBef>
                <a:spcPts val="1600"/>
              </a:spcBef>
              <a:spcAft>
                <a:spcPts val="0"/>
              </a:spcAft>
              <a:buClr>
                <a:schemeClr val="dk2"/>
              </a:buClr>
              <a:buSzPts val="1600"/>
              <a:buFont typeface="Arial"/>
              <a:buNone/>
              <a:defRPr b="0" i="0" sz="1400" u="none" cap="none" strike="noStrike">
                <a:solidFill>
                  <a:schemeClr val="lt2"/>
                </a:solidFill>
                <a:latin typeface="Arial"/>
                <a:ea typeface="Arial"/>
                <a:cs typeface="Arial"/>
                <a:sym typeface="Arial"/>
              </a:defRPr>
            </a:lvl5pPr>
            <a:lvl6pPr indent="-228600" lvl="5" marL="2743200" marR="0" rtl="0" algn="l">
              <a:lnSpc>
                <a:spcPct val="115000"/>
              </a:lnSpc>
              <a:spcBef>
                <a:spcPts val="1600"/>
              </a:spcBef>
              <a:spcAft>
                <a:spcPts val="0"/>
              </a:spcAft>
              <a:buClr>
                <a:schemeClr val="dk2"/>
              </a:buClr>
              <a:buSzPts val="2000"/>
              <a:buFont typeface="Arial"/>
              <a:buNone/>
              <a:defRPr b="0" i="0" sz="1400" u="none" cap="none" strike="noStrike">
                <a:solidFill>
                  <a:schemeClr val="dk2"/>
                </a:solidFill>
                <a:latin typeface="Arial"/>
                <a:ea typeface="Arial"/>
                <a:cs typeface="Arial"/>
                <a:sym typeface="Arial"/>
              </a:defRPr>
            </a:lvl6pPr>
            <a:lvl7pPr indent="-228600" lvl="6" marL="3200400" marR="0" rtl="0" algn="l">
              <a:lnSpc>
                <a:spcPct val="115000"/>
              </a:lnSpc>
              <a:spcBef>
                <a:spcPts val="1600"/>
              </a:spcBef>
              <a:spcAft>
                <a:spcPts val="0"/>
              </a:spcAft>
              <a:buClr>
                <a:schemeClr val="dk2"/>
              </a:buClr>
              <a:buSzPts val="2000"/>
              <a:buFont typeface="Arial"/>
              <a:buNone/>
              <a:defRPr b="0" i="0" sz="1400" u="none" cap="none" strike="noStrike">
                <a:solidFill>
                  <a:schemeClr val="dk2"/>
                </a:solidFill>
                <a:latin typeface="Arial"/>
                <a:ea typeface="Arial"/>
                <a:cs typeface="Arial"/>
                <a:sym typeface="Arial"/>
              </a:defRPr>
            </a:lvl7pPr>
            <a:lvl8pPr indent="-228600" lvl="7" marL="3657600" marR="0" rtl="0" algn="l">
              <a:lnSpc>
                <a:spcPct val="115000"/>
              </a:lnSpc>
              <a:spcBef>
                <a:spcPts val="1600"/>
              </a:spcBef>
              <a:spcAft>
                <a:spcPts val="0"/>
              </a:spcAft>
              <a:buClr>
                <a:schemeClr val="dk2"/>
              </a:buClr>
              <a:buSzPts val="2000"/>
              <a:buFont typeface="Arial"/>
              <a:buNone/>
              <a:defRPr b="0" i="0" sz="1400" u="none" cap="none" strike="noStrike">
                <a:solidFill>
                  <a:schemeClr val="dk2"/>
                </a:solidFill>
                <a:latin typeface="Arial"/>
                <a:ea typeface="Arial"/>
                <a:cs typeface="Arial"/>
                <a:sym typeface="Arial"/>
              </a:defRPr>
            </a:lvl8pPr>
            <a:lvl9pPr indent="-228600" lvl="8" marL="4114800" marR="0" rtl="0" algn="l">
              <a:lnSpc>
                <a:spcPct val="115000"/>
              </a:lnSpc>
              <a:spcBef>
                <a:spcPts val="1600"/>
              </a:spcBef>
              <a:spcAft>
                <a:spcPts val="1600"/>
              </a:spcAft>
              <a:buClr>
                <a:schemeClr val="dk2"/>
              </a:buClr>
              <a:buSzPts val="2000"/>
              <a:buFont typeface="Arial"/>
              <a:buNone/>
              <a:defRPr b="0" i="0" sz="1400" u="none" cap="none" strike="noStrike">
                <a:solidFill>
                  <a:schemeClr val="dk2"/>
                </a:solidFill>
                <a:latin typeface="Arial"/>
                <a:ea typeface="Arial"/>
                <a:cs typeface="Arial"/>
                <a:sym typeface="Arial"/>
              </a:defRPr>
            </a:lvl9pPr>
          </a:lstStyle>
          <a:p/>
        </p:txBody>
      </p:sp>
      <p:pic>
        <p:nvPicPr>
          <p:cNvPr id="89" name="Google Shape;89;p13"/>
          <p:cNvPicPr preferRelativeResize="0"/>
          <p:nvPr/>
        </p:nvPicPr>
        <p:blipFill rotWithShape="1">
          <a:blip r:embed="rId2">
            <a:alphaModFix/>
          </a:blip>
          <a:srcRect b="0" l="0" r="0" t="0"/>
          <a:stretch/>
        </p:blipFill>
        <p:spPr>
          <a:xfrm>
            <a:off x="412745" y="4588196"/>
            <a:ext cx="1576200" cy="3129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ustom Layout">
  <p:cSld name="3_Custom Layout">
    <p:bg>
      <p:bgPr>
        <a:blipFill rotWithShape="1">
          <a:blip r:embed="rId2">
            <a:alphaModFix/>
          </a:blip>
          <a:stretch>
            <a:fillRect b="0" l="0" r="0" t="0"/>
          </a:stretch>
        </a:blipFill>
      </p:bgPr>
    </p:bg>
    <p:spTree>
      <p:nvGrpSpPr>
        <p:cNvPr id="90" name="Shape 90"/>
        <p:cNvGrpSpPr/>
        <p:nvPr/>
      </p:nvGrpSpPr>
      <p:grpSpPr>
        <a:xfrm>
          <a:off x="0" y="0"/>
          <a:ext cx="0" cy="0"/>
          <a:chOff x="0" y="0"/>
          <a:chExt cx="0" cy="0"/>
        </a:xfrm>
      </p:grpSpPr>
      <p:pic>
        <p:nvPicPr>
          <p:cNvPr id="91" name="Google Shape;91;p14"/>
          <p:cNvPicPr preferRelativeResize="0"/>
          <p:nvPr/>
        </p:nvPicPr>
        <p:blipFill rotWithShape="1">
          <a:blip r:embed="rId3">
            <a:alphaModFix/>
          </a:blip>
          <a:srcRect b="27575" l="18064" r="17445" t="44932"/>
          <a:stretch/>
        </p:blipFill>
        <p:spPr>
          <a:xfrm>
            <a:off x="215950" y="4308350"/>
            <a:ext cx="3239699" cy="786301"/>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2 Column">
  <p:cSld name="OBJECT_1">
    <p:spTree>
      <p:nvGrpSpPr>
        <p:cNvPr id="92" name="Shape 92"/>
        <p:cNvGrpSpPr/>
        <p:nvPr/>
      </p:nvGrpSpPr>
      <p:grpSpPr>
        <a:xfrm>
          <a:off x="0" y="0"/>
          <a:ext cx="0" cy="0"/>
          <a:chOff x="0" y="0"/>
          <a:chExt cx="0" cy="0"/>
        </a:xfrm>
      </p:grpSpPr>
      <p:sp>
        <p:nvSpPr>
          <p:cNvPr id="93" name="Google Shape;93;p15"/>
          <p:cNvSpPr/>
          <p:nvPr/>
        </p:nvSpPr>
        <p:spPr>
          <a:xfrm>
            <a:off x="0" y="772583"/>
            <a:ext cx="9144000" cy="4371000"/>
          </a:xfrm>
          <a:prstGeom prst="rect">
            <a:avLst/>
          </a:prstGeom>
          <a:solidFill>
            <a:srgbClr val="3664AD">
              <a:alpha val="275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800" u="none" cap="none" strike="noStrike">
              <a:solidFill>
                <a:srgbClr val="3664AD"/>
              </a:solidFill>
              <a:latin typeface="Calibri"/>
              <a:ea typeface="Calibri"/>
              <a:cs typeface="Calibri"/>
              <a:sym typeface="Calibri"/>
            </a:endParaRPr>
          </a:p>
        </p:txBody>
      </p:sp>
      <p:pic>
        <p:nvPicPr>
          <p:cNvPr id="94" name="Google Shape;94;p15"/>
          <p:cNvPicPr preferRelativeResize="0"/>
          <p:nvPr/>
        </p:nvPicPr>
        <p:blipFill rotWithShape="1">
          <a:blip r:embed="rId2">
            <a:alphaModFix amt="6000"/>
          </a:blip>
          <a:srcRect b="0" l="17594" r="0" t="0"/>
          <a:stretch/>
        </p:blipFill>
        <p:spPr>
          <a:xfrm>
            <a:off x="1" y="775759"/>
            <a:ext cx="6393974" cy="4364561"/>
          </a:xfrm>
          <a:prstGeom prst="rect">
            <a:avLst/>
          </a:prstGeom>
          <a:noFill/>
          <a:ln>
            <a:noFill/>
          </a:ln>
        </p:spPr>
      </p:pic>
      <p:sp>
        <p:nvSpPr>
          <p:cNvPr id="95" name="Google Shape;95;p15"/>
          <p:cNvSpPr txBox="1"/>
          <p:nvPr>
            <p:ph type="title"/>
          </p:nvPr>
        </p:nvSpPr>
        <p:spPr>
          <a:xfrm>
            <a:off x="333994" y="159442"/>
            <a:ext cx="7893900" cy="447000"/>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Clr>
                <a:srgbClr val="262626"/>
              </a:buClr>
              <a:buSzPts val="3000"/>
              <a:buFont typeface="Gill Sans"/>
              <a:buNone/>
              <a:defRPr b="1" i="0" sz="3000" u="none" cap="none" strike="noStrike">
                <a:solidFill>
                  <a:srgbClr val="262626"/>
                </a:solidFill>
                <a:latin typeface="Gill Sans"/>
                <a:ea typeface="Gill Sans"/>
                <a:cs typeface="Gill Sans"/>
                <a:sym typeface="Gill Sans"/>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p:txBody>
      </p:sp>
      <p:sp>
        <p:nvSpPr>
          <p:cNvPr id="96" name="Google Shape;96;p15"/>
          <p:cNvSpPr txBox="1"/>
          <p:nvPr>
            <p:ph idx="1" type="body"/>
          </p:nvPr>
        </p:nvSpPr>
        <p:spPr>
          <a:xfrm>
            <a:off x="317497" y="943425"/>
            <a:ext cx="4007700" cy="3143400"/>
          </a:xfrm>
          <a:prstGeom prst="rect">
            <a:avLst/>
          </a:prstGeom>
          <a:noFill/>
          <a:ln>
            <a:noFill/>
          </a:ln>
        </p:spPr>
        <p:txBody>
          <a:bodyPr anchorCtr="0" anchor="t" bIns="34275" lIns="68575" spcFirstLastPara="1" rIns="68575" wrap="square" tIns="34275">
            <a:noAutofit/>
          </a:bodyPr>
          <a:lstStyle>
            <a:lvl1pPr indent="-355600" lvl="0" marL="4572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rtl="0" algn="l">
              <a:spcBef>
                <a:spcPts val="40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rtl="0" algn="l">
              <a:spcBef>
                <a:spcPts val="30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indent="-330200" lvl="3" marL="1828800" marR="0" rtl="0" algn="l">
              <a:spcBef>
                <a:spcPts val="30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indent="-330200" lvl="4" marL="2286000" marR="0" rtl="0" algn="l">
              <a:spcBef>
                <a:spcPts val="30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pic>
        <p:nvPicPr>
          <p:cNvPr descr="OpenMainframe_Logo_Pantone.png" id="97" name="Google Shape;97;p15"/>
          <p:cNvPicPr preferRelativeResize="0"/>
          <p:nvPr/>
        </p:nvPicPr>
        <p:blipFill rotWithShape="1">
          <a:blip r:embed="rId3">
            <a:alphaModFix/>
          </a:blip>
          <a:srcRect b="30187" l="0" r="80655" t="0"/>
          <a:stretch/>
        </p:blipFill>
        <p:spPr>
          <a:xfrm>
            <a:off x="8306753" y="100724"/>
            <a:ext cx="469860" cy="518220"/>
          </a:xfrm>
          <a:prstGeom prst="rect">
            <a:avLst/>
          </a:prstGeom>
          <a:noFill/>
          <a:ln>
            <a:noFill/>
          </a:ln>
        </p:spPr>
      </p:pic>
      <p:sp>
        <p:nvSpPr>
          <p:cNvPr id="98" name="Google Shape;98;p15"/>
          <p:cNvSpPr/>
          <p:nvPr/>
        </p:nvSpPr>
        <p:spPr>
          <a:xfrm>
            <a:off x="0" y="5112913"/>
            <a:ext cx="9144000" cy="50700"/>
          </a:xfrm>
          <a:prstGeom prst="rect">
            <a:avLst/>
          </a:prstGeom>
          <a:solidFill>
            <a:srgbClr val="3664A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800" u="none" cap="none" strike="noStrike">
              <a:solidFill>
                <a:srgbClr val="3664AD"/>
              </a:solidFill>
              <a:latin typeface="Calibri"/>
              <a:ea typeface="Calibri"/>
              <a:cs typeface="Calibri"/>
              <a:sym typeface="Calibri"/>
            </a:endParaRPr>
          </a:p>
        </p:txBody>
      </p:sp>
      <p:sp>
        <p:nvSpPr>
          <p:cNvPr id="99" name="Google Shape;99;p15"/>
          <p:cNvSpPr txBox="1"/>
          <p:nvPr>
            <p:ph idx="2" type="body"/>
          </p:nvPr>
        </p:nvSpPr>
        <p:spPr>
          <a:xfrm>
            <a:off x="4707659" y="943425"/>
            <a:ext cx="4100700" cy="3143400"/>
          </a:xfrm>
          <a:prstGeom prst="rect">
            <a:avLst/>
          </a:prstGeom>
          <a:noFill/>
          <a:ln>
            <a:noFill/>
          </a:ln>
        </p:spPr>
        <p:txBody>
          <a:bodyPr anchorCtr="0" anchor="t" bIns="34275" lIns="68575" spcFirstLastPara="1" rIns="68575" wrap="square" tIns="34275">
            <a:noAutofit/>
          </a:bodyPr>
          <a:lstStyle>
            <a:lvl1pPr indent="-355600" lvl="0" marL="4572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rtl="0" algn="l">
              <a:spcBef>
                <a:spcPts val="40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rtl="0" algn="l">
              <a:spcBef>
                <a:spcPts val="30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indent="-330200" lvl="3" marL="1828800" marR="0" rtl="0" algn="l">
              <a:spcBef>
                <a:spcPts val="30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indent="-330200" lvl="4" marL="2286000" marR="0" rtl="0" algn="l">
              <a:spcBef>
                <a:spcPts val="30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00" name="Google Shape;100;p15"/>
          <p:cNvSpPr txBox="1"/>
          <p:nvPr>
            <p:ph idx="12" type="sldNum"/>
          </p:nvPr>
        </p:nvSpPr>
        <p:spPr>
          <a:xfrm>
            <a:off x="8227787" y="4803548"/>
            <a:ext cx="580500" cy="273900"/>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1000" u="none" cap="none" strike="noStrike">
                <a:solidFill>
                  <a:srgbClr val="000000"/>
                </a:solidFill>
                <a:latin typeface="Gill Sans"/>
                <a:ea typeface="Gill Sans"/>
                <a:cs typeface="Gill Sans"/>
                <a:sym typeface="Gill Sans"/>
              </a:defRPr>
            </a:lvl1pPr>
            <a:lvl2pPr indent="0" lvl="1" marL="0" marR="0" rtl="0" algn="r">
              <a:spcBef>
                <a:spcPts val="0"/>
              </a:spcBef>
              <a:buNone/>
              <a:defRPr b="0" i="0" sz="1000" u="none" cap="none" strike="noStrike">
                <a:solidFill>
                  <a:srgbClr val="000000"/>
                </a:solidFill>
                <a:latin typeface="Gill Sans"/>
                <a:ea typeface="Gill Sans"/>
                <a:cs typeface="Gill Sans"/>
                <a:sym typeface="Gill Sans"/>
              </a:defRPr>
            </a:lvl2pPr>
            <a:lvl3pPr indent="0" lvl="2" marL="0" marR="0" rtl="0" algn="r">
              <a:spcBef>
                <a:spcPts val="0"/>
              </a:spcBef>
              <a:buNone/>
              <a:defRPr b="0" i="0" sz="1000" u="none" cap="none" strike="noStrike">
                <a:solidFill>
                  <a:srgbClr val="000000"/>
                </a:solidFill>
                <a:latin typeface="Gill Sans"/>
                <a:ea typeface="Gill Sans"/>
                <a:cs typeface="Gill Sans"/>
                <a:sym typeface="Gill Sans"/>
              </a:defRPr>
            </a:lvl3pPr>
            <a:lvl4pPr indent="0" lvl="3" marL="0" marR="0" rtl="0" algn="r">
              <a:spcBef>
                <a:spcPts val="0"/>
              </a:spcBef>
              <a:buNone/>
              <a:defRPr b="0" i="0" sz="1000" u="none" cap="none" strike="noStrike">
                <a:solidFill>
                  <a:srgbClr val="000000"/>
                </a:solidFill>
                <a:latin typeface="Gill Sans"/>
                <a:ea typeface="Gill Sans"/>
                <a:cs typeface="Gill Sans"/>
                <a:sym typeface="Gill Sans"/>
              </a:defRPr>
            </a:lvl4pPr>
            <a:lvl5pPr indent="0" lvl="4" marL="0" marR="0" rtl="0" algn="r">
              <a:spcBef>
                <a:spcPts val="0"/>
              </a:spcBef>
              <a:buNone/>
              <a:defRPr b="0" i="0" sz="1000" u="none" cap="none" strike="noStrike">
                <a:solidFill>
                  <a:srgbClr val="000000"/>
                </a:solidFill>
                <a:latin typeface="Gill Sans"/>
                <a:ea typeface="Gill Sans"/>
                <a:cs typeface="Gill Sans"/>
                <a:sym typeface="Gill Sans"/>
              </a:defRPr>
            </a:lvl5pPr>
            <a:lvl6pPr indent="0" lvl="5" marL="0" marR="0" rtl="0" algn="r">
              <a:spcBef>
                <a:spcPts val="0"/>
              </a:spcBef>
              <a:buNone/>
              <a:defRPr b="0" i="0" sz="1000" u="none" cap="none" strike="noStrike">
                <a:solidFill>
                  <a:srgbClr val="000000"/>
                </a:solidFill>
                <a:latin typeface="Gill Sans"/>
                <a:ea typeface="Gill Sans"/>
                <a:cs typeface="Gill Sans"/>
                <a:sym typeface="Gill Sans"/>
              </a:defRPr>
            </a:lvl6pPr>
            <a:lvl7pPr indent="0" lvl="6" marL="0" marR="0" rtl="0" algn="r">
              <a:spcBef>
                <a:spcPts val="0"/>
              </a:spcBef>
              <a:buNone/>
              <a:defRPr b="0" i="0" sz="1000" u="none" cap="none" strike="noStrike">
                <a:solidFill>
                  <a:srgbClr val="000000"/>
                </a:solidFill>
                <a:latin typeface="Gill Sans"/>
                <a:ea typeface="Gill Sans"/>
                <a:cs typeface="Gill Sans"/>
                <a:sym typeface="Gill Sans"/>
              </a:defRPr>
            </a:lvl7pPr>
            <a:lvl8pPr indent="0" lvl="7" marL="0" marR="0" rtl="0" algn="r">
              <a:spcBef>
                <a:spcPts val="0"/>
              </a:spcBef>
              <a:buNone/>
              <a:defRPr b="0" i="0" sz="1000" u="none" cap="none" strike="noStrike">
                <a:solidFill>
                  <a:srgbClr val="000000"/>
                </a:solidFill>
                <a:latin typeface="Gill Sans"/>
                <a:ea typeface="Gill Sans"/>
                <a:cs typeface="Gill Sans"/>
                <a:sym typeface="Gill Sans"/>
              </a:defRPr>
            </a:lvl8pPr>
            <a:lvl9pPr indent="0" lvl="8" marL="0" marR="0" rtl="0" algn="r">
              <a:spcBef>
                <a:spcPts val="0"/>
              </a:spcBef>
              <a:buNone/>
              <a:defRPr b="0" i="0" sz="1000" u="none" cap="none" strike="noStrike">
                <a:solidFill>
                  <a:srgbClr val="000000"/>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1 column">
  <p:cSld name="Blank">
    <p:bg>
      <p:bgPr>
        <a:blipFill>
          <a:blip r:embed="rId2">
            <a:alphaModFix amt="0"/>
          </a:blip>
          <a:stretch>
            <a:fillRect/>
          </a:stretch>
        </a:blipFill>
      </p:bgPr>
    </p:bg>
    <p:spTree>
      <p:nvGrpSpPr>
        <p:cNvPr id="101" name="Shape 101"/>
        <p:cNvGrpSpPr/>
        <p:nvPr/>
      </p:nvGrpSpPr>
      <p:grpSpPr>
        <a:xfrm>
          <a:off x="0" y="0"/>
          <a:ext cx="0" cy="0"/>
          <a:chOff x="0" y="0"/>
          <a:chExt cx="0" cy="0"/>
        </a:xfrm>
      </p:grpSpPr>
      <p:pic>
        <p:nvPicPr>
          <p:cNvPr descr="A picture containing graphical user interface&#10;&#10;Description automatically generated" id="102" name="Google Shape;102;p1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03" name="Google Shape;103;p16"/>
          <p:cNvSpPr txBox="1"/>
          <p:nvPr>
            <p:ph idx="12" type="sldNum"/>
          </p:nvPr>
        </p:nvSpPr>
        <p:spPr>
          <a:xfrm>
            <a:off x="8056485" y="4767263"/>
            <a:ext cx="4587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104" name="Google Shape;104;p16"/>
          <p:cNvSpPr txBox="1"/>
          <p:nvPr>
            <p:ph idx="1" type="body"/>
          </p:nvPr>
        </p:nvSpPr>
        <p:spPr>
          <a:xfrm>
            <a:off x="418706" y="1203581"/>
            <a:ext cx="8267700" cy="3446100"/>
          </a:xfrm>
          <a:prstGeom prst="rect">
            <a:avLst/>
          </a:prstGeom>
          <a:noFill/>
          <a:ln>
            <a:noFill/>
          </a:ln>
        </p:spPr>
        <p:txBody>
          <a:bodyPr anchorCtr="0" anchor="t" bIns="34275" lIns="68575" spcFirstLastPara="1" rIns="68575" wrap="square" tIns="34275">
            <a:normAutofit/>
          </a:bodyPr>
          <a:lstStyle>
            <a:lvl1pPr indent="-361950" lvl="0" marL="457200" rtl="0" algn="l">
              <a:lnSpc>
                <a:spcPct val="100000"/>
              </a:lnSpc>
              <a:spcBef>
                <a:spcPts val="800"/>
              </a:spcBef>
              <a:spcAft>
                <a:spcPts val="0"/>
              </a:spcAft>
              <a:buClr>
                <a:srgbClr val="B49823"/>
              </a:buClr>
              <a:buSzPts val="2100"/>
              <a:buFont typeface="Calibri"/>
              <a:buChar char="▪"/>
              <a:defRPr sz="2100">
                <a:solidFill>
                  <a:srgbClr val="7F7F7F"/>
                </a:solidFill>
                <a:latin typeface="Calibri"/>
                <a:ea typeface="Calibri"/>
                <a:cs typeface="Calibri"/>
                <a:sym typeface="Calibri"/>
              </a:defRPr>
            </a:lvl1pPr>
            <a:lvl2pPr indent="-342900" lvl="1" marL="914400" rtl="0" algn="l">
              <a:lnSpc>
                <a:spcPct val="100000"/>
              </a:lnSpc>
              <a:spcBef>
                <a:spcPts val="400"/>
              </a:spcBef>
              <a:spcAft>
                <a:spcPts val="0"/>
              </a:spcAft>
              <a:buClr>
                <a:srgbClr val="B49823"/>
              </a:buClr>
              <a:buSzPts val="1800"/>
              <a:buFont typeface="Calibri"/>
              <a:buChar char="•"/>
              <a:defRPr sz="1800">
                <a:solidFill>
                  <a:srgbClr val="7F7F7F"/>
                </a:solidFill>
                <a:latin typeface="Calibri"/>
                <a:ea typeface="Calibri"/>
                <a:cs typeface="Calibri"/>
                <a:sym typeface="Calibri"/>
              </a:defRPr>
            </a:lvl2pPr>
            <a:lvl3pPr indent="-323850" lvl="2" marL="1371600" rtl="0" algn="l">
              <a:lnSpc>
                <a:spcPct val="100000"/>
              </a:lnSpc>
              <a:spcBef>
                <a:spcPts val="400"/>
              </a:spcBef>
              <a:spcAft>
                <a:spcPts val="0"/>
              </a:spcAft>
              <a:buClr>
                <a:srgbClr val="B49823"/>
              </a:buClr>
              <a:buSzPts val="1500"/>
              <a:buFont typeface="Calibri"/>
              <a:buChar char="▪"/>
              <a:defRPr sz="1500">
                <a:solidFill>
                  <a:srgbClr val="7F7F7F"/>
                </a:solidFill>
                <a:latin typeface="Calibri"/>
                <a:ea typeface="Calibri"/>
                <a:cs typeface="Calibri"/>
                <a:sym typeface="Calibri"/>
              </a:defRPr>
            </a:lvl3pPr>
            <a:lvl4pPr indent="-317500" lvl="3" marL="1828800" rtl="0" algn="l">
              <a:lnSpc>
                <a:spcPct val="100000"/>
              </a:lnSpc>
              <a:spcBef>
                <a:spcPts val="400"/>
              </a:spcBef>
              <a:spcAft>
                <a:spcPts val="0"/>
              </a:spcAft>
              <a:buClr>
                <a:srgbClr val="B49823"/>
              </a:buClr>
              <a:buSzPts val="1400"/>
              <a:buFont typeface="Calibri"/>
              <a:buChar char="•"/>
              <a:defRPr>
                <a:solidFill>
                  <a:srgbClr val="7F7F7F"/>
                </a:solidFill>
                <a:latin typeface="Calibri"/>
                <a:ea typeface="Calibri"/>
                <a:cs typeface="Calibri"/>
                <a:sym typeface="Calibri"/>
              </a:defRPr>
            </a:lvl4pPr>
            <a:lvl5pPr indent="-317500" lvl="4" marL="2286000" rtl="0" algn="l">
              <a:lnSpc>
                <a:spcPct val="100000"/>
              </a:lnSpc>
              <a:spcBef>
                <a:spcPts val="400"/>
              </a:spcBef>
              <a:spcAft>
                <a:spcPts val="0"/>
              </a:spcAft>
              <a:buClr>
                <a:srgbClr val="B49823"/>
              </a:buClr>
              <a:buSzPts val="1400"/>
              <a:buFont typeface="Calibri"/>
              <a:buChar char="▪"/>
              <a:defRPr>
                <a:solidFill>
                  <a:srgbClr val="7F7F7F"/>
                </a:solidFill>
                <a:latin typeface="Calibri"/>
                <a:ea typeface="Calibri"/>
                <a:cs typeface="Calibri"/>
                <a:sym typeface="Calibri"/>
              </a:defRPr>
            </a:lvl5pPr>
            <a:lvl6pPr indent="-317500" lvl="5" marL="2743200" rtl="0" algn="l">
              <a:lnSpc>
                <a:spcPct val="90000"/>
              </a:lnSpc>
              <a:spcBef>
                <a:spcPts val="400"/>
              </a:spcBef>
              <a:spcAft>
                <a:spcPts val="0"/>
              </a:spcAft>
              <a:buClr>
                <a:srgbClr val="B49823"/>
              </a:buClr>
              <a:buSzPts val="1400"/>
              <a:buFont typeface="Calibri"/>
              <a:buChar char="•"/>
              <a:defRPr>
                <a:solidFill>
                  <a:srgbClr val="7F7F7F"/>
                </a:solidFill>
              </a:defRPr>
            </a:lvl6pPr>
            <a:lvl7pPr indent="-317500" lvl="6" marL="3200400" rtl="0" algn="l">
              <a:lnSpc>
                <a:spcPct val="90000"/>
              </a:lnSpc>
              <a:spcBef>
                <a:spcPts val="400"/>
              </a:spcBef>
              <a:spcAft>
                <a:spcPts val="0"/>
              </a:spcAft>
              <a:buClr>
                <a:srgbClr val="B49823"/>
              </a:buClr>
              <a:buSzPts val="1400"/>
              <a:buFont typeface="Calibri"/>
              <a:buChar char="•"/>
              <a:defRPr>
                <a:solidFill>
                  <a:srgbClr val="7F7F7F"/>
                </a:solidFill>
              </a:defRPr>
            </a:lvl7pPr>
            <a:lvl8pPr indent="-317500" lvl="7" marL="3657600" rtl="0" algn="l">
              <a:lnSpc>
                <a:spcPct val="90000"/>
              </a:lnSpc>
              <a:spcBef>
                <a:spcPts val="400"/>
              </a:spcBef>
              <a:spcAft>
                <a:spcPts val="0"/>
              </a:spcAft>
              <a:buClr>
                <a:srgbClr val="B49823"/>
              </a:buClr>
              <a:buSzPts val="1400"/>
              <a:buFont typeface="Calibri"/>
              <a:buChar char="•"/>
              <a:defRPr>
                <a:solidFill>
                  <a:srgbClr val="7F7F7F"/>
                </a:solidFill>
              </a:defRPr>
            </a:lvl8pPr>
            <a:lvl9pPr indent="-317500" lvl="8" marL="4114800" rtl="0" algn="l">
              <a:lnSpc>
                <a:spcPct val="90000"/>
              </a:lnSpc>
              <a:spcBef>
                <a:spcPts val="400"/>
              </a:spcBef>
              <a:spcAft>
                <a:spcPts val="0"/>
              </a:spcAft>
              <a:buClr>
                <a:srgbClr val="B49823"/>
              </a:buClr>
              <a:buSzPts val="1400"/>
              <a:buFont typeface="Calibri"/>
              <a:buChar char="•"/>
              <a:defRPr>
                <a:solidFill>
                  <a:srgbClr val="7F7F7F"/>
                </a:solidFill>
              </a:defRPr>
            </a:lvl9pPr>
          </a:lstStyle>
          <a:p/>
        </p:txBody>
      </p:sp>
      <p:sp>
        <p:nvSpPr>
          <p:cNvPr id="105" name="Google Shape;105;p16"/>
          <p:cNvSpPr txBox="1"/>
          <p:nvPr>
            <p:ph type="title"/>
          </p:nvPr>
        </p:nvSpPr>
        <p:spPr>
          <a:xfrm>
            <a:off x="1590863" y="0"/>
            <a:ext cx="5962200" cy="829800"/>
          </a:xfrm>
          <a:prstGeom prst="rect">
            <a:avLst/>
          </a:prstGeom>
          <a:noFill/>
          <a:ln>
            <a:noFill/>
          </a:ln>
        </p:spPr>
        <p:txBody>
          <a:bodyPr anchorCtr="0" anchor="ctr" bIns="34275" lIns="68575" spcFirstLastPara="1" rIns="68575" wrap="square" tIns="34275">
            <a:normAutofit/>
          </a:bodyPr>
          <a:lstStyle>
            <a:lvl1pPr lvl="0" rtl="0" algn="ctr">
              <a:lnSpc>
                <a:spcPct val="90000"/>
              </a:lnSpc>
              <a:spcBef>
                <a:spcPts val="0"/>
              </a:spcBef>
              <a:spcAft>
                <a:spcPts val="0"/>
              </a:spcAft>
              <a:buSzPts val="2400"/>
              <a:buFont typeface="Calibri"/>
              <a:buNone/>
              <a:defRPr sz="2400">
                <a:latin typeface="Calibri"/>
                <a:ea typeface="Calibri"/>
                <a:cs typeface="Calibri"/>
                <a:sym typeface="Calibri"/>
              </a:defRPr>
            </a:lvl1pPr>
            <a:lvl2pPr lvl="1" rtl="0" algn="ctr">
              <a:lnSpc>
                <a:spcPct val="100000"/>
              </a:lnSpc>
              <a:spcBef>
                <a:spcPts val="0"/>
              </a:spcBef>
              <a:spcAft>
                <a:spcPts val="0"/>
              </a:spcAft>
              <a:buSzPts val="3600"/>
              <a:buNone/>
              <a:defRPr sz="3600"/>
            </a:lvl2pPr>
            <a:lvl3pPr lvl="2" rtl="0" algn="ctr">
              <a:lnSpc>
                <a:spcPct val="100000"/>
              </a:lnSpc>
              <a:spcBef>
                <a:spcPts val="0"/>
              </a:spcBef>
              <a:spcAft>
                <a:spcPts val="0"/>
              </a:spcAft>
              <a:buSzPts val="3600"/>
              <a:buNone/>
              <a:defRPr sz="3600"/>
            </a:lvl3pPr>
            <a:lvl4pPr lvl="3" rtl="0" algn="ctr">
              <a:lnSpc>
                <a:spcPct val="100000"/>
              </a:lnSpc>
              <a:spcBef>
                <a:spcPts val="0"/>
              </a:spcBef>
              <a:spcAft>
                <a:spcPts val="0"/>
              </a:spcAft>
              <a:buSzPts val="3600"/>
              <a:buNone/>
              <a:defRPr sz="3600"/>
            </a:lvl4pPr>
            <a:lvl5pPr lvl="4" rtl="0" algn="ctr">
              <a:lnSpc>
                <a:spcPct val="100000"/>
              </a:lnSpc>
              <a:spcBef>
                <a:spcPts val="0"/>
              </a:spcBef>
              <a:spcAft>
                <a:spcPts val="0"/>
              </a:spcAft>
              <a:buSzPts val="3600"/>
              <a:buNone/>
              <a:defRPr sz="3600"/>
            </a:lvl5pPr>
            <a:lvl6pPr lvl="5" rtl="0" algn="ctr">
              <a:lnSpc>
                <a:spcPct val="100000"/>
              </a:lnSpc>
              <a:spcBef>
                <a:spcPts val="0"/>
              </a:spcBef>
              <a:spcAft>
                <a:spcPts val="0"/>
              </a:spcAft>
              <a:buSzPts val="3600"/>
              <a:buNone/>
              <a:defRPr sz="3600"/>
            </a:lvl6pPr>
            <a:lvl7pPr lvl="6" rtl="0" algn="ctr">
              <a:lnSpc>
                <a:spcPct val="100000"/>
              </a:lnSpc>
              <a:spcBef>
                <a:spcPts val="0"/>
              </a:spcBef>
              <a:spcAft>
                <a:spcPts val="0"/>
              </a:spcAft>
              <a:buSzPts val="3600"/>
              <a:buNone/>
              <a:defRPr sz="3600"/>
            </a:lvl7pPr>
            <a:lvl8pPr lvl="7" rtl="0" algn="ctr">
              <a:lnSpc>
                <a:spcPct val="100000"/>
              </a:lnSpc>
              <a:spcBef>
                <a:spcPts val="0"/>
              </a:spcBef>
              <a:spcAft>
                <a:spcPts val="0"/>
              </a:spcAft>
              <a:buSzPts val="3600"/>
              <a:buNone/>
              <a:defRPr sz="3600"/>
            </a:lvl8pPr>
            <a:lvl9pPr lvl="8" rtl="0" algn="ctr">
              <a:lnSpc>
                <a:spcPct val="100000"/>
              </a:lnSpc>
              <a:spcBef>
                <a:spcPts val="0"/>
              </a:spcBef>
              <a:spcAft>
                <a:spcPts val="0"/>
              </a:spcAft>
              <a:buSzPts val="3600"/>
              <a:buNone/>
              <a:defRPr sz="36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ustom Layout">
  <p:cSld name="6_Custom Layout">
    <p:bg>
      <p:bgPr>
        <a:blipFill>
          <a:blip r:embed="rId2">
            <a:alphaModFix/>
          </a:blip>
          <a:stretch>
            <a:fillRect/>
          </a:stretch>
        </a:blipFill>
      </p:bgPr>
    </p:bg>
    <p:spTree>
      <p:nvGrpSpPr>
        <p:cNvPr id="106" name="Shape 106"/>
        <p:cNvGrpSpPr/>
        <p:nvPr/>
      </p:nvGrpSpPr>
      <p:grpSpPr>
        <a:xfrm>
          <a:off x="0" y="0"/>
          <a:ext cx="0" cy="0"/>
          <a:chOff x="0" y="0"/>
          <a:chExt cx="0" cy="0"/>
        </a:xfrm>
      </p:grpSpPr>
      <p:sp>
        <p:nvSpPr>
          <p:cNvPr id="107" name="Google Shape;107;p17"/>
          <p:cNvSpPr txBox="1"/>
          <p:nvPr>
            <p:ph idx="1" type="body"/>
          </p:nvPr>
        </p:nvSpPr>
        <p:spPr>
          <a:xfrm>
            <a:off x="258842" y="1744191"/>
            <a:ext cx="5793000" cy="1321500"/>
          </a:xfrm>
          <a:prstGeom prst="rect">
            <a:avLst/>
          </a:prstGeom>
          <a:noFill/>
          <a:ln>
            <a:noFill/>
          </a:ln>
        </p:spPr>
        <p:txBody>
          <a:bodyPr anchorCtr="0" anchor="ctr" bIns="45700" lIns="360000" spcFirstLastPara="1" rIns="91425" wrap="square" tIns="45700">
            <a:noAutofit/>
          </a:bodyPr>
          <a:lstStyle>
            <a:lvl1pPr indent="-228600" lvl="0" marL="457200" rtl="0" algn="l">
              <a:spcBef>
                <a:spcPts val="1000"/>
              </a:spcBef>
              <a:spcAft>
                <a:spcPts val="0"/>
              </a:spcAft>
              <a:buClr>
                <a:schemeClr val="lt1"/>
              </a:buClr>
              <a:buSzPts val="4800"/>
              <a:buNone/>
              <a:defRPr b="1" sz="4800">
                <a:solidFill>
                  <a:schemeClr val="lt1"/>
                </a:solidFill>
                <a:latin typeface="Arial"/>
                <a:ea typeface="Arial"/>
                <a:cs typeface="Arial"/>
                <a:sym typeface="Arial"/>
              </a:defRPr>
            </a:lvl1pPr>
            <a:lvl2pPr indent="-228600" lvl="1" marL="914400" rtl="0" algn="ctr">
              <a:spcBef>
                <a:spcPts val="1000"/>
              </a:spcBef>
              <a:spcAft>
                <a:spcPts val="0"/>
              </a:spcAft>
              <a:buClr>
                <a:schemeClr val="lt1"/>
              </a:buClr>
              <a:buSzPts val="4800"/>
              <a:buNone/>
              <a:defRPr sz="4800">
                <a:solidFill>
                  <a:schemeClr val="lt1"/>
                </a:solidFill>
                <a:latin typeface="Helvetica Neue Light"/>
                <a:ea typeface="Helvetica Neue Light"/>
                <a:cs typeface="Helvetica Neue Light"/>
                <a:sym typeface="Helvetica Neue Light"/>
              </a:defRPr>
            </a:lvl2pPr>
            <a:lvl3pPr indent="-228600" lvl="2" marL="1371600" rtl="0" algn="ctr">
              <a:spcBef>
                <a:spcPts val="1000"/>
              </a:spcBef>
              <a:spcAft>
                <a:spcPts val="0"/>
              </a:spcAft>
              <a:buClr>
                <a:schemeClr val="lt1"/>
              </a:buClr>
              <a:buSzPts val="4800"/>
              <a:buNone/>
              <a:defRPr sz="4800">
                <a:solidFill>
                  <a:schemeClr val="lt1"/>
                </a:solidFill>
                <a:latin typeface="Helvetica Neue Light"/>
                <a:ea typeface="Helvetica Neue Light"/>
                <a:cs typeface="Helvetica Neue Light"/>
                <a:sym typeface="Helvetica Neue Light"/>
              </a:defRPr>
            </a:lvl3pPr>
            <a:lvl4pPr indent="-228600" lvl="3" marL="1828800" rtl="0" algn="ctr">
              <a:spcBef>
                <a:spcPts val="1000"/>
              </a:spcBef>
              <a:spcAft>
                <a:spcPts val="0"/>
              </a:spcAft>
              <a:buClr>
                <a:schemeClr val="lt1"/>
              </a:buClr>
              <a:buSzPts val="4800"/>
              <a:buNone/>
              <a:defRPr sz="4800">
                <a:solidFill>
                  <a:schemeClr val="lt1"/>
                </a:solidFill>
                <a:latin typeface="Helvetica Neue Light"/>
                <a:ea typeface="Helvetica Neue Light"/>
                <a:cs typeface="Helvetica Neue Light"/>
                <a:sym typeface="Helvetica Neue Light"/>
              </a:defRPr>
            </a:lvl4pPr>
            <a:lvl5pPr indent="-228600" lvl="4" marL="2286000" rtl="0" algn="ctr">
              <a:spcBef>
                <a:spcPts val="1000"/>
              </a:spcBef>
              <a:spcAft>
                <a:spcPts val="0"/>
              </a:spcAft>
              <a:buClr>
                <a:schemeClr val="lt1"/>
              </a:buClr>
              <a:buSzPts val="4800"/>
              <a:buNone/>
              <a:defRPr sz="4800">
                <a:solidFill>
                  <a:schemeClr val="lt1"/>
                </a:solidFill>
                <a:latin typeface="Helvetica Neue Light"/>
                <a:ea typeface="Helvetica Neue Light"/>
                <a:cs typeface="Helvetica Neue Light"/>
                <a:sym typeface="Helvetica Neue Light"/>
              </a:defRPr>
            </a:lvl5pPr>
            <a:lvl6pPr indent="-342900" lvl="5" marL="2743200" rtl="0" algn="l">
              <a:spcBef>
                <a:spcPts val="400"/>
              </a:spcBef>
              <a:spcAft>
                <a:spcPts val="0"/>
              </a:spcAft>
              <a:buClr>
                <a:schemeClr val="dk1"/>
              </a:buClr>
              <a:buSzPts val="1800"/>
              <a:buChar char="•"/>
              <a:defRPr/>
            </a:lvl6pPr>
            <a:lvl7pPr indent="-342900" lvl="6" marL="3200400" rtl="0" algn="l">
              <a:spcBef>
                <a:spcPts val="400"/>
              </a:spcBef>
              <a:spcAft>
                <a:spcPts val="0"/>
              </a:spcAft>
              <a:buClr>
                <a:schemeClr val="dk1"/>
              </a:buClr>
              <a:buSzPts val="1800"/>
              <a:buChar char="•"/>
              <a:defRPr/>
            </a:lvl7pPr>
            <a:lvl8pPr indent="-342900" lvl="7" marL="3657600" rtl="0" algn="l">
              <a:spcBef>
                <a:spcPts val="400"/>
              </a:spcBef>
              <a:spcAft>
                <a:spcPts val="0"/>
              </a:spcAft>
              <a:buClr>
                <a:schemeClr val="dk1"/>
              </a:buClr>
              <a:buSzPts val="1800"/>
              <a:buChar char="•"/>
              <a:defRPr/>
            </a:lvl8pPr>
            <a:lvl9pPr indent="-342900" lvl="8" marL="4114800" rtl="0" algn="l">
              <a:spcBef>
                <a:spcPts val="400"/>
              </a:spcBef>
              <a:spcAft>
                <a:spcPts val="0"/>
              </a:spcAft>
              <a:buClr>
                <a:schemeClr val="dk1"/>
              </a:buClr>
              <a:buSzPts val="1800"/>
              <a:buChar char="•"/>
              <a:defRPr/>
            </a:lvl9pPr>
          </a:lstStyle>
          <a:p/>
        </p:txBody>
      </p:sp>
      <p:sp>
        <p:nvSpPr>
          <p:cNvPr id="108" name="Google Shape;108;p17"/>
          <p:cNvSpPr txBox="1"/>
          <p:nvPr>
            <p:ph idx="2" type="body"/>
          </p:nvPr>
        </p:nvSpPr>
        <p:spPr>
          <a:xfrm>
            <a:off x="258842" y="3151033"/>
            <a:ext cx="3026100" cy="403200"/>
          </a:xfrm>
          <a:prstGeom prst="rect">
            <a:avLst/>
          </a:prstGeom>
          <a:noFill/>
          <a:ln>
            <a:noFill/>
          </a:ln>
        </p:spPr>
        <p:txBody>
          <a:bodyPr anchorCtr="0" anchor="t" bIns="45700" lIns="360000" spcFirstLastPara="1" rIns="91425" wrap="square" tIns="45700">
            <a:noAutofit/>
          </a:bodyPr>
          <a:lstStyle>
            <a:lvl1pPr indent="-228600" lvl="0" marL="457200" rtl="0" algn="l">
              <a:spcBef>
                <a:spcPts val="400"/>
              </a:spcBef>
              <a:spcAft>
                <a:spcPts val="0"/>
              </a:spcAft>
              <a:buClr>
                <a:schemeClr val="lt1"/>
              </a:buClr>
              <a:buSzPts val="1800"/>
              <a:buNone/>
              <a:defRPr b="1" i="0" sz="1800">
                <a:solidFill>
                  <a:schemeClr val="lt1"/>
                </a:solidFill>
                <a:latin typeface="Arial"/>
                <a:ea typeface="Arial"/>
                <a:cs typeface="Arial"/>
                <a:sym typeface="Arial"/>
              </a:defRPr>
            </a:lvl1pPr>
            <a:lvl2pPr indent="-228600" lvl="1" marL="914400" rtl="0" algn="ctr">
              <a:spcBef>
                <a:spcPts val="1000"/>
              </a:spcBef>
              <a:spcAft>
                <a:spcPts val="0"/>
              </a:spcAft>
              <a:buClr>
                <a:schemeClr val="lt1"/>
              </a:buClr>
              <a:buSzPts val="4800"/>
              <a:buNone/>
              <a:defRPr sz="4800">
                <a:solidFill>
                  <a:schemeClr val="lt1"/>
                </a:solidFill>
                <a:latin typeface="Helvetica Neue Light"/>
                <a:ea typeface="Helvetica Neue Light"/>
                <a:cs typeface="Helvetica Neue Light"/>
                <a:sym typeface="Helvetica Neue Light"/>
              </a:defRPr>
            </a:lvl2pPr>
            <a:lvl3pPr indent="-228600" lvl="2" marL="1371600" rtl="0" algn="ctr">
              <a:spcBef>
                <a:spcPts val="1000"/>
              </a:spcBef>
              <a:spcAft>
                <a:spcPts val="0"/>
              </a:spcAft>
              <a:buClr>
                <a:schemeClr val="lt1"/>
              </a:buClr>
              <a:buSzPts val="4800"/>
              <a:buNone/>
              <a:defRPr sz="4800">
                <a:solidFill>
                  <a:schemeClr val="lt1"/>
                </a:solidFill>
                <a:latin typeface="Helvetica Neue Light"/>
                <a:ea typeface="Helvetica Neue Light"/>
                <a:cs typeface="Helvetica Neue Light"/>
                <a:sym typeface="Helvetica Neue Light"/>
              </a:defRPr>
            </a:lvl3pPr>
            <a:lvl4pPr indent="-228600" lvl="3" marL="1828800" rtl="0" algn="ctr">
              <a:spcBef>
                <a:spcPts val="1000"/>
              </a:spcBef>
              <a:spcAft>
                <a:spcPts val="0"/>
              </a:spcAft>
              <a:buClr>
                <a:schemeClr val="lt1"/>
              </a:buClr>
              <a:buSzPts val="4800"/>
              <a:buNone/>
              <a:defRPr sz="4800">
                <a:solidFill>
                  <a:schemeClr val="lt1"/>
                </a:solidFill>
                <a:latin typeface="Helvetica Neue Light"/>
                <a:ea typeface="Helvetica Neue Light"/>
                <a:cs typeface="Helvetica Neue Light"/>
                <a:sym typeface="Helvetica Neue Light"/>
              </a:defRPr>
            </a:lvl4pPr>
            <a:lvl5pPr indent="-228600" lvl="4" marL="2286000" rtl="0" algn="ctr">
              <a:spcBef>
                <a:spcPts val="1000"/>
              </a:spcBef>
              <a:spcAft>
                <a:spcPts val="0"/>
              </a:spcAft>
              <a:buClr>
                <a:schemeClr val="lt1"/>
              </a:buClr>
              <a:buSzPts val="4800"/>
              <a:buNone/>
              <a:defRPr sz="4800">
                <a:solidFill>
                  <a:schemeClr val="lt1"/>
                </a:solidFill>
                <a:latin typeface="Helvetica Neue Light"/>
                <a:ea typeface="Helvetica Neue Light"/>
                <a:cs typeface="Helvetica Neue Light"/>
                <a:sym typeface="Helvetica Neue Light"/>
              </a:defRPr>
            </a:lvl5pPr>
            <a:lvl6pPr indent="-342900" lvl="5" marL="2743200" rtl="0" algn="l">
              <a:spcBef>
                <a:spcPts val="400"/>
              </a:spcBef>
              <a:spcAft>
                <a:spcPts val="0"/>
              </a:spcAft>
              <a:buClr>
                <a:schemeClr val="dk1"/>
              </a:buClr>
              <a:buSzPts val="1800"/>
              <a:buChar char="•"/>
              <a:defRPr/>
            </a:lvl6pPr>
            <a:lvl7pPr indent="-342900" lvl="6" marL="3200400" rtl="0" algn="l">
              <a:spcBef>
                <a:spcPts val="400"/>
              </a:spcBef>
              <a:spcAft>
                <a:spcPts val="0"/>
              </a:spcAft>
              <a:buClr>
                <a:schemeClr val="dk1"/>
              </a:buClr>
              <a:buSzPts val="1800"/>
              <a:buChar char="•"/>
              <a:defRPr/>
            </a:lvl7pPr>
            <a:lvl8pPr indent="-342900" lvl="7" marL="3657600" rtl="0" algn="l">
              <a:spcBef>
                <a:spcPts val="400"/>
              </a:spcBef>
              <a:spcAft>
                <a:spcPts val="0"/>
              </a:spcAft>
              <a:buClr>
                <a:schemeClr val="dk1"/>
              </a:buClr>
              <a:buSzPts val="1800"/>
              <a:buChar char="•"/>
              <a:defRPr/>
            </a:lvl8pPr>
            <a:lvl9pPr indent="-342900" lvl="8" marL="4114800" rtl="0" algn="l">
              <a:spcBef>
                <a:spcPts val="400"/>
              </a:spcBef>
              <a:spcAft>
                <a:spcPts val="0"/>
              </a:spcAft>
              <a:buClr>
                <a:schemeClr val="dk1"/>
              </a:buClr>
              <a:buSzPts val="1800"/>
              <a:buChar char="•"/>
              <a:defRPr/>
            </a:lvl9pPr>
          </a:lstStyle>
          <a:p/>
        </p:txBody>
      </p:sp>
      <p:sp>
        <p:nvSpPr>
          <p:cNvPr id="109" name="Google Shape;109;p17"/>
          <p:cNvSpPr txBox="1"/>
          <p:nvPr>
            <p:ph idx="3" type="body"/>
          </p:nvPr>
        </p:nvSpPr>
        <p:spPr>
          <a:xfrm>
            <a:off x="262947" y="4470167"/>
            <a:ext cx="2150700" cy="403200"/>
          </a:xfrm>
          <a:prstGeom prst="rect">
            <a:avLst/>
          </a:prstGeom>
          <a:noFill/>
          <a:ln>
            <a:noFill/>
          </a:ln>
        </p:spPr>
        <p:txBody>
          <a:bodyPr anchorCtr="0" anchor="t" bIns="45700" lIns="360000" spcFirstLastPara="1" rIns="91425" wrap="square" tIns="45700">
            <a:noAutofit/>
          </a:bodyPr>
          <a:lstStyle>
            <a:lvl1pPr indent="-228600" lvl="0" marL="457200" rtl="0" algn="l">
              <a:spcBef>
                <a:spcPts val="300"/>
              </a:spcBef>
              <a:spcAft>
                <a:spcPts val="0"/>
              </a:spcAft>
              <a:buClr>
                <a:schemeClr val="lt1"/>
              </a:buClr>
              <a:buSzPts val="1400"/>
              <a:buNone/>
              <a:defRPr b="0" i="0" sz="1400">
                <a:solidFill>
                  <a:schemeClr val="lt1"/>
                </a:solidFill>
                <a:latin typeface="Arial"/>
                <a:ea typeface="Arial"/>
                <a:cs typeface="Arial"/>
                <a:sym typeface="Arial"/>
              </a:defRPr>
            </a:lvl1pPr>
            <a:lvl2pPr indent="-228600" lvl="1" marL="914400" rtl="0" algn="ctr">
              <a:spcBef>
                <a:spcPts val="1000"/>
              </a:spcBef>
              <a:spcAft>
                <a:spcPts val="0"/>
              </a:spcAft>
              <a:buClr>
                <a:schemeClr val="lt1"/>
              </a:buClr>
              <a:buSzPts val="4800"/>
              <a:buNone/>
              <a:defRPr sz="4800">
                <a:solidFill>
                  <a:schemeClr val="lt1"/>
                </a:solidFill>
                <a:latin typeface="Helvetica Neue Light"/>
                <a:ea typeface="Helvetica Neue Light"/>
                <a:cs typeface="Helvetica Neue Light"/>
                <a:sym typeface="Helvetica Neue Light"/>
              </a:defRPr>
            </a:lvl2pPr>
            <a:lvl3pPr indent="-228600" lvl="2" marL="1371600" rtl="0" algn="ctr">
              <a:spcBef>
                <a:spcPts val="1000"/>
              </a:spcBef>
              <a:spcAft>
                <a:spcPts val="0"/>
              </a:spcAft>
              <a:buClr>
                <a:schemeClr val="lt1"/>
              </a:buClr>
              <a:buSzPts val="4800"/>
              <a:buNone/>
              <a:defRPr sz="4800">
                <a:solidFill>
                  <a:schemeClr val="lt1"/>
                </a:solidFill>
                <a:latin typeface="Helvetica Neue Light"/>
                <a:ea typeface="Helvetica Neue Light"/>
                <a:cs typeface="Helvetica Neue Light"/>
                <a:sym typeface="Helvetica Neue Light"/>
              </a:defRPr>
            </a:lvl3pPr>
            <a:lvl4pPr indent="-228600" lvl="3" marL="1828800" rtl="0" algn="ctr">
              <a:spcBef>
                <a:spcPts val="1000"/>
              </a:spcBef>
              <a:spcAft>
                <a:spcPts val="0"/>
              </a:spcAft>
              <a:buClr>
                <a:schemeClr val="lt1"/>
              </a:buClr>
              <a:buSzPts val="4800"/>
              <a:buNone/>
              <a:defRPr sz="4800">
                <a:solidFill>
                  <a:schemeClr val="lt1"/>
                </a:solidFill>
                <a:latin typeface="Helvetica Neue Light"/>
                <a:ea typeface="Helvetica Neue Light"/>
                <a:cs typeface="Helvetica Neue Light"/>
                <a:sym typeface="Helvetica Neue Light"/>
              </a:defRPr>
            </a:lvl4pPr>
            <a:lvl5pPr indent="-228600" lvl="4" marL="2286000" rtl="0" algn="ctr">
              <a:spcBef>
                <a:spcPts val="1000"/>
              </a:spcBef>
              <a:spcAft>
                <a:spcPts val="0"/>
              </a:spcAft>
              <a:buClr>
                <a:schemeClr val="lt1"/>
              </a:buClr>
              <a:buSzPts val="4800"/>
              <a:buNone/>
              <a:defRPr sz="4800">
                <a:solidFill>
                  <a:schemeClr val="lt1"/>
                </a:solidFill>
                <a:latin typeface="Helvetica Neue Light"/>
                <a:ea typeface="Helvetica Neue Light"/>
                <a:cs typeface="Helvetica Neue Light"/>
                <a:sym typeface="Helvetica Neue Light"/>
              </a:defRPr>
            </a:lvl5pPr>
            <a:lvl6pPr indent="-342900" lvl="5" marL="2743200" rtl="0" algn="l">
              <a:spcBef>
                <a:spcPts val="400"/>
              </a:spcBef>
              <a:spcAft>
                <a:spcPts val="0"/>
              </a:spcAft>
              <a:buClr>
                <a:schemeClr val="dk1"/>
              </a:buClr>
              <a:buSzPts val="1800"/>
              <a:buChar char="•"/>
              <a:defRPr/>
            </a:lvl6pPr>
            <a:lvl7pPr indent="-342900" lvl="6" marL="3200400" rtl="0" algn="l">
              <a:spcBef>
                <a:spcPts val="400"/>
              </a:spcBef>
              <a:spcAft>
                <a:spcPts val="0"/>
              </a:spcAft>
              <a:buClr>
                <a:schemeClr val="dk1"/>
              </a:buClr>
              <a:buSzPts val="1800"/>
              <a:buChar char="•"/>
              <a:defRPr/>
            </a:lvl7pPr>
            <a:lvl8pPr indent="-342900" lvl="7" marL="3657600" rtl="0" algn="l">
              <a:spcBef>
                <a:spcPts val="400"/>
              </a:spcBef>
              <a:spcAft>
                <a:spcPts val="0"/>
              </a:spcAft>
              <a:buClr>
                <a:schemeClr val="dk1"/>
              </a:buClr>
              <a:buSzPts val="1800"/>
              <a:buChar char="•"/>
              <a:defRPr/>
            </a:lvl8pPr>
            <a:lvl9pPr indent="-342900" lvl="8" marL="4114800" rtl="0" algn="l">
              <a:spcBef>
                <a:spcPts val="400"/>
              </a:spcBef>
              <a:spcAft>
                <a:spcPts val="0"/>
              </a:spcAft>
              <a:buClr>
                <a:schemeClr val="dk1"/>
              </a:buClr>
              <a:buSzPts val="18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lide">
  <p:cSld name="2_Title Slide_1">
    <p:bg>
      <p:bgPr>
        <a:blipFill>
          <a:blip r:embed="rId2">
            <a:alphaModFix/>
          </a:blip>
          <a:stretch>
            <a:fillRect/>
          </a:stretch>
        </a:blipFill>
      </p:bgPr>
    </p:bg>
    <p:spTree>
      <p:nvGrpSpPr>
        <p:cNvPr id="110" name="Shape 110"/>
        <p:cNvGrpSpPr/>
        <p:nvPr/>
      </p:nvGrpSpPr>
      <p:grpSpPr>
        <a:xfrm>
          <a:off x="0" y="0"/>
          <a:ext cx="0" cy="0"/>
          <a:chOff x="0" y="0"/>
          <a:chExt cx="0" cy="0"/>
        </a:xfrm>
      </p:grpSpPr>
      <p:pic>
        <p:nvPicPr>
          <p:cNvPr id="111" name="Google Shape;111;p18"/>
          <p:cNvPicPr preferRelativeResize="0"/>
          <p:nvPr/>
        </p:nvPicPr>
        <p:blipFill rotWithShape="1">
          <a:blip r:embed="rId3">
            <a:alphaModFix/>
          </a:blip>
          <a:srcRect b="0" l="0" r="0" t="0"/>
          <a:stretch/>
        </p:blipFill>
        <p:spPr>
          <a:xfrm>
            <a:off x="6029873" y="4670683"/>
            <a:ext cx="2796281" cy="157855"/>
          </a:xfrm>
          <a:prstGeom prst="rect">
            <a:avLst/>
          </a:prstGeom>
          <a:noFill/>
          <a:ln>
            <a:noFill/>
          </a:ln>
        </p:spPr>
      </p:pic>
      <p:pic>
        <p:nvPicPr>
          <p:cNvPr descr="A black and white text&#10;&#10;Description automatically generated" id="112" name="Google Shape;112;p18"/>
          <p:cNvPicPr preferRelativeResize="0"/>
          <p:nvPr/>
        </p:nvPicPr>
        <p:blipFill rotWithShape="1">
          <a:blip r:embed="rId4">
            <a:alphaModFix/>
          </a:blip>
          <a:srcRect b="16097" l="58826" r="15205" t="69117"/>
          <a:stretch/>
        </p:blipFill>
        <p:spPr>
          <a:xfrm>
            <a:off x="317627" y="4666767"/>
            <a:ext cx="585599" cy="161773"/>
          </a:xfrm>
          <a:prstGeom prst="rect">
            <a:avLst/>
          </a:prstGeom>
          <a:noFill/>
          <a:ln>
            <a:noFill/>
          </a:ln>
        </p:spPr>
      </p:pic>
      <p:sp>
        <p:nvSpPr>
          <p:cNvPr id="113" name="Google Shape;113;p18"/>
          <p:cNvSpPr txBox="1"/>
          <p:nvPr>
            <p:ph type="title"/>
          </p:nvPr>
        </p:nvSpPr>
        <p:spPr>
          <a:xfrm>
            <a:off x="628634" y="986884"/>
            <a:ext cx="7886400" cy="3169800"/>
          </a:xfrm>
          <a:prstGeom prst="rect">
            <a:avLst/>
          </a:prstGeom>
          <a:noFill/>
          <a:ln>
            <a:noFill/>
          </a:ln>
        </p:spPr>
        <p:txBody>
          <a:bodyPr anchorCtr="0" anchor="ctr" bIns="34275" lIns="68575" spcFirstLastPara="1" rIns="68575" wrap="square" tIns="34275">
            <a:noAutofit/>
          </a:bodyPr>
          <a:lstStyle>
            <a:lvl1pPr lvl="0" marR="0" rtl="0" algn="ctr">
              <a:lnSpc>
                <a:spcPct val="90000"/>
              </a:lnSpc>
              <a:spcBef>
                <a:spcPts val="0"/>
              </a:spcBef>
              <a:spcAft>
                <a:spcPts val="0"/>
              </a:spcAft>
              <a:buClr>
                <a:schemeClr val="lt1"/>
              </a:buClr>
              <a:buSzPts val="3300"/>
              <a:buFont typeface="Arial"/>
              <a:buNone/>
              <a:defRPr b="1" i="0" sz="33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Custom Layout">
  <p:cSld name="8_Custom Layout">
    <p:bg>
      <p:bgPr>
        <a:blipFill>
          <a:blip r:embed="rId2">
            <a:alphaModFix/>
          </a:blip>
          <a:stretch>
            <a:fillRect/>
          </a:stretch>
        </a:blipFill>
      </p:bgPr>
    </p:bg>
    <p:spTree>
      <p:nvGrpSpPr>
        <p:cNvPr id="114" name="Shape 114"/>
        <p:cNvGrpSpPr/>
        <p:nvPr/>
      </p:nvGrpSpPr>
      <p:grpSpPr>
        <a:xfrm>
          <a:off x="0" y="0"/>
          <a:ext cx="0" cy="0"/>
          <a:chOff x="0" y="0"/>
          <a:chExt cx="0" cy="0"/>
        </a:xfrm>
      </p:grpSpPr>
      <p:sp>
        <p:nvSpPr>
          <p:cNvPr id="115" name="Google Shape;115;p19"/>
          <p:cNvSpPr txBox="1"/>
          <p:nvPr>
            <p:ph type="title"/>
          </p:nvPr>
        </p:nvSpPr>
        <p:spPr>
          <a:xfrm>
            <a:off x="296897" y="40417"/>
            <a:ext cx="8389800" cy="490500"/>
          </a:xfrm>
          <a:prstGeom prst="rect">
            <a:avLst/>
          </a:prstGeom>
          <a:noFill/>
          <a:ln>
            <a:noFill/>
          </a:ln>
        </p:spPr>
        <p:txBody>
          <a:bodyPr anchorCtr="0" anchor="ctr" bIns="45700" lIns="91425" spcFirstLastPara="1" rIns="91425" wrap="square" tIns="45700">
            <a:normAutofit/>
          </a:bodyPr>
          <a:lstStyle>
            <a:lvl1pPr lvl="0" rtl="0" algn="l">
              <a:spcBef>
                <a:spcPts val="0"/>
              </a:spcBef>
              <a:spcAft>
                <a:spcPts val="0"/>
              </a:spcAft>
              <a:buClr>
                <a:schemeClr val="lt1"/>
              </a:buClr>
              <a:buSzPts val="2800"/>
              <a:buFont typeface="Arial"/>
              <a:buNone/>
              <a:defRPr sz="2800">
                <a:solidFill>
                  <a:schemeClr val="lt1"/>
                </a:solidFill>
                <a:latin typeface="Arial"/>
                <a:ea typeface="Arial"/>
                <a:cs typeface="Arial"/>
                <a:sym typeface="Arial"/>
              </a:defRPr>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116" name="Google Shape;116;p19"/>
          <p:cNvSpPr txBox="1"/>
          <p:nvPr>
            <p:ph idx="1" type="body"/>
          </p:nvPr>
        </p:nvSpPr>
        <p:spPr>
          <a:xfrm>
            <a:off x="355601" y="885371"/>
            <a:ext cx="7376400" cy="3297900"/>
          </a:xfrm>
          <a:prstGeom prst="rect">
            <a:avLst/>
          </a:prstGeom>
          <a:noFill/>
          <a:ln>
            <a:noFill/>
          </a:ln>
        </p:spPr>
        <p:txBody>
          <a:bodyPr anchorCtr="0" anchor="t" bIns="45700" lIns="91425" spcFirstLastPara="1" rIns="91425" wrap="square" tIns="45700">
            <a:normAutofit/>
          </a:bodyPr>
          <a:lstStyle>
            <a:lvl1pPr indent="-406400" lvl="0" marL="457200" rtl="0" algn="l">
              <a:spcBef>
                <a:spcPts val="500"/>
              </a:spcBef>
              <a:spcAft>
                <a:spcPts val="0"/>
              </a:spcAft>
              <a:buClr>
                <a:srgbClr val="BFBFBF"/>
              </a:buClr>
              <a:buSzPts val="2800"/>
              <a:buChar char="•"/>
              <a:defRPr sz="2800">
                <a:latin typeface="Arial"/>
                <a:ea typeface="Arial"/>
                <a:cs typeface="Arial"/>
                <a:sym typeface="Arial"/>
              </a:defRPr>
            </a:lvl1pPr>
            <a:lvl2pPr indent="-381000" lvl="1" marL="914400" rtl="0" algn="l">
              <a:spcBef>
                <a:spcPts val="500"/>
              </a:spcBef>
              <a:spcAft>
                <a:spcPts val="0"/>
              </a:spcAft>
              <a:buClr>
                <a:srgbClr val="BFBFBF"/>
              </a:buClr>
              <a:buSzPts val="2400"/>
              <a:buChar char="–"/>
              <a:defRPr sz="2400">
                <a:latin typeface="Arial"/>
                <a:ea typeface="Arial"/>
                <a:cs typeface="Arial"/>
                <a:sym typeface="Arial"/>
              </a:defRPr>
            </a:lvl2pPr>
            <a:lvl3pPr indent="-355600" lvl="2" marL="1371600" rtl="0" algn="l">
              <a:spcBef>
                <a:spcPts val="400"/>
              </a:spcBef>
              <a:spcAft>
                <a:spcPts val="0"/>
              </a:spcAft>
              <a:buClr>
                <a:srgbClr val="BFBFBF"/>
              </a:buClr>
              <a:buSzPts val="2000"/>
              <a:buChar char="•"/>
              <a:defRPr sz="2000">
                <a:latin typeface="Arial"/>
                <a:ea typeface="Arial"/>
                <a:cs typeface="Arial"/>
                <a:sym typeface="Arial"/>
              </a:defRPr>
            </a:lvl3pPr>
            <a:lvl4pPr indent="-355600" lvl="3" marL="1828800" rtl="0" algn="l">
              <a:spcBef>
                <a:spcPts val="400"/>
              </a:spcBef>
              <a:spcAft>
                <a:spcPts val="0"/>
              </a:spcAft>
              <a:buClr>
                <a:srgbClr val="BFBFBF"/>
              </a:buClr>
              <a:buSzPts val="2000"/>
              <a:buChar char="–"/>
              <a:defRPr>
                <a:latin typeface="Arial"/>
                <a:ea typeface="Arial"/>
                <a:cs typeface="Arial"/>
                <a:sym typeface="Arial"/>
              </a:defRPr>
            </a:lvl4pPr>
            <a:lvl5pPr indent="-355600" lvl="4" marL="2286000" rtl="0" algn="l">
              <a:spcBef>
                <a:spcPts val="400"/>
              </a:spcBef>
              <a:spcAft>
                <a:spcPts val="0"/>
              </a:spcAft>
              <a:buClr>
                <a:srgbClr val="BFBFBF"/>
              </a:buClr>
              <a:buSzPts val="2000"/>
              <a:buChar char="»"/>
              <a:defRPr>
                <a:latin typeface="Arial"/>
                <a:ea typeface="Arial"/>
                <a:cs typeface="Arial"/>
                <a:sym typeface="Arial"/>
              </a:defRPr>
            </a:lvl5pPr>
            <a:lvl6pPr indent="-342900" lvl="5" marL="2743200" rtl="0" algn="l">
              <a:spcBef>
                <a:spcPts val="400"/>
              </a:spcBef>
              <a:spcAft>
                <a:spcPts val="0"/>
              </a:spcAft>
              <a:buClr>
                <a:schemeClr val="dk1"/>
              </a:buClr>
              <a:buSzPts val="1800"/>
              <a:buChar char="•"/>
              <a:defRPr/>
            </a:lvl6pPr>
            <a:lvl7pPr indent="-342900" lvl="6" marL="3200400" rtl="0" algn="l">
              <a:spcBef>
                <a:spcPts val="400"/>
              </a:spcBef>
              <a:spcAft>
                <a:spcPts val="0"/>
              </a:spcAft>
              <a:buClr>
                <a:schemeClr val="dk1"/>
              </a:buClr>
              <a:buSzPts val="1800"/>
              <a:buChar char="•"/>
              <a:defRPr/>
            </a:lvl7pPr>
            <a:lvl8pPr indent="-342900" lvl="7" marL="3657600" rtl="0" algn="l">
              <a:spcBef>
                <a:spcPts val="400"/>
              </a:spcBef>
              <a:spcAft>
                <a:spcPts val="0"/>
              </a:spcAft>
              <a:buClr>
                <a:schemeClr val="dk1"/>
              </a:buClr>
              <a:buSzPts val="1800"/>
              <a:buChar char="•"/>
              <a:defRPr/>
            </a:lvl8pPr>
            <a:lvl9pPr indent="-342900" lvl="8" marL="4114800" rtl="0" algn="l">
              <a:spcBef>
                <a:spcPts val="400"/>
              </a:spcBef>
              <a:spcAft>
                <a:spcPts val="0"/>
              </a:spcAft>
              <a:buClr>
                <a:schemeClr val="dk1"/>
              </a:buClr>
              <a:buSzPts val="1800"/>
              <a:buChar char="•"/>
              <a:defRPr/>
            </a:lvl9pPr>
          </a:lstStyle>
          <a:p/>
        </p:txBody>
      </p:sp>
      <p:sp>
        <p:nvSpPr>
          <p:cNvPr id="117" name="Google Shape;117;p19"/>
          <p:cNvSpPr/>
          <p:nvPr/>
        </p:nvSpPr>
        <p:spPr>
          <a:xfrm>
            <a:off x="-2" y="4946754"/>
            <a:ext cx="9144000" cy="1968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8" name="Google Shape;118;p19"/>
          <p:cNvSpPr txBox="1"/>
          <p:nvPr/>
        </p:nvSpPr>
        <p:spPr>
          <a:xfrm>
            <a:off x="8375257" y="4911195"/>
            <a:ext cx="631200" cy="255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lt1"/>
              </a:buClr>
              <a:buSzPts val="1000"/>
              <a:buFont typeface="Arial"/>
              <a:buNone/>
            </a:pPr>
            <a:r>
              <a:rPr b="1" i="0" lang="en" sz="1000" u="none" cap="none" strike="noStrike">
                <a:solidFill>
                  <a:schemeClr val="lt1"/>
                </a:solidFill>
                <a:latin typeface="Arial"/>
                <a:ea typeface="Arial"/>
                <a:cs typeface="Arial"/>
                <a:sym typeface="Arial"/>
              </a:rPr>
              <a:t>#ASWF</a:t>
            </a:r>
            <a:endParaRPr sz="140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bg>
      <p:bgPr>
        <a:blipFill>
          <a:blip r:embed="rId2">
            <a:alphaModFix/>
          </a:blip>
          <a:stretch>
            <a:fillRect/>
          </a:stretch>
        </a:blipFill>
      </p:bgPr>
    </p:bg>
    <p:spTree>
      <p:nvGrpSpPr>
        <p:cNvPr id="119" name="Shape 119"/>
        <p:cNvGrpSpPr/>
        <p:nvPr/>
      </p:nvGrpSpPr>
      <p:grpSpPr>
        <a:xfrm>
          <a:off x="0" y="0"/>
          <a:ext cx="0" cy="0"/>
          <a:chOff x="0" y="0"/>
          <a:chExt cx="0" cy="0"/>
        </a:xfrm>
      </p:grpSpPr>
      <p:sp>
        <p:nvSpPr>
          <p:cNvPr id="120" name="Google Shape;120;p20"/>
          <p:cNvSpPr txBox="1"/>
          <p:nvPr>
            <p:ph idx="1" type="body"/>
          </p:nvPr>
        </p:nvSpPr>
        <p:spPr>
          <a:xfrm>
            <a:off x="3867992" y="2093372"/>
            <a:ext cx="5006400" cy="1270500"/>
          </a:xfrm>
          <a:prstGeom prst="rect">
            <a:avLst/>
          </a:prstGeom>
          <a:noFill/>
          <a:ln>
            <a:noFill/>
          </a:ln>
        </p:spPr>
        <p:txBody>
          <a:bodyPr anchorCtr="0" anchor="ctr" bIns="45700" lIns="360000" spcFirstLastPara="1" rIns="91425" wrap="square" tIns="45700">
            <a:noAutofit/>
          </a:bodyPr>
          <a:lstStyle>
            <a:lvl1pPr indent="-228600" lvl="0" marL="457200" rtl="0" algn="l">
              <a:spcBef>
                <a:spcPts val="800"/>
              </a:spcBef>
              <a:spcAft>
                <a:spcPts val="0"/>
              </a:spcAft>
              <a:buClr>
                <a:schemeClr val="lt1"/>
              </a:buClr>
              <a:buSzPts val="3800"/>
              <a:buNone/>
              <a:defRPr b="1" sz="3800">
                <a:solidFill>
                  <a:schemeClr val="lt1"/>
                </a:solidFill>
                <a:latin typeface="Arial"/>
                <a:ea typeface="Arial"/>
                <a:cs typeface="Arial"/>
                <a:sym typeface="Arial"/>
              </a:defRPr>
            </a:lvl1pPr>
            <a:lvl2pPr indent="-228600" lvl="1" marL="914400" rtl="0" algn="ctr">
              <a:spcBef>
                <a:spcPts val="1000"/>
              </a:spcBef>
              <a:spcAft>
                <a:spcPts val="0"/>
              </a:spcAft>
              <a:buClr>
                <a:schemeClr val="lt1"/>
              </a:buClr>
              <a:buSzPts val="4800"/>
              <a:buNone/>
              <a:defRPr sz="4800">
                <a:solidFill>
                  <a:schemeClr val="lt1"/>
                </a:solidFill>
                <a:latin typeface="Helvetica Neue Light"/>
                <a:ea typeface="Helvetica Neue Light"/>
                <a:cs typeface="Helvetica Neue Light"/>
                <a:sym typeface="Helvetica Neue Light"/>
              </a:defRPr>
            </a:lvl2pPr>
            <a:lvl3pPr indent="-228600" lvl="2" marL="1371600" rtl="0" algn="ctr">
              <a:spcBef>
                <a:spcPts val="1000"/>
              </a:spcBef>
              <a:spcAft>
                <a:spcPts val="0"/>
              </a:spcAft>
              <a:buClr>
                <a:schemeClr val="lt1"/>
              </a:buClr>
              <a:buSzPts val="4800"/>
              <a:buNone/>
              <a:defRPr sz="4800">
                <a:solidFill>
                  <a:schemeClr val="lt1"/>
                </a:solidFill>
                <a:latin typeface="Helvetica Neue Light"/>
                <a:ea typeface="Helvetica Neue Light"/>
                <a:cs typeface="Helvetica Neue Light"/>
                <a:sym typeface="Helvetica Neue Light"/>
              </a:defRPr>
            </a:lvl3pPr>
            <a:lvl4pPr indent="-228600" lvl="3" marL="1828800" rtl="0" algn="ctr">
              <a:spcBef>
                <a:spcPts val="1000"/>
              </a:spcBef>
              <a:spcAft>
                <a:spcPts val="0"/>
              </a:spcAft>
              <a:buClr>
                <a:schemeClr val="lt1"/>
              </a:buClr>
              <a:buSzPts val="4800"/>
              <a:buNone/>
              <a:defRPr sz="4800">
                <a:solidFill>
                  <a:schemeClr val="lt1"/>
                </a:solidFill>
                <a:latin typeface="Helvetica Neue Light"/>
                <a:ea typeface="Helvetica Neue Light"/>
                <a:cs typeface="Helvetica Neue Light"/>
                <a:sym typeface="Helvetica Neue Light"/>
              </a:defRPr>
            </a:lvl4pPr>
            <a:lvl5pPr indent="-228600" lvl="4" marL="2286000" rtl="0" algn="ctr">
              <a:spcBef>
                <a:spcPts val="1000"/>
              </a:spcBef>
              <a:spcAft>
                <a:spcPts val="0"/>
              </a:spcAft>
              <a:buClr>
                <a:schemeClr val="lt1"/>
              </a:buClr>
              <a:buSzPts val="4800"/>
              <a:buNone/>
              <a:defRPr sz="4800">
                <a:solidFill>
                  <a:schemeClr val="lt1"/>
                </a:solidFill>
                <a:latin typeface="Helvetica Neue Light"/>
                <a:ea typeface="Helvetica Neue Light"/>
                <a:cs typeface="Helvetica Neue Light"/>
                <a:sym typeface="Helvetica Neue Light"/>
              </a:defRPr>
            </a:lvl5pPr>
            <a:lvl6pPr indent="-342900" lvl="5" marL="2743200" rtl="0" algn="l">
              <a:spcBef>
                <a:spcPts val="400"/>
              </a:spcBef>
              <a:spcAft>
                <a:spcPts val="0"/>
              </a:spcAft>
              <a:buClr>
                <a:schemeClr val="dk1"/>
              </a:buClr>
              <a:buSzPts val="1800"/>
              <a:buChar char="•"/>
              <a:defRPr/>
            </a:lvl6pPr>
            <a:lvl7pPr indent="-342900" lvl="6" marL="3200400" rtl="0" algn="l">
              <a:spcBef>
                <a:spcPts val="400"/>
              </a:spcBef>
              <a:spcAft>
                <a:spcPts val="0"/>
              </a:spcAft>
              <a:buClr>
                <a:schemeClr val="dk1"/>
              </a:buClr>
              <a:buSzPts val="1800"/>
              <a:buChar char="•"/>
              <a:defRPr/>
            </a:lvl7pPr>
            <a:lvl8pPr indent="-342900" lvl="7" marL="3657600" rtl="0" algn="l">
              <a:spcBef>
                <a:spcPts val="400"/>
              </a:spcBef>
              <a:spcAft>
                <a:spcPts val="0"/>
              </a:spcAft>
              <a:buClr>
                <a:schemeClr val="dk1"/>
              </a:buClr>
              <a:buSzPts val="1800"/>
              <a:buChar char="•"/>
              <a:defRPr/>
            </a:lvl8pPr>
            <a:lvl9pPr indent="-342900" lvl="8" marL="4114800" rtl="0" algn="l">
              <a:spcBef>
                <a:spcPts val="400"/>
              </a:spcBef>
              <a:spcAft>
                <a:spcPts val="0"/>
              </a:spcAft>
              <a:buClr>
                <a:schemeClr val="dk1"/>
              </a:buClr>
              <a:buSzPts val="18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Dark 1">
  <p:cSld name="TITLE_3">
    <p:bg>
      <p:bgPr>
        <a:gradFill>
          <a:gsLst>
            <a:gs pos="0">
              <a:srgbClr val="42B0FF"/>
            </a:gs>
            <a:gs pos="100000">
              <a:srgbClr val="076EB8"/>
            </a:gs>
          </a:gsLst>
          <a:lin ang="13500032" scaled="0"/>
        </a:gradFill>
      </p:bgPr>
    </p:bg>
    <p:spTree>
      <p:nvGrpSpPr>
        <p:cNvPr id="121" name="Shape 121"/>
        <p:cNvGrpSpPr/>
        <p:nvPr/>
      </p:nvGrpSpPr>
      <p:grpSpPr>
        <a:xfrm>
          <a:off x="0" y="0"/>
          <a:ext cx="0" cy="0"/>
          <a:chOff x="0" y="0"/>
          <a:chExt cx="0" cy="0"/>
        </a:xfrm>
      </p:grpSpPr>
      <p:sp>
        <p:nvSpPr>
          <p:cNvPr id="122" name="Google Shape;122;p21"/>
          <p:cNvSpPr txBox="1"/>
          <p:nvPr>
            <p:ph type="ctrTitle"/>
          </p:nvPr>
        </p:nvSpPr>
        <p:spPr>
          <a:xfrm>
            <a:off x="598100" y="1226378"/>
            <a:ext cx="5533500" cy="18945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4200"/>
              <a:buNone/>
              <a:defRPr sz="4200">
                <a:solidFill>
                  <a:schemeClr val="lt1"/>
                </a:solidFill>
              </a:defRPr>
            </a:lvl1pPr>
            <a:lvl2pPr lvl="1" rtl="0" algn="l">
              <a:lnSpc>
                <a:spcPct val="100000"/>
              </a:lnSpc>
              <a:spcBef>
                <a:spcPts val="0"/>
              </a:spcBef>
              <a:spcAft>
                <a:spcPts val="0"/>
              </a:spcAft>
              <a:buClr>
                <a:schemeClr val="lt1"/>
              </a:buClr>
              <a:buSzPts val="4200"/>
              <a:buNone/>
              <a:defRPr sz="4200">
                <a:solidFill>
                  <a:schemeClr val="lt1"/>
                </a:solidFill>
              </a:defRPr>
            </a:lvl2pPr>
            <a:lvl3pPr lvl="2" rtl="0" algn="l">
              <a:lnSpc>
                <a:spcPct val="100000"/>
              </a:lnSpc>
              <a:spcBef>
                <a:spcPts val="0"/>
              </a:spcBef>
              <a:spcAft>
                <a:spcPts val="0"/>
              </a:spcAft>
              <a:buClr>
                <a:schemeClr val="lt1"/>
              </a:buClr>
              <a:buSzPts val="4200"/>
              <a:buNone/>
              <a:defRPr sz="4200">
                <a:solidFill>
                  <a:schemeClr val="lt1"/>
                </a:solidFill>
              </a:defRPr>
            </a:lvl3pPr>
            <a:lvl4pPr lvl="3" rtl="0" algn="l">
              <a:lnSpc>
                <a:spcPct val="100000"/>
              </a:lnSpc>
              <a:spcBef>
                <a:spcPts val="0"/>
              </a:spcBef>
              <a:spcAft>
                <a:spcPts val="0"/>
              </a:spcAft>
              <a:buClr>
                <a:schemeClr val="lt1"/>
              </a:buClr>
              <a:buSzPts val="4200"/>
              <a:buNone/>
              <a:defRPr sz="4200">
                <a:solidFill>
                  <a:schemeClr val="lt1"/>
                </a:solidFill>
              </a:defRPr>
            </a:lvl4pPr>
            <a:lvl5pPr lvl="4" rtl="0" algn="l">
              <a:lnSpc>
                <a:spcPct val="100000"/>
              </a:lnSpc>
              <a:spcBef>
                <a:spcPts val="0"/>
              </a:spcBef>
              <a:spcAft>
                <a:spcPts val="0"/>
              </a:spcAft>
              <a:buClr>
                <a:schemeClr val="lt1"/>
              </a:buClr>
              <a:buSzPts val="4200"/>
              <a:buNone/>
              <a:defRPr sz="4200">
                <a:solidFill>
                  <a:schemeClr val="lt1"/>
                </a:solidFill>
              </a:defRPr>
            </a:lvl5pPr>
            <a:lvl6pPr lvl="5" rtl="0" algn="l">
              <a:lnSpc>
                <a:spcPct val="100000"/>
              </a:lnSpc>
              <a:spcBef>
                <a:spcPts val="0"/>
              </a:spcBef>
              <a:spcAft>
                <a:spcPts val="0"/>
              </a:spcAft>
              <a:buClr>
                <a:schemeClr val="lt1"/>
              </a:buClr>
              <a:buSzPts val="4200"/>
              <a:buNone/>
              <a:defRPr sz="4200">
                <a:solidFill>
                  <a:schemeClr val="lt1"/>
                </a:solidFill>
              </a:defRPr>
            </a:lvl6pPr>
            <a:lvl7pPr lvl="6" rtl="0" algn="l">
              <a:lnSpc>
                <a:spcPct val="100000"/>
              </a:lnSpc>
              <a:spcBef>
                <a:spcPts val="0"/>
              </a:spcBef>
              <a:spcAft>
                <a:spcPts val="0"/>
              </a:spcAft>
              <a:buClr>
                <a:schemeClr val="lt1"/>
              </a:buClr>
              <a:buSzPts val="4200"/>
              <a:buNone/>
              <a:defRPr sz="4200">
                <a:solidFill>
                  <a:schemeClr val="lt1"/>
                </a:solidFill>
              </a:defRPr>
            </a:lvl7pPr>
            <a:lvl8pPr lvl="7" rtl="0" algn="l">
              <a:lnSpc>
                <a:spcPct val="100000"/>
              </a:lnSpc>
              <a:spcBef>
                <a:spcPts val="0"/>
              </a:spcBef>
              <a:spcAft>
                <a:spcPts val="0"/>
              </a:spcAft>
              <a:buClr>
                <a:schemeClr val="lt1"/>
              </a:buClr>
              <a:buSzPts val="4200"/>
              <a:buNone/>
              <a:defRPr sz="4200">
                <a:solidFill>
                  <a:schemeClr val="lt1"/>
                </a:solidFill>
              </a:defRPr>
            </a:lvl8pPr>
            <a:lvl9pPr lvl="8" rtl="0" algn="l">
              <a:lnSpc>
                <a:spcPct val="100000"/>
              </a:lnSpc>
              <a:spcBef>
                <a:spcPts val="0"/>
              </a:spcBef>
              <a:spcAft>
                <a:spcPts val="0"/>
              </a:spcAft>
              <a:buClr>
                <a:schemeClr val="lt1"/>
              </a:buClr>
              <a:buSzPts val="4200"/>
              <a:buNone/>
              <a:defRPr sz="4200">
                <a:solidFill>
                  <a:schemeClr val="lt1"/>
                </a:solidFill>
              </a:defRPr>
            </a:lvl9pPr>
          </a:lstStyle>
          <a:p/>
        </p:txBody>
      </p:sp>
      <p:sp>
        <p:nvSpPr>
          <p:cNvPr id="123" name="Google Shape;123;p21"/>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2100"/>
              <a:buNone/>
              <a:defRPr sz="2100">
                <a:solidFill>
                  <a:schemeClr val="lt1"/>
                </a:solidFill>
              </a:defRPr>
            </a:lvl1pPr>
            <a:lvl2pPr lvl="1" rtl="0" algn="l">
              <a:lnSpc>
                <a:spcPct val="100000"/>
              </a:lnSpc>
              <a:spcBef>
                <a:spcPts val="0"/>
              </a:spcBef>
              <a:spcAft>
                <a:spcPts val="0"/>
              </a:spcAft>
              <a:buClr>
                <a:schemeClr val="lt1"/>
              </a:buClr>
              <a:buSzPts val="2100"/>
              <a:buNone/>
              <a:defRPr sz="2100">
                <a:solidFill>
                  <a:schemeClr val="lt1"/>
                </a:solidFill>
              </a:defRPr>
            </a:lvl2pPr>
            <a:lvl3pPr lvl="2" rtl="0" algn="l">
              <a:lnSpc>
                <a:spcPct val="100000"/>
              </a:lnSpc>
              <a:spcBef>
                <a:spcPts val="0"/>
              </a:spcBef>
              <a:spcAft>
                <a:spcPts val="0"/>
              </a:spcAft>
              <a:buClr>
                <a:schemeClr val="lt1"/>
              </a:buClr>
              <a:buSzPts val="2100"/>
              <a:buNone/>
              <a:defRPr sz="2100">
                <a:solidFill>
                  <a:schemeClr val="lt1"/>
                </a:solidFill>
              </a:defRPr>
            </a:lvl3pPr>
            <a:lvl4pPr lvl="3" rtl="0" algn="l">
              <a:lnSpc>
                <a:spcPct val="100000"/>
              </a:lnSpc>
              <a:spcBef>
                <a:spcPts val="0"/>
              </a:spcBef>
              <a:spcAft>
                <a:spcPts val="0"/>
              </a:spcAft>
              <a:buClr>
                <a:schemeClr val="lt1"/>
              </a:buClr>
              <a:buSzPts val="2100"/>
              <a:buNone/>
              <a:defRPr sz="2100">
                <a:solidFill>
                  <a:schemeClr val="lt1"/>
                </a:solidFill>
              </a:defRPr>
            </a:lvl4pPr>
            <a:lvl5pPr lvl="4" rtl="0" algn="l">
              <a:lnSpc>
                <a:spcPct val="100000"/>
              </a:lnSpc>
              <a:spcBef>
                <a:spcPts val="0"/>
              </a:spcBef>
              <a:spcAft>
                <a:spcPts val="0"/>
              </a:spcAft>
              <a:buClr>
                <a:schemeClr val="lt1"/>
              </a:buClr>
              <a:buSzPts val="2100"/>
              <a:buNone/>
              <a:defRPr sz="2100">
                <a:solidFill>
                  <a:schemeClr val="lt1"/>
                </a:solidFill>
              </a:defRPr>
            </a:lvl5pPr>
            <a:lvl6pPr lvl="5" rtl="0" algn="l">
              <a:lnSpc>
                <a:spcPct val="100000"/>
              </a:lnSpc>
              <a:spcBef>
                <a:spcPts val="0"/>
              </a:spcBef>
              <a:spcAft>
                <a:spcPts val="0"/>
              </a:spcAft>
              <a:buClr>
                <a:schemeClr val="lt1"/>
              </a:buClr>
              <a:buSzPts val="2100"/>
              <a:buNone/>
              <a:defRPr sz="2100">
                <a:solidFill>
                  <a:schemeClr val="lt1"/>
                </a:solidFill>
              </a:defRPr>
            </a:lvl6pPr>
            <a:lvl7pPr lvl="6" rtl="0" algn="l">
              <a:lnSpc>
                <a:spcPct val="100000"/>
              </a:lnSpc>
              <a:spcBef>
                <a:spcPts val="0"/>
              </a:spcBef>
              <a:spcAft>
                <a:spcPts val="0"/>
              </a:spcAft>
              <a:buClr>
                <a:schemeClr val="lt1"/>
              </a:buClr>
              <a:buSzPts val="2100"/>
              <a:buNone/>
              <a:defRPr sz="2100">
                <a:solidFill>
                  <a:schemeClr val="lt1"/>
                </a:solidFill>
              </a:defRPr>
            </a:lvl7pPr>
            <a:lvl8pPr lvl="7" rtl="0" algn="l">
              <a:lnSpc>
                <a:spcPct val="100000"/>
              </a:lnSpc>
              <a:spcBef>
                <a:spcPts val="0"/>
              </a:spcBef>
              <a:spcAft>
                <a:spcPts val="0"/>
              </a:spcAft>
              <a:buClr>
                <a:schemeClr val="lt1"/>
              </a:buClr>
              <a:buSzPts val="2100"/>
              <a:buNone/>
              <a:defRPr sz="2100">
                <a:solidFill>
                  <a:schemeClr val="lt1"/>
                </a:solidFill>
              </a:defRPr>
            </a:lvl8pPr>
            <a:lvl9pPr lvl="8" rtl="0" algn="l">
              <a:lnSpc>
                <a:spcPct val="100000"/>
              </a:lnSpc>
              <a:spcBef>
                <a:spcPts val="0"/>
              </a:spcBef>
              <a:spcAft>
                <a:spcPts val="0"/>
              </a:spcAft>
              <a:buClr>
                <a:schemeClr val="lt1"/>
              </a:buClr>
              <a:buSzPts val="2100"/>
              <a:buNone/>
              <a:defRPr sz="2100">
                <a:solidFill>
                  <a:schemeClr val="lt1"/>
                </a:solidFill>
              </a:defRPr>
            </a:lvl9pPr>
          </a:lstStyle>
          <a:p/>
        </p:txBody>
      </p:sp>
      <p:pic>
        <p:nvPicPr>
          <p:cNvPr id="124" name="Google Shape;124;p21"/>
          <p:cNvPicPr preferRelativeResize="0"/>
          <p:nvPr/>
        </p:nvPicPr>
        <p:blipFill rotWithShape="1">
          <a:blip r:embed="rId2">
            <a:alphaModFix/>
          </a:blip>
          <a:srcRect b="0" l="0" r="0" t="0"/>
          <a:stretch/>
        </p:blipFill>
        <p:spPr>
          <a:xfrm rot="5400000">
            <a:off x="8312352" y="4301684"/>
            <a:ext cx="844843" cy="838800"/>
          </a:xfrm>
          <a:prstGeom prst="rect">
            <a:avLst/>
          </a:prstGeom>
          <a:noFill/>
          <a:ln>
            <a:noFill/>
          </a:ln>
        </p:spPr>
      </p:pic>
      <p:sp>
        <p:nvSpPr>
          <p:cNvPr id="125" name="Google Shape;125;p2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126" name="Google Shape;126;p21"/>
          <p:cNvSpPr/>
          <p:nvPr/>
        </p:nvSpPr>
        <p:spPr>
          <a:xfrm>
            <a:off x="8208900" y="0"/>
            <a:ext cx="935100" cy="9351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7" name="Google Shape;127;p21"/>
          <p:cNvPicPr preferRelativeResize="0"/>
          <p:nvPr/>
        </p:nvPicPr>
        <p:blipFill rotWithShape="1">
          <a:blip r:embed="rId3">
            <a:alphaModFix/>
          </a:blip>
          <a:srcRect b="0" l="0" r="0" t="0"/>
          <a:stretch/>
        </p:blipFill>
        <p:spPr>
          <a:xfrm>
            <a:off x="7273800" y="3350"/>
            <a:ext cx="935100" cy="928411"/>
          </a:xfrm>
          <a:prstGeom prst="rect">
            <a:avLst/>
          </a:prstGeom>
          <a:noFill/>
          <a:ln>
            <a:noFill/>
          </a:ln>
        </p:spPr>
      </p:pic>
      <p:pic>
        <p:nvPicPr>
          <p:cNvPr id="128" name="Google Shape;128;p21"/>
          <p:cNvPicPr preferRelativeResize="0"/>
          <p:nvPr/>
        </p:nvPicPr>
        <p:blipFill>
          <a:blip r:embed="rId4">
            <a:alphaModFix/>
          </a:blip>
          <a:stretch>
            <a:fillRect/>
          </a:stretch>
        </p:blipFill>
        <p:spPr>
          <a:xfrm>
            <a:off x="705581" y="4235025"/>
            <a:ext cx="2575105" cy="3936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Dark 2">
  <p:cSld name="TITLE_2">
    <p:bg>
      <p:bgPr>
        <a:solidFill>
          <a:schemeClr val="accent1"/>
        </a:solidFill>
      </p:bgPr>
    </p:bg>
    <p:spTree>
      <p:nvGrpSpPr>
        <p:cNvPr id="129" name="Shape 129"/>
        <p:cNvGrpSpPr/>
        <p:nvPr/>
      </p:nvGrpSpPr>
      <p:grpSpPr>
        <a:xfrm>
          <a:off x="0" y="0"/>
          <a:ext cx="0" cy="0"/>
          <a:chOff x="0" y="0"/>
          <a:chExt cx="0" cy="0"/>
        </a:xfrm>
      </p:grpSpPr>
      <p:sp>
        <p:nvSpPr>
          <p:cNvPr id="130" name="Google Shape;130;p22"/>
          <p:cNvSpPr txBox="1"/>
          <p:nvPr>
            <p:ph type="ctrTitle"/>
          </p:nvPr>
        </p:nvSpPr>
        <p:spPr>
          <a:xfrm>
            <a:off x="598100" y="1226378"/>
            <a:ext cx="5533500" cy="18945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4200"/>
              <a:buNone/>
              <a:defRPr sz="4200">
                <a:solidFill>
                  <a:schemeClr val="lt1"/>
                </a:solidFill>
              </a:defRPr>
            </a:lvl1pPr>
            <a:lvl2pPr lvl="1" rtl="0" algn="l">
              <a:lnSpc>
                <a:spcPct val="100000"/>
              </a:lnSpc>
              <a:spcBef>
                <a:spcPts val="0"/>
              </a:spcBef>
              <a:spcAft>
                <a:spcPts val="0"/>
              </a:spcAft>
              <a:buClr>
                <a:schemeClr val="lt1"/>
              </a:buClr>
              <a:buSzPts val="4200"/>
              <a:buNone/>
              <a:defRPr sz="4200">
                <a:solidFill>
                  <a:schemeClr val="lt1"/>
                </a:solidFill>
              </a:defRPr>
            </a:lvl2pPr>
            <a:lvl3pPr lvl="2" rtl="0" algn="l">
              <a:lnSpc>
                <a:spcPct val="100000"/>
              </a:lnSpc>
              <a:spcBef>
                <a:spcPts val="0"/>
              </a:spcBef>
              <a:spcAft>
                <a:spcPts val="0"/>
              </a:spcAft>
              <a:buClr>
                <a:schemeClr val="lt1"/>
              </a:buClr>
              <a:buSzPts val="4200"/>
              <a:buNone/>
              <a:defRPr sz="4200">
                <a:solidFill>
                  <a:schemeClr val="lt1"/>
                </a:solidFill>
              </a:defRPr>
            </a:lvl3pPr>
            <a:lvl4pPr lvl="3" rtl="0" algn="l">
              <a:lnSpc>
                <a:spcPct val="100000"/>
              </a:lnSpc>
              <a:spcBef>
                <a:spcPts val="0"/>
              </a:spcBef>
              <a:spcAft>
                <a:spcPts val="0"/>
              </a:spcAft>
              <a:buClr>
                <a:schemeClr val="lt1"/>
              </a:buClr>
              <a:buSzPts val="4200"/>
              <a:buNone/>
              <a:defRPr sz="4200">
                <a:solidFill>
                  <a:schemeClr val="lt1"/>
                </a:solidFill>
              </a:defRPr>
            </a:lvl4pPr>
            <a:lvl5pPr lvl="4" rtl="0" algn="l">
              <a:lnSpc>
                <a:spcPct val="100000"/>
              </a:lnSpc>
              <a:spcBef>
                <a:spcPts val="0"/>
              </a:spcBef>
              <a:spcAft>
                <a:spcPts val="0"/>
              </a:spcAft>
              <a:buClr>
                <a:schemeClr val="lt1"/>
              </a:buClr>
              <a:buSzPts val="4200"/>
              <a:buNone/>
              <a:defRPr sz="4200">
                <a:solidFill>
                  <a:schemeClr val="lt1"/>
                </a:solidFill>
              </a:defRPr>
            </a:lvl5pPr>
            <a:lvl6pPr lvl="5" rtl="0" algn="l">
              <a:lnSpc>
                <a:spcPct val="100000"/>
              </a:lnSpc>
              <a:spcBef>
                <a:spcPts val="0"/>
              </a:spcBef>
              <a:spcAft>
                <a:spcPts val="0"/>
              </a:spcAft>
              <a:buClr>
                <a:schemeClr val="lt1"/>
              </a:buClr>
              <a:buSzPts val="4200"/>
              <a:buNone/>
              <a:defRPr sz="4200">
                <a:solidFill>
                  <a:schemeClr val="lt1"/>
                </a:solidFill>
              </a:defRPr>
            </a:lvl6pPr>
            <a:lvl7pPr lvl="6" rtl="0" algn="l">
              <a:lnSpc>
                <a:spcPct val="100000"/>
              </a:lnSpc>
              <a:spcBef>
                <a:spcPts val="0"/>
              </a:spcBef>
              <a:spcAft>
                <a:spcPts val="0"/>
              </a:spcAft>
              <a:buClr>
                <a:schemeClr val="lt1"/>
              </a:buClr>
              <a:buSzPts val="4200"/>
              <a:buNone/>
              <a:defRPr sz="4200">
                <a:solidFill>
                  <a:schemeClr val="lt1"/>
                </a:solidFill>
              </a:defRPr>
            </a:lvl7pPr>
            <a:lvl8pPr lvl="7" rtl="0" algn="l">
              <a:lnSpc>
                <a:spcPct val="100000"/>
              </a:lnSpc>
              <a:spcBef>
                <a:spcPts val="0"/>
              </a:spcBef>
              <a:spcAft>
                <a:spcPts val="0"/>
              </a:spcAft>
              <a:buClr>
                <a:schemeClr val="lt1"/>
              </a:buClr>
              <a:buSzPts val="4200"/>
              <a:buNone/>
              <a:defRPr sz="4200">
                <a:solidFill>
                  <a:schemeClr val="lt1"/>
                </a:solidFill>
              </a:defRPr>
            </a:lvl8pPr>
            <a:lvl9pPr lvl="8" rtl="0" algn="l">
              <a:lnSpc>
                <a:spcPct val="100000"/>
              </a:lnSpc>
              <a:spcBef>
                <a:spcPts val="0"/>
              </a:spcBef>
              <a:spcAft>
                <a:spcPts val="0"/>
              </a:spcAft>
              <a:buClr>
                <a:schemeClr val="lt1"/>
              </a:buClr>
              <a:buSzPts val="4200"/>
              <a:buNone/>
              <a:defRPr sz="4200">
                <a:solidFill>
                  <a:schemeClr val="lt1"/>
                </a:solidFill>
              </a:defRPr>
            </a:lvl9pPr>
          </a:lstStyle>
          <a:p/>
        </p:txBody>
      </p:sp>
      <p:sp>
        <p:nvSpPr>
          <p:cNvPr id="131" name="Google Shape;131;p22"/>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2100"/>
              <a:buNone/>
              <a:defRPr sz="2100">
                <a:solidFill>
                  <a:schemeClr val="lt1"/>
                </a:solidFill>
              </a:defRPr>
            </a:lvl1pPr>
            <a:lvl2pPr lvl="1" rtl="0" algn="l">
              <a:lnSpc>
                <a:spcPct val="100000"/>
              </a:lnSpc>
              <a:spcBef>
                <a:spcPts val="0"/>
              </a:spcBef>
              <a:spcAft>
                <a:spcPts val="0"/>
              </a:spcAft>
              <a:buClr>
                <a:schemeClr val="lt1"/>
              </a:buClr>
              <a:buSzPts val="2100"/>
              <a:buNone/>
              <a:defRPr sz="2100">
                <a:solidFill>
                  <a:schemeClr val="lt1"/>
                </a:solidFill>
              </a:defRPr>
            </a:lvl2pPr>
            <a:lvl3pPr lvl="2" rtl="0" algn="l">
              <a:lnSpc>
                <a:spcPct val="100000"/>
              </a:lnSpc>
              <a:spcBef>
                <a:spcPts val="0"/>
              </a:spcBef>
              <a:spcAft>
                <a:spcPts val="0"/>
              </a:spcAft>
              <a:buClr>
                <a:schemeClr val="lt1"/>
              </a:buClr>
              <a:buSzPts val="2100"/>
              <a:buNone/>
              <a:defRPr sz="2100">
                <a:solidFill>
                  <a:schemeClr val="lt1"/>
                </a:solidFill>
              </a:defRPr>
            </a:lvl3pPr>
            <a:lvl4pPr lvl="3" rtl="0" algn="l">
              <a:lnSpc>
                <a:spcPct val="100000"/>
              </a:lnSpc>
              <a:spcBef>
                <a:spcPts val="0"/>
              </a:spcBef>
              <a:spcAft>
                <a:spcPts val="0"/>
              </a:spcAft>
              <a:buClr>
                <a:schemeClr val="lt1"/>
              </a:buClr>
              <a:buSzPts val="2100"/>
              <a:buNone/>
              <a:defRPr sz="2100">
                <a:solidFill>
                  <a:schemeClr val="lt1"/>
                </a:solidFill>
              </a:defRPr>
            </a:lvl4pPr>
            <a:lvl5pPr lvl="4" rtl="0" algn="l">
              <a:lnSpc>
                <a:spcPct val="100000"/>
              </a:lnSpc>
              <a:spcBef>
                <a:spcPts val="0"/>
              </a:spcBef>
              <a:spcAft>
                <a:spcPts val="0"/>
              </a:spcAft>
              <a:buClr>
                <a:schemeClr val="lt1"/>
              </a:buClr>
              <a:buSzPts val="2100"/>
              <a:buNone/>
              <a:defRPr sz="2100">
                <a:solidFill>
                  <a:schemeClr val="lt1"/>
                </a:solidFill>
              </a:defRPr>
            </a:lvl5pPr>
            <a:lvl6pPr lvl="5" rtl="0" algn="l">
              <a:lnSpc>
                <a:spcPct val="100000"/>
              </a:lnSpc>
              <a:spcBef>
                <a:spcPts val="0"/>
              </a:spcBef>
              <a:spcAft>
                <a:spcPts val="0"/>
              </a:spcAft>
              <a:buClr>
                <a:schemeClr val="lt1"/>
              </a:buClr>
              <a:buSzPts val="2100"/>
              <a:buNone/>
              <a:defRPr sz="2100">
                <a:solidFill>
                  <a:schemeClr val="lt1"/>
                </a:solidFill>
              </a:defRPr>
            </a:lvl6pPr>
            <a:lvl7pPr lvl="6" rtl="0" algn="l">
              <a:lnSpc>
                <a:spcPct val="100000"/>
              </a:lnSpc>
              <a:spcBef>
                <a:spcPts val="0"/>
              </a:spcBef>
              <a:spcAft>
                <a:spcPts val="0"/>
              </a:spcAft>
              <a:buClr>
                <a:schemeClr val="lt1"/>
              </a:buClr>
              <a:buSzPts val="2100"/>
              <a:buNone/>
              <a:defRPr sz="2100">
                <a:solidFill>
                  <a:schemeClr val="lt1"/>
                </a:solidFill>
              </a:defRPr>
            </a:lvl7pPr>
            <a:lvl8pPr lvl="7" rtl="0" algn="l">
              <a:lnSpc>
                <a:spcPct val="100000"/>
              </a:lnSpc>
              <a:spcBef>
                <a:spcPts val="0"/>
              </a:spcBef>
              <a:spcAft>
                <a:spcPts val="0"/>
              </a:spcAft>
              <a:buClr>
                <a:schemeClr val="lt1"/>
              </a:buClr>
              <a:buSzPts val="2100"/>
              <a:buNone/>
              <a:defRPr sz="2100">
                <a:solidFill>
                  <a:schemeClr val="lt1"/>
                </a:solidFill>
              </a:defRPr>
            </a:lvl8pPr>
            <a:lvl9pPr lvl="8" rtl="0" algn="l">
              <a:lnSpc>
                <a:spcPct val="100000"/>
              </a:lnSpc>
              <a:spcBef>
                <a:spcPts val="0"/>
              </a:spcBef>
              <a:spcAft>
                <a:spcPts val="0"/>
              </a:spcAft>
              <a:buClr>
                <a:schemeClr val="lt1"/>
              </a:buClr>
              <a:buSzPts val="2100"/>
              <a:buNone/>
              <a:defRPr sz="2100">
                <a:solidFill>
                  <a:schemeClr val="lt1"/>
                </a:solidFill>
              </a:defRPr>
            </a:lvl9pPr>
          </a:lstStyle>
          <a:p/>
        </p:txBody>
      </p:sp>
      <p:pic>
        <p:nvPicPr>
          <p:cNvPr id="132" name="Google Shape;132;p22"/>
          <p:cNvPicPr preferRelativeResize="0"/>
          <p:nvPr/>
        </p:nvPicPr>
        <p:blipFill rotWithShape="1">
          <a:blip r:embed="rId2">
            <a:alphaModFix/>
          </a:blip>
          <a:srcRect b="0" l="0" r="0" t="0"/>
          <a:stretch/>
        </p:blipFill>
        <p:spPr>
          <a:xfrm rot="5400000">
            <a:off x="8312352" y="4301684"/>
            <a:ext cx="844843" cy="838800"/>
          </a:xfrm>
          <a:prstGeom prst="rect">
            <a:avLst/>
          </a:prstGeom>
          <a:noFill/>
          <a:ln>
            <a:noFill/>
          </a:ln>
        </p:spPr>
      </p:pic>
      <p:sp>
        <p:nvSpPr>
          <p:cNvPr id="133" name="Google Shape;133;p22"/>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134" name="Google Shape;134;p22"/>
          <p:cNvSpPr/>
          <p:nvPr/>
        </p:nvSpPr>
        <p:spPr>
          <a:xfrm>
            <a:off x="8128803" y="-9"/>
            <a:ext cx="1015200" cy="1015200"/>
          </a:xfrm>
          <a:prstGeom prst="rect">
            <a:avLst/>
          </a:prstGeom>
          <a:solidFill>
            <a:srgbClr val="5B1D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22"/>
          <p:cNvSpPr/>
          <p:nvPr/>
        </p:nvSpPr>
        <p:spPr>
          <a:xfrm rot="10800000">
            <a:off x="8128789" y="1015350"/>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6" name="Google Shape;136;p22"/>
          <p:cNvPicPr preferRelativeResize="0"/>
          <p:nvPr/>
        </p:nvPicPr>
        <p:blipFill>
          <a:blip r:embed="rId3">
            <a:alphaModFix/>
          </a:blip>
          <a:stretch>
            <a:fillRect/>
          </a:stretch>
        </p:blipFill>
        <p:spPr>
          <a:xfrm>
            <a:off x="705581" y="4235025"/>
            <a:ext cx="2575105" cy="3936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7" name="Shape 137"/>
        <p:cNvGrpSpPr/>
        <p:nvPr/>
      </p:nvGrpSpPr>
      <p:grpSpPr>
        <a:xfrm>
          <a:off x="0" y="0"/>
          <a:ext cx="0" cy="0"/>
          <a:chOff x="0" y="0"/>
          <a:chExt cx="0" cy="0"/>
        </a:xfrm>
      </p:grpSpPr>
      <p:sp>
        <p:nvSpPr>
          <p:cNvPr id="138" name="Google Shape;138;p23"/>
          <p:cNvSpPr/>
          <p:nvPr/>
        </p:nvSpPr>
        <p:spPr>
          <a:xfrm>
            <a:off x="8432941" y="4431167"/>
            <a:ext cx="724200" cy="724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23"/>
          <p:cNvSpPr/>
          <p:nvPr/>
        </p:nvSpPr>
        <p:spPr>
          <a:xfrm rot="10800000">
            <a:off x="7701526" y="4431200"/>
            <a:ext cx="731400" cy="7305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23"/>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3000"/>
              <a:buNone/>
              <a:defRPr/>
            </a:lvl1pPr>
            <a:lvl2pPr lvl="1" rtl="0" algn="l">
              <a:lnSpc>
                <a:spcPct val="100000"/>
              </a:lnSpc>
              <a:spcBef>
                <a:spcPts val="0"/>
              </a:spcBef>
              <a:spcAft>
                <a:spcPts val="0"/>
              </a:spcAft>
              <a:buSzPts val="3000"/>
              <a:buNone/>
              <a:defRPr/>
            </a:lvl2pPr>
            <a:lvl3pPr lvl="2" rtl="0" algn="l">
              <a:lnSpc>
                <a:spcPct val="100000"/>
              </a:lnSpc>
              <a:spcBef>
                <a:spcPts val="0"/>
              </a:spcBef>
              <a:spcAft>
                <a:spcPts val="0"/>
              </a:spcAft>
              <a:buSzPts val="3000"/>
              <a:buNone/>
              <a:defRPr/>
            </a:lvl3pPr>
            <a:lvl4pPr lvl="3" rtl="0" algn="l">
              <a:lnSpc>
                <a:spcPct val="100000"/>
              </a:lnSpc>
              <a:spcBef>
                <a:spcPts val="0"/>
              </a:spcBef>
              <a:spcAft>
                <a:spcPts val="0"/>
              </a:spcAft>
              <a:buSzPts val="3000"/>
              <a:buNone/>
              <a:defRPr/>
            </a:lvl4pPr>
            <a:lvl5pPr lvl="4" rtl="0" algn="l">
              <a:lnSpc>
                <a:spcPct val="100000"/>
              </a:lnSpc>
              <a:spcBef>
                <a:spcPts val="0"/>
              </a:spcBef>
              <a:spcAft>
                <a:spcPts val="0"/>
              </a:spcAft>
              <a:buSzPts val="3000"/>
              <a:buNone/>
              <a:defRPr/>
            </a:lvl5pPr>
            <a:lvl6pPr lvl="5" rtl="0" algn="l">
              <a:lnSpc>
                <a:spcPct val="100000"/>
              </a:lnSpc>
              <a:spcBef>
                <a:spcPts val="0"/>
              </a:spcBef>
              <a:spcAft>
                <a:spcPts val="0"/>
              </a:spcAft>
              <a:buSzPts val="3000"/>
              <a:buNone/>
              <a:defRPr/>
            </a:lvl6pPr>
            <a:lvl7pPr lvl="6" rtl="0" algn="l">
              <a:lnSpc>
                <a:spcPct val="100000"/>
              </a:lnSpc>
              <a:spcBef>
                <a:spcPts val="0"/>
              </a:spcBef>
              <a:spcAft>
                <a:spcPts val="0"/>
              </a:spcAft>
              <a:buSzPts val="3000"/>
              <a:buNone/>
              <a:defRPr/>
            </a:lvl7pPr>
            <a:lvl8pPr lvl="7" rtl="0" algn="l">
              <a:lnSpc>
                <a:spcPct val="100000"/>
              </a:lnSpc>
              <a:spcBef>
                <a:spcPts val="0"/>
              </a:spcBef>
              <a:spcAft>
                <a:spcPts val="0"/>
              </a:spcAft>
              <a:buSzPts val="3000"/>
              <a:buNone/>
              <a:defRPr/>
            </a:lvl8pPr>
            <a:lvl9pPr lvl="8" rtl="0" algn="l">
              <a:lnSpc>
                <a:spcPct val="100000"/>
              </a:lnSpc>
              <a:spcBef>
                <a:spcPts val="0"/>
              </a:spcBef>
              <a:spcAft>
                <a:spcPts val="0"/>
              </a:spcAft>
              <a:buSzPts val="3000"/>
              <a:buNone/>
              <a:defRPr/>
            </a:lvl9pPr>
          </a:lstStyle>
          <a:p/>
        </p:txBody>
      </p:sp>
      <p:sp>
        <p:nvSpPr>
          <p:cNvPr id="141" name="Google Shape;141;p23"/>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142" name="Google Shape;142;p23"/>
          <p:cNvSpPr/>
          <p:nvPr/>
        </p:nvSpPr>
        <p:spPr>
          <a:xfrm>
            <a:off x="8418600" y="0"/>
            <a:ext cx="725400" cy="7254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23"/>
          <p:cNvSpPr txBox="1"/>
          <p:nvPr>
            <p:ph idx="1" type="body"/>
          </p:nvPr>
        </p:nvSpPr>
        <p:spPr>
          <a:xfrm>
            <a:off x="280350" y="1266450"/>
            <a:ext cx="8520600" cy="3339000"/>
          </a:xfrm>
          <a:prstGeom prst="rect">
            <a:avLst/>
          </a:prstGeom>
          <a:noFill/>
          <a:ln>
            <a:noFill/>
          </a:ln>
        </p:spPr>
        <p:txBody>
          <a:bodyPr anchorCtr="0" anchor="t" bIns="91425" lIns="91425" spcFirstLastPara="1" rIns="91425" wrap="square" tIns="91425">
            <a:norm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pic>
        <p:nvPicPr>
          <p:cNvPr id="144" name="Google Shape;144;p23"/>
          <p:cNvPicPr preferRelativeResize="0"/>
          <p:nvPr/>
        </p:nvPicPr>
        <p:blipFill>
          <a:blip r:embed="rId2">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FESS Overview">
  <p:cSld name="SECTION_TITLE_AND_DESCRIPTION_1">
    <p:spTree>
      <p:nvGrpSpPr>
        <p:cNvPr id="145" name="Shape 145"/>
        <p:cNvGrpSpPr/>
        <p:nvPr/>
      </p:nvGrpSpPr>
      <p:grpSpPr>
        <a:xfrm>
          <a:off x="0" y="0"/>
          <a:ext cx="0" cy="0"/>
          <a:chOff x="0" y="0"/>
          <a:chExt cx="0" cy="0"/>
        </a:xfrm>
      </p:grpSpPr>
      <p:sp>
        <p:nvSpPr>
          <p:cNvPr id="146" name="Google Shape;146;p24"/>
          <p:cNvSpPr/>
          <p:nvPr/>
        </p:nvSpPr>
        <p:spPr>
          <a:xfrm>
            <a:off x="4572000" y="-175"/>
            <a:ext cx="45720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24"/>
          <p:cNvSpPr txBox="1"/>
          <p:nvPr>
            <p:ph idx="1"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rtl="0" algn="l">
              <a:lnSpc>
                <a:spcPct val="115000"/>
              </a:lnSpc>
              <a:spcBef>
                <a:spcPts val="0"/>
              </a:spcBef>
              <a:spcAft>
                <a:spcPts val="0"/>
              </a:spcAft>
              <a:buClr>
                <a:schemeClr val="lt1"/>
              </a:buClr>
              <a:buSzPts val="1800"/>
              <a:buChar char="●"/>
              <a:defRPr>
                <a:solidFill>
                  <a:schemeClr val="lt1"/>
                </a:solidFill>
              </a:defRPr>
            </a:lvl1pPr>
            <a:lvl2pPr indent="-317500" lvl="1" marL="914400" rtl="0" algn="l">
              <a:lnSpc>
                <a:spcPct val="115000"/>
              </a:lnSpc>
              <a:spcBef>
                <a:spcPts val="0"/>
              </a:spcBef>
              <a:spcAft>
                <a:spcPts val="0"/>
              </a:spcAft>
              <a:buClr>
                <a:schemeClr val="lt1"/>
              </a:buClr>
              <a:buSzPts val="1400"/>
              <a:buChar char="○"/>
              <a:defRPr>
                <a:solidFill>
                  <a:schemeClr val="lt1"/>
                </a:solidFill>
              </a:defRPr>
            </a:lvl2pPr>
            <a:lvl3pPr indent="-317500" lvl="2" marL="1371600" rtl="0" algn="l">
              <a:lnSpc>
                <a:spcPct val="115000"/>
              </a:lnSpc>
              <a:spcBef>
                <a:spcPts val="0"/>
              </a:spcBef>
              <a:spcAft>
                <a:spcPts val="0"/>
              </a:spcAft>
              <a:buClr>
                <a:schemeClr val="lt1"/>
              </a:buClr>
              <a:buSzPts val="1400"/>
              <a:buChar char="■"/>
              <a:defRPr>
                <a:solidFill>
                  <a:schemeClr val="lt1"/>
                </a:solidFill>
              </a:defRPr>
            </a:lvl3pPr>
            <a:lvl4pPr indent="-317500" lvl="3" marL="1828800" rtl="0" algn="l">
              <a:lnSpc>
                <a:spcPct val="115000"/>
              </a:lnSpc>
              <a:spcBef>
                <a:spcPts val="0"/>
              </a:spcBef>
              <a:spcAft>
                <a:spcPts val="0"/>
              </a:spcAft>
              <a:buClr>
                <a:schemeClr val="lt1"/>
              </a:buClr>
              <a:buSzPts val="1400"/>
              <a:buChar char="●"/>
              <a:defRPr>
                <a:solidFill>
                  <a:schemeClr val="lt1"/>
                </a:solidFill>
              </a:defRPr>
            </a:lvl4pPr>
            <a:lvl5pPr indent="-317500" lvl="4" marL="2286000" rtl="0" algn="l">
              <a:lnSpc>
                <a:spcPct val="115000"/>
              </a:lnSpc>
              <a:spcBef>
                <a:spcPts val="0"/>
              </a:spcBef>
              <a:spcAft>
                <a:spcPts val="0"/>
              </a:spcAft>
              <a:buClr>
                <a:schemeClr val="lt1"/>
              </a:buClr>
              <a:buSzPts val="1400"/>
              <a:buChar char="○"/>
              <a:defRPr>
                <a:solidFill>
                  <a:schemeClr val="lt1"/>
                </a:solidFill>
              </a:defRPr>
            </a:lvl5pPr>
            <a:lvl6pPr indent="-317500" lvl="5" marL="2743200" rtl="0" algn="l">
              <a:lnSpc>
                <a:spcPct val="115000"/>
              </a:lnSpc>
              <a:spcBef>
                <a:spcPts val="0"/>
              </a:spcBef>
              <a:spcAft>
                <a:spcPts val="0"/>
              </a:spcAft>
              <a:buClr>
                <a:schemeClr val="lt1"/>
              </a:buClr>
              <a:buSzPts val="1400"/>
              <a:buChar char="■"/>
              <a:defRPr>
                <a:solidFill>
                  <a:schemeClr val="lt1"/>
                </a:solidFill>
              </a:defRPr>
            </a:lvl6pPr>
            <a:lvl7pPr indent="-317500" lvl="6" marL="3200400" rtl="0" algn="l">
              <a:lnSpc>
                <a:spcPct val="115000"/>
              </a:lnSpc>
              <a:spcBef>
                <a:spcPts val="0"/>
              </a:spcBef>
              <a:spcAft>
                <a:spcPts val="0"/>
              </a:spcAft>
              <a:buClr>
                <a:schemeClr val="lt1"/>
              </a:buClr>
              <a:buSzPts val="1400"/>
              <a:buChar char="●"/>
              <a:defRPr>
                <a:solidFill>
                  <a:schemeClr val="lt1"/>
                </a:solidFill>
              </a:defRPr>
            </a:lvl7pPr>
            <a:lvl8pPr indent="-317500" lvl="7" marL="3657600" rtl="0" algn="l">
              <a:lnSpc>
                <a:spcPct val="115000"/>
              </a:lnSpc>
              <a:spcBef>
                <a:spcPts val="0"/>
              </a:spcBef>
              <a:spcAft>
                <a:spcPts val="0"/>
              </a:spcAft>
              <a:buClr>
                <a:schemeClr val="lt1"/>
              </a:buClr>
              <a:buSzPts val="1400"/>
              <a:buChar char="○"/>
              <a:defRPr>
                <a:solidFill>
                  <a:schemeClr val="lt1"/>
                </a:solidFill>
              </a:defRPr>
            </a:lvl8pPr>
            <a:lvl9pPr indent="-317500" lvl="8" marL="4114800" rtl="0" algn="l">
              <a:lnSpc>
                <a:spcPct val="115000"/>
              </a:lnSpc>
              <a:spcBef>
                <a:spcPts val="0"/>
              </a:spcBef>
              <a:spcAft>
                <a:spcPts val="0"/>
              </a:spcAft>
              <a:buClr>
                <a:schemeClr val="lt1"/>
              </a:buClr>
              <a:buSzPts val="1400"/>
              <a:buChar char="■"/>
              <a:defRPr>
                <a:solidFill>
                  <a:schemeClr val="lt1"/>
                </a:solidFill>
              </a:defRPr>
            </a:lvl9pPr>
          </a:lstStyle>
          <a:p/>
        </p:txBody>
      </p:sp>
      <p:sp>
        <p:nvSpPr>
          <p:cNvPr id="148" name="Google Shape;148;p24"/>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149" name="Google Shape;149;p24"/>
          <p:cNvPicPr preferRelativeResize="0"/>
          <p:nvPr/>
        </p:nvPicPr>
        <p:blipFill rotWithShape="1">
          <a:blip r:embed="rId2">
            <a:alphaModFix/>
          </a:blip>
          <a:srcRect b="0" l="0" r="0" t="0"/>
          <a:stretch/>
        </p:blipFill>
        <p:spPr>
          <a:xfrm>
            <a:off x="8223025" y="-6"/>
            <a:ext cx="920975" cy="914400"/>
          </a:xfrm>
          <a:prstGeom prst="rect">
            <a:avLst/>
          </a:prstGeom>
          <a:noFill/>
          <a:ln>
            <a:noFill/>
          </a:ln>
        </p:spPr>
      </p:pic>
      <p:pic>
        <p:nvPicPr>
          <p:cNvPr id="150" name="Google Shape;150;p24"/>
          <p:cNvPicPr preferRelativeResize="0"/>
          <p:nvPr/>
        </p:nvPicPr>
        <p:blipFill>
          <a:blip r:embed="rId3">
            <a:alphaModFix/>
          </a:blip>
          <a:stretch>
            <a:fillRect/>
          </a:stretch>
        </p:blipFill>
        <p:spPr>
          <a:xfrm>
            <a:off x="337397" y="431518"/>
            <a:ext cx="3901483" cy="1022188"/>
          </a:xfrm>
          <a:prstGeom prst="rect">
            <a:avLst/>
          </a:prstGeom>
          <a:noFill/>
          <a:ln>
            <a:noFill/>
          </a:ln>
        </p:spPr>
      </p:pic>
      <p:sp>
        <p:nvSpPr>
          <p:cNvPr id="151" name="Google Shape;151;p24"/>
          <p:cNvSpPr txBox="1"/>
          <p:nvPr/>
        </p:nvSpPr>
        <p:spPr>
          <a:xfrm>
            <a:off x="337397" y="1697494"/>
            <a:ext cx="3901500" cy="831300"/>
          </a:xfrm>
          <a:prstGeom prst="rect">
            <a:avLst/>
          </a:prstGeom>
          <a:no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lang="en" sz="1600">
                <a:latin typeface="Roboto Slab Light"/>
                <a:ea typeface="Roboto Slab Light"/>
                <a:cs typeface="Roboto Slab Light"/>
                <a:sym typeface="Roboto Slab Light"/>
              </a:rPr>
              <a:t>Current Working Groups include</a:t>
            </a:r>
            <a:endParaRPr sz="1600">
              <a:latin typeface="Roboto Slab Light"/>
              <a:ea typeface="Roboto Slab Light"/>
              <a:cs typeface="Roboto Slab Light"/>
              <a:sym typeface="Roboto Slab Light"/>
            </a:endParaRPr>
          </a:p>
        </p:txBody>
      </p:sp>
      <p:sp>
        <p:nvSpPr>
          <p:cNvPr id="152" name="Google Shape;152;p24"/>
          <p:cNvSpPr/>
          <p:nvPr>
            <p:ph idx="2" type="pic"/>
          </p:nvPr>
        </p:nvSpPr>
        <p:spPr>
          <a:xfrm>
            <a:off x="337406" y="2569706"/>
            <a:ext cx="3901500" cy="1463100"/>
          </a:xfrm>
          <a:prstGeom prst="rect">
            <a:avLst/>
          </a:prstGeom>
          <a:no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53" name="Shape 153"/>
        <p:cNvGrpSpPr/>
        <p:nvPr/>
      </p:nvGrpSpPr>
      <p:grpSpPr>
        <a:xfrm>
          <a:off x="0" y="0"/>
          <a:ext cx="0" cy="0"/>
          <a:chOff x="0" y="0"/>
          <a:chExt cx="0" cy="0"/>
        </a:xfrm>
      </p:grpSpPr>
      <p:sp>
        <p:nvSpPr>
          <p:cNvPr id="154" name="Google Shape;154;p25"/>
          <p:cNvSpPr txBox="1"/>
          <p:nvPr>
            <p:ph type="title"/>
          </p:nvPr>
        </p:nvSpPr>
        <p:spPr>
          <a:xfrm>
            <a:off x="311700" y="410000"/>
            <a:ext cx="6614100" cy="6078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3000"/>
              <a:buNone/>
              <a:defRPr/>
            </a:lvl1pPr>
            <a:lvl2pPr lvl="1" rtl="0" algn="l">
              <a:lnSpc>
                <a:spcPct val="100000"/>
              </a:lnSpc>
              <a:spcBef>
                <a:spcPts val="0"/>
              </a:spcBef>
              <a:spcAft>
                <a:spcPts val="0"/>
              </a:spcAft>
              <a:buSzPts val="3000"/>
              <a:buNone/>
              <a:defRPr/>
            </a:lvl2pPr>
            <a:lvl3pPr lvl="2" rtl="0" algn="l">
              <a:lnSpc>
                <a:spcPct val="100000"/>
              </a:lnSpc>
              <a:spcBef>
                <a:spcPts val="0"/>
              </a:spcBef>
              <a:spcAft>
                <a:spcPts val="0"/>
              </a:spcAft>
              <a:buSzPts val="3000"/>
              <a:buNone/>
              <a:defRPr/>
            </a:lvl3pPr>
            <a:lvl4pPr lvl="3" rtl="0" algn="l">
              <a:lnSpc>
                <a:spcPct val="100000"/>
              </a:lnSpc>
              <a:spcBef>
                <a:spcPts val="0"/>
              </a:spcBef>
              <a:spcAft>
                <a:spcPts val="0"/>
              </a:spcAft>
              <a:buSzPts val="3000"/>
              <a:buNone/>
              <a:defRPr/>
            </a:lvl4pPr>
            <a:lvl5pPr lvl="4" rtl="0" algn="l">
              <a:lnSpc>
                <a:spcPct val="100000"/>
              </a:lnSpc>
              <a:spcBef>
                <a:spcPts val="0"/>
              </a:spcBef>
              <a:spcAft>
                <a:spcPts val="0"/>
              </a:spcAft>
              <a:buSzPts val="3000"/>
              <a:buNone/>
              <a:defRPr/>
            </a:lvl5pPr>
            <a:lvl6pPr lvl="5" rtl="0" algn="l">
              <a:lnSpc>
                <a:spcPct val="100000"/>
              </a:lnSpc>
              <a:spcBef>
                <a:spcPts val="0"/>
              </a:spcBef>
              <a:spcAft>
                <a:spcPts val="0"/>
              </a:spcAft>
              <a:buSzPts val="3000"/>
              <a:buNone/>
              <a:defRPr/>
            </a:lvl6pPr>
            <a:lvl7pPr lvl="6" rtl="0" algn="l">
              <a:lnSpc>
                <a:spcPct val="100000"/>
              </a:lnSpc>
              <a:spcBef>
                <a:spcPts val="0"/>
              </a:spcBef>
              <a:spcAft>
                <a:spcPts val="0"/>
              </a:spcAft>
              <a:buSzPts val="3000"/>
              <a:buNone/>
              <a:defRPr/>
            </a:lvl7pPr>
            <a:lvl8pPr lvl="7" rtl="0" algn="l">
              <a:lnSpc>
                <a:spcPct val="100000"/>
              </a:lnSpc>
              <a:spcBef>
                <a:spcPts val="0"/>
              </a:spcBef>
              <a:spcAft>
                <a:spcPts val="0"/>
              </a:spcAft>
              <a:buSzPts val="3000"/>
              <a:buNone/>
              <a:defRPr/>
            </a:lvl8pPr>
            <a:lvl9pPr lvl="8" rtl="0" algn="l">
              <a:lnSpc>
                <a:spcPct val="100000"/>
              </a:lnSpc>
              <a:spcBef>
                <a:spcPts val="0"/>
              </a:spcBef>
              <a:spcAft>
                <a:spcPts val="0"/>
              </a:spcAft>
              <a:buSzPts val="3000"/>
              <a:buNone/>
              <a:defRPr/>
            </a:lvl9pPr>
          </a:lstStyle>
          <a:p/>
        </p:txBody>
      </p:sp>
      <p:sp>
        <p:nvSpPr>
          <p:cNvPr id="155" name="Google Shape;155;p25"/>
          <p:cNvSpPr txBox="1"/>
          <p:nvPr>
            <p:ph idx="1" type="body"/>
          </p:nvPr>
        </p:nvSpPr>
        <p:spPr>
          <a:xfrm>
            <a:off x="311700" y="1229975"/>
            <a:ext cx="3999900" cy="3339000"/>
          </a:xfrm>
          <a:prstGeom prst="rect">
            <a:avLst/>
          </a:prstGeom>
          <a:noFill/>
          <a:ln>
            <a:noFill/>
          </a:ln>
        </p:spPr>
        <p:txBody>
          <a:bodyPr anchorCtr="0" anchor="t" bIns="91425" lIns="91425" spcFirstLastPara="1" rIns="91425" wrap="square" tIns="91425">
            <a:normAutofit/>
          </a:bodyPr>
          <a:lstStyle>
            <a:lvl1pPr indent="-317500" lvl="0" marL="457200" rtl="0" algn="l">
              <a:lnSpc>
                <a:spcPct val="115000"/>
              </a:lnSpc>
              <a:spcBef>
                <a:spcPts val="0"/>
              </a:spcBef>
              <a:spcAft>
                <a:spcPts val="0"/>
              </a:spcAft>
              <a:buSzPts val="1400"/>
              <a:buChar char="●"/>
              <a:defRPr sz="1400"/>
            </a:lvl1pPr>
            <a:lvl2pPr indent="-304800" lvl="1" marL="914400" rtl="0" algn="l">
              <a:lnSpc>
                <a:spcPct val="115000"/>
              </a:lnSpc>
              <a:spcBef>
                <a:spcPts val="0"/>
              </a:spcBef>
              <a:spcAft>
                <a:spcPts val="0"/>
              </a:spcAft>
              <a:buSzPts val="1200"/>
              <a:buChar char="○"/>
              <a:defRPr sz="1200"/>
            </a:lvl2pPr>
            <a:lvl3pPr indent="-304800" lvl="2" marL="1371600" rtl="0" algn="l">
              <a:lnSpc>
                <a:spcPct val="115000"/>
              </a:lnSpc>
              <a:spcBef>
                <a:spcPts val="0"/>
              </a:spcBef>
              <a:spcAft>
                <a:spcPts val="0"/>
              </a:spcAft>
              <a:buSzPts val="1200"/>
              <a:buChar char="■"/>
              <a:defRPr sz="1200"/>
            </a:lvl3pPr>
            <a:lvl4pPr indent="-304800" lvl="3" marL="1828800" rtl="0" algn="l">
              <a:lnSpc>
                <a:spcPct val="115000"/>
              </a:lnSpc>
              <a:spcBef>
                <a:spcPts val="0"/>
              </a:spcBef>
              <a:spcAft>
                <a:spcPts val="0"/>
              </a:spcAft>
              <a:buSzPts val="1200"/>
              <a:buChar char="●"/>
              <a:defRPr sz="1200"/>
            </a:lvl4pPr>
            <a:lvl5pPr indent="-304800" lvl="4" marL="2286000" rtl="0" algn="l">
              <a:lnSpc>
                <a:spcPct val="115000"/>
              </a:lnSpc>
              <a:spcBef>
                <a:spcPts val="0"/>
              </a:spcBef>
              <a:spcAft>
                <a:spcPts val="0"/>
              </a:spcAft>
              <a:buSzPts val="1200"/>
              <a:buChar char="○"/>
              <a:defRPr sz="1200"/>
            </a:lvl5pPr>
            <a:lvl6pPr indent="-304800" lvl="5" marL="2743200" rtl="0" algn="l">
              <a:lnSpc>
                <a:spcPct val="115000"/>
              </a:lnSpc>
              <a:spcBef>
                <a:spcPts val="0"/>
              </a:spcBef>
              <a:spcAft>
                <a:spcPts val="0"/>
              </a:spcAft>
              <a:buSzPts val="1200"/>
              <a:buChar char="■"/>
              <a:defRPr sz="1200"/>
            </a:lvl6pPr>
            <a:lvl7pPr indent="-304800" lvl="6" marL="3200400" rtl="0" algn="l">
              <a:lnSpc>
                <a:spcPct val="115000"/>
              </a:lnSpc>
              <a:spcBef>
                <a:spcPts val="0"/>
              </a:spcBef>
              <a:spcAft>
                <a:spcPts val="0"/>
              </a:spcAft>
              <a:buSzPts val="1200"/>
              <a:buChar char="●"/>
              <a:defRPr sz="1200"/>
            </a:lvl7pPr>
            <a:lvl8pPr indent="-304800" lvl="7" marL="3657600" rtl="0" algn="l">
              <a:lnSpc>
                <a:spcPct val="115000"/>
              </a:lnSpc>
              <a:spcBef>
                <a:spcPts val="0"/>
              </a:spcBef>
              <a:spcAft>
                <a:spcPts val="0"/>
              </a:spcAft>
              <a:buSzPts val="1200"/>
              <a:buChar char="○"/>
              <a:defRPr sz="1200"/>
            </a:lvl8pPr>
            <a:lvl9pPr indent="-304800" lvl="8" marL="4114800" rtl="0" algn="l">
              <a:lnSpc>
                <a:spcPct val="115000"/>
              </a:lnSpc>
              <a:spcBef>
                <a:spcPts val="0"/>
              </a:spcBef>
              <a:spcAft>
                <a:spcPts val="0"/>
              </a:spcAft>
              <a:buSzPts val="1200"/>
              <a:buChar char="■"/>
              <a:defRPr sz="1200"/>
            </a:lvl9pPr>
          </a:lstStyle>
          <a:p/>
        </p:txBody>
      </p:sp>
      <p:sp>
        <p:nvSpPr>
          <p:cNvPr id="156" name="Google Shape;156;p25"/>
          <p:cNvSpPr txBox="1"/>
          <p:nvPr>
            <p:ph idx="2" type="body"/>
          </p:nvPr>
        </p:nvSpPr>
        <p:spPr>
          <a:xfrm>
            <a:off x="4832400" y="1229975"/>
            <a:ext cx="3999900" cy="3339000"/>
          </a:xfrm>
          <a:prstGeom prst="rect">
            <a:avLst/>
          </a:prstGeom>
          <a:noFill/>
          <a:ln>
            <a:noFill/>
          </a:ln>
        </p:spPr>
        <p:txBody>
          <a:bodyPr anchorCtr="0" anchor="t" bIns="91425" lIns="91425" spcFirstLastPara="1" rIns="91425" wrap="square" tIns="91425">
            <a:normAutofit/>
          </a:bodyPr>
          <a:lstStyle>
            <a:lvl1pPr indent="-317500" lvl="0" marL="457200" rtl="0" algn="l">
              <a:lnSpc>
                <a:spcPct val="115000"/>
              </a:lnSpc>
              <a:spcBef>
                <a:spcPts val="0"/>
              </a:spcBef>
              <a:spcAft>
                <a:spcPts val="0"/>
              </a:spcAft>
              <a:buSzPts val="1400"/>
              <a:buChar char="●"/>
              <a:defRPr sz="1400"/>
            </a:lvl1pPr>
            <a:lvl2pPr indent="-304800" lvl="1" marL="914400" rtl="0" algn="l">
              <a:lnSpc>
                <a:spcPct val="115000"/>
              </a:lnSpc>
              <a:spcBef>
                <a:spcPts val="0"/>
              </a:spcBef>
              <a:spcAft>
                <a:spcPts val="0"/>
              </a:spcAft>
              <a:buSzPts val="1200"/>
              <a:buChar char="○"/>
              <a:defRPr sz="1200"/>
            </a:lvl2pPr>
            <a:lvl3pPr indent="-304800" lvl="2" marL="1371600" rtl="0" algn="l">
              <a:lnSpc>
                <a:spcPct val="115000"/>
              </a:lnSpc>
              <a:spcBef>
                <a:spcPts val="0"/>
              </a:spcBef>
              <a:spcAft>
                <a:spcPts val="0"/>
              </a:spcAft>
              <a:buSzPts val="1200"/>
              <a:buChar char="■"/>
              <a:defRPr sz="1200"/>
            </a:lvl3pPr>
            <a:lvl4pPr indent="-304800" lvl="3" marL="1828800" rtl="0" algn="l">
              <a:lnSpc>
                <a:spcPct val="115000"/>
              </a:lnSpc>
              <a:spcBef>
                <a:spcPts val="0"/>
              </a:spcBef>
              <a:spcAft>
                <a:spcPts val="0"/>
              </a:spcAft>
              <a:buSzPts val="1200"/>
              <a:buChar char="●"/>
              <a:defRPr sz="1200"/>
            </a:lvl4pPr>
            <a:lvl5pPr indent="-304800" lvl="4" marL="2286000" rtl="0" algn="l">
              <a:lnSpc>
                <a:spcPct val="115000"/>
              </a:lnSpc>
              <a:spcBef>
                <a:spcPts val="0"/>
              </a:spcBef>
              <a:spcAft>
                <a:spcPts val="0"/>
              </a:spcAft>
              <a:buSzPts val="1200"/>
              <a:buChar char="○"/>
              <a:defRPr sz="1200"/>
            </a:lvl5pPr>
            <a:lvl6pPr indent="-304800" lvl="5" marL="2743200" rtl="0" algn="l">
              <a:lnSpc>
                <a:spcPct val="115000"/>
              </a:lnSpc>
              <a:spcBef>
                <a:spcPts val="0"/>
              </a:spcBef>
              <a:spcAft>
                <a:spcPts val="0"/>
              </a:spcAft>
              <a:buSzPts val="1200"/>
              <a:buChar char="■"/>
              <a:defRPr sz="1200"/>
            </a:lvl6pPr>
            <a:lvl7pPr indent="-304800" lvl="6" marL="3200400" rtl="0" algn="l">
              <a:lnSpc>
                <a:spcPct val="115000"/>
              </a:lnSpc>
              <a:spcBef>
                <a:spcPts val="0"/>
              </a:spcBef>
              <a:spcAft>
                <a:spcPts val="0"/>
              </a:spcAft>
              <a:buSzPts val="1200"/>
              <a:buChar char="●"/>
              <a:defRPr sz="1200"/>
            </a:lvl7pPr>
            <a:lvl8pPr indent="-304800" lvl="7" marL="3657600" rtl="0" algn="l">
              <a:lnSpc>
                <a:spcPct val="115000"/>
              </a:lnSpc>
              <a:spcBef>
                <a:spcPts val="0"/>
              </a:spcBef>
              <a:spcAft>
                <a:spcPts val="0"/>
              </a:spcAft>
              <a:buSzPts val="1200"/>
              <a:buChar char="○"/>
              <a:defRPr sz="1200"/>
            </a:lvl8pPr>
            <a:lvl9pPr indent="-304800" lvl="8" marL="4114800" rtl="0" algn="l">
              <a:lnSpc>
                <a:spcPct val="115000"/>
              </a:lnSpc>
              <a:spcBef>
                <a:spcPts val="0"/>
              </a:spcBef>
              <a:spcAft>
                <a:spcPts val="0"/>
              </a:spcAft>
              <a:buSzPts val="1200"/>
              <a:buChar char="■"/>
              <a:defRPr sz="1200"/>
            </a:lvl9pPr>
          </a:lstStyle>
          <a:p/>
        </p:txBody>
      </p:sp>
      <p:sp>
        <p:nvSpPr>
          <p:cNvPr id="157" name="Google Shape;157;p25"/>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grpSp>
        <p:nvGrpSpPr>
          <p:cNvPr id="158" name="Google Shape;158;p25"/>
          <p:cNvGrpSpPr/>
          <p:nvPr/>
        </p:nvGrpSpPr>
        <p:grpSpPr>
          <a:xfrm>
            <a:off x="6971838" y="-12"/>
            <a:ext cx="2174881" cy="1450030"/>
            <a:chOff x="6098378" y="5"/>
            <a:chExt cx="3045625" cy="2030570"/>
          </a:xfrm>
        </p:grpSpPr>
        <p:sp>
          <p:nvSpPr>
            <p:cNvPr id="159" name="Google Shape;159;p25"/>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25"/>
            <p:cNvSpPr/>
            <p:nvPr/>
          </p:nvSpPr>
          <p:spPr>
            <a:xfrm flipH="1">
              <a:off x="7113463" y="5"/>
              <a:ext cx="1015200" cy="1015200"/>
            </a:xfrm>
            <a:prstGeom prst="rtTriangl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25"/>
            <p:cNvSpPr/>
            <p:nvPr/>
          </p:nvSpPr>
          <p:spPr>
            <a:xfrm rot="10800000">
              <a:off x="6098378" y="97"/>
              <a:ext cx="1015200" cy="1015200"/>
            </a:xfrm>
            <a:prstGeom prst="rtTriangl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25"/>
            <p:cNvSpPr/>
            <p:nvPr/>
          </p:nvSpPr>
          <p:spPr>
            <a:xfrm rot="10800000">
              <a:off x="8128789" y="101537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163" name="Google Shape;163;p25"/>
          <p:cNvPicPr preferRelativeResize="0"/>
          <p:nvPr/>
        </p:nvPicPr>
        <p:blipFill rotWithShape="1">
          <a:blip r:embed="rId2">
            <a:alphaModFix/>
          </a:blip>
          <a:srcRect b="0" l="0" r="0" t="0"/>
          <a:stretch/>
        </p:blipFill>
        <p:spPr>
          <a:xfrm>
            <a:off x="8675950" y="0"/>
            <a:ext cx="470775" cy="470775"/>
          </a:xfrm>
          <a:prstGeom prst="rect">
            <a:avLst/>
          </a:prstGeom>
          <a:noFill/>
          <a:ln>
            <a:noFill/>
          </a:ln>
        </p:spPr>
      </p:pic>
      <p:pic>
        <p:nvPicPr>
          <p:cNvPr id="164" name="Google Shape;164;p25"/>
          <p:cNvPicPr preferRelativeResize="0"/>
          <p:nvPr/>
        </p:nvPicPr>
        <p:blipFill>
          <a:blip r:embed="rId3">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Dark">
  <p:cSld name="TITLE_4">
    <p:bg>
      <p:bgPr>
        <a:gradFill>
          <a:gsLst>
            <a:gs pos="0">
              <a:srgbClr val="003778"/>
            </a:gs>
            <a:gs pos="100000">
              <a:srgbClr val="00183C"/>
            </a:gs>
          </a:gsLst>
          <a:lin ang="2700006" scaled="0"/>
        </a:gradFill>
      </p:bgPr>
    </p:bg>
    <p:spTree>
      <p:nvGrpSpPr>
        <p:cNvPr id="165" name="Shape 165"/>
        <p:cNvGrpSpPr/>
        <p:nvPr/>
      </p:nvGrpSpPr>
      <p:grpSpPr>
        <a:xfrm>
          <a:off x="0" y="0"/>
          <a:ext cx="0" cy="0"/>
          <a:chOff x="0" y="0"/>
          <a:chExt cx="0" cy="0"/>
        </a:xfrm>
      </p:grpSpPr>
      <p:sp>
        <p:nvSpPr>
          <p:cNvPr id="166" name="Google Shape;166;p26"/>
          <p:cNvSpPr/>
          <p:nvPr/>
        </p:nvSpPr>
        <p:spPr>
          <a:xfrm>
            <a:off x="8128803" y="-9"/>
            <a:ext cx="1015200" cy="1015200"/>
          </a:xfrm>
          <a:prstGeom prst="rect">
            <a:avLst/>
          </a:prstGeom>
          <a:solidFill>
            <a:srgbClr val="F6F7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26"/>
          <p:cNvSpPr/>
          <p:nvPr/>
        </p:nvSpPr>
        <p:spPr>
          <a:xfrm>
            <a:off x="8128828" y="1791"/>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26"/>
          <p:cNvSpPr/>
          <p:nvPr/>
        </p:nvSpPr>
        <p:spPr>
          <a:xfrm rot="10800000">
            <a:off x="7112428" y="1797"/>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26"/>
          <p:cNvSpPr/>
          <p:nvPr/>
        </p:nvSpPr>
        <p:spPr>
          <a:xfrm rot="10800000">
            <a:off x="8127625" y="2030450"/>
            <a:ext cx="1017600" cy="10176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26"/>
          <p:cNvSpPr/>
          <p:nvPr/>
        </p:nvSpPr>
        <p:spPr>
          <a:xfrm>
            <a:off x="7605025" y="600"/>
            <a:ext cx="1014000" cy="10140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26"/>
          <p:cNvSpPr/>
          <p:nvPr/>
        </p:nvSpPr>
        <p:spPr>
          <a:xfrm>
            <a:off x="8128803" y="1015216"/>
            <a:ext cx="1015200" cy="10152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72" name="Google Shape;172;p26"/>
          <p:cNvPicPr preferRelativeResize="0"/>
          <p:nvPr/>
        </p:nvPicPr>
        <p:blipFill rotWithShape="1">
          <a:blip r:embed="rId2">
            <a:alphaModFix/>
          </a:blip>
          <a:srcRect b="0" l="0" r="0" t="0"/>
          <a:stretch/>
        </p:blipFill>
        <p:spPr>
          <a:xfrm>
            <a:off x="8398214" y="1165560"/>
            <a:ext cx="476350" cy="714544"/>
          </a:xfrm>
          <a:prstGeom prst="rect">
            <a:avLst/>
          </a:prstGeom>
          <a:noFill/>
          <a:ln>
            <a:noFill/>
          </a:ln>
        </p:spPr>
      </p:pic>
      <p:pic>
        <p:nvPicPr>
          <p:cNvPr id="173" name="Google Shape;173;p26"/>
          <p:cNvPicPr preferRelativeResize="0"/>
          <p:nvPr/>
        </p:nvPicPr>
        <p:blipFill rotWithShape="1">
          <a:blip r:embed="rId3">
            <a:alphaModFix/>
          </a:blip>
          <a:srcRect b="0" l="0" r="0" t="0"/>
          <a:stretch/>
        </p:blipFill>
        <p:spPr>
          <a:xfrm rot="10800000">
            <a:off x="-4" y="4155124"/>
            <a:ext cx="988375" cy="988375"/>
          </a:xfrm>
          <a:prstGeom prst="rect">
            <a:avLst/>
          </a:prstGeom>
          <a:noFill/>
          <a:ln>
            <a:noFill/>
          </a:ln>
        </p:spPr>
      </p:pic>
      <p:pic>
        <p:nvPicPr>
          <p:cNvPr id="174" name="Google Shape;174;p26"/>
          <p:cNvPicPr preferRelativeResize="0"/>
          <p:nvPr/>
        </p:nvPicPr>
        <p:blipFill>
          <a:blip r:embed="rId4">
            <a:alphaModFix/>
          </a:blip>
          <a:stretch>
            <a:fillRect/>
          </a:stretch>
        </p:blipFill>
        <p:spPr>
          <a:xfrm>
            <a:off x="2075494" y="2073778"/>
            <a:ext cx="4674858" cy="714544"/>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179" name="Shape 179"/>
        <p:cNvGrpSpPr/>
        <p:nvPr/>
      </p:nvGrpSpPr>
      <p:grpSpPr>
        <a:xfrm>
          <a:off x="0" y="0"/>
          <a:ext cx="0" cy="0"/>
          <a:chOff x="0" y="0"/>
          <a:chExt cx="0" cy="0"/>
        </a:xfrm>
      </p:grpSpPr>
      <p:sp>
        <p:nvSpPr>
          <p:cNvPr id="180" name="Google Shape;180;p28"/>
          <p:cNvSpPr txBox="1"/>
          <p:nvPr>
            <p:ph type="ctrTitle"/>
          </p:nvPr>
        </p:nvSpPr>
        <p:spPr>
          <a:xfrm>
            <a:off x="512064" y="1643174"/>
            <a:ext cx="4185600" cy="1316700"/>
          </a:xfrm>
          <a:prstGeom prst="rect">
            <a:avLst/>
          </a:prstGeom>
          <a:noFill/>
          <a:ln>
            <a:noFill/>
          </a:ln>
        </p:spPr>
        <p:txBody>
          <a:bodyPr anchorCtr="0" anchor="ctr" bIns="91425" lIns="91425" spcFirstLastPara="1" rIns="91425" wrap="square" tIns="91425">
            <a:noAutofit/>
          </a:bodyPr>
          <a:lstStyle>
            <a:lvl1pPr lvl="0" marR="0" algn="l">
              <a:lnSpc>
                <a:spcPct val="90000"/>
              </a:lnSpc>
              <a:spcBef>
                <a:spcPts val="0"/>
              </a:spcBef>
              <a:spcAft>
                <a:spcPts val="0"/>
              </a:spcAft>
              <a:buClr>
                <a:schemeClr val="lt1"/>
              </a:buClr>
              <a:buSzPts val="4200"/>
              <a:buFont typeface="Gill Sans"/>
              <a:buNone/>
              <a:defRPr b="0" i="0" sz="4200" u="none" cap="none" strike="noStrike">
                <a:solidFill>
                  <a:schemeClr val="lt1"/>
                </a:solidFill>
                <a:latin typeface="Gill Sans"/>
                <a:ea typeface="Gill Sans"/>
                <a:cs typeface="Gill Sans"/>
                <a:sym typeface="Gill Sans"/>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81" name="Google Shape;181;p28"/>
          <p:cNvSpPr txBox="1"/>
          <p:nvPr>
            <p:ph idx="1" type="subTitle"/>
          </p:nvPr>
        </p:nvSpPr>
        <p:spPr>
          <a:xfrm>
            <a:off x="530205" y="3005359"/>
            <a:ext cx="4185600" cy="6051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360"/>
              </a:spcBef>
              <a:spcAft>
                <a:spcPts val="0"/>
              </a:spcAft>
              <a:buClr>
                <a:srgbClr val="FFFFFF"/>
              </a:buClr>
              <a:buSzPts val="1800"/>
              <a:buFont typeface="Arial"/>
              <a:buNone/>
              <a:defRPr b="0" i="1" sz="1800" u="none" cap="none" strike="noStrike">
                <a:solidFill>
                  <a:srgbClr val="FFFFFF"/>
                </a:solidFill>
                <a:latin typeface="Gill Sans"/>
                <a:ea typeface="Gill Sans"/>
                <a:cs typeface="Gill Sans"/>
                <a:sym typeface="Gill Sans"/>
              </a:defRPr>
            </a:lvl1pPr>
            <a:lvl2pPr lvl="1" marR="0" algn="ctr">
              <a:lnSpc>
                <a:spcPct val="100000"/>
              </a:lnSpc>
              <a:spcBef>
                <a:spcPts val="360"/>
              </a:spcBef>
              <a:spcAft>
                <a:spcPts val="0"/>
              </a:spcAft>
              <a:buClr>
                <a:srgbClr val="888888"/>
              </a:buClr>
              <a:buSzPts val="1800"/>
              <a:buFont typeface="Arial"/>
              <a:buNone/>
              <a:defRPr b="0" i="0" sz="1800" u="none" cap="none" strike="noStrike">
                <a:solidFill>
                  <a:srgbClr val="888888"/>
                </a:solidFill>
                <a:latin typeface="Gill Sans"/>
                <a:ea typeface="Gill Sans"/>
                <a:cs typeface="Gill Sans"/>
                <a:sym typeface="Gill Sans"/>
              </a:defRPr>
            </a:lvl2pPr>
            <a:lvl3pPr lvl="2" marR="0" algn="ctr">
              <a:lnSpc>
                <a:spcPct val="100000"/>
              </a:lnSpc>
              <a:spcBef>
                <a:spcPts val="320"/>
              </a:spcBef>
              <a:spcAft>
                <a:spcPts val="0"/>
              </a:spcAft>
              <a:buClr>
                <a:srgbClr val="888888"/>
              </a:buClr>
              <a:buSzPts val="1600"/>
              <a:buFont typeface="Arial"/>
              <a:buNone/>
              <a:defRPr b="0" i="0" sz="1600" u="none" cap="none" strike="noStrike">
                <a:solidFill>
                  <a:srgbClr val="888888"/>
                </a:solidFill>
                <a:latin typeface="Gill Sans"/>
                <a:ea typeface="Gill Sans"/>
                <a:cs typeface="Gill Sans"/>
                <a:sym typeface="Gill Sans"/>
              </a:defRPr>
            </a:lvl3pPr>
            <a:lvl4pPr lvl="3" marR="0" algn="ctr">
              <a:lnSpc>
                <a:spcPct val="100000"/>
              </a:lnSpc>
              <a:spcBef>
                <a:spcPts val="320"/>
              </a:spcBef>
              <a:spcAft>
                <a:spcPts val="0"/>
              </a:spcAft>
              <a:buClr>
                <a:srgbClr val="888888"/>
              </a:buClr>
              <a:buSzPts val="1600"/>
              <a:buFont typeface="Arial"/>
              <a:buNone/>
              <a:defRPr b="0" i="0" sz="1600" u="none" cap="none" strike="noStrike">
                <a:solidFill>
                  <a:srgbClr val="888888"/>
                </a:solidFill>
                <a:latin typeface="Gill Sans"/>
                <a:ea typeface="Gill Sans"/>
                <a:cs typeface="Gill Sans"/>
                <a:sym typeface="Gill Sans"/>
              </a:defRPr>
            </a:lvl4pPr>
            <a:lvl5pPr lvl="4" marR="0" algn="ctr">
              <a:lnSpc>
                <a:spcPct val="100000"/>
              </a:lnSpc>
              <a:spcBef>
                <a:spcPts val="320"/>
              </a:spcBef>
              <a:spcAft>
                <a:spcPts val="0"/>
              </a:spcAft>
              <a:buClr>
                <a:srgbClr val="888888"/>
              </a:buClr>
              <a:buSzPts val="1600"/>
              <a:buFont typeface="Arial"/>
              <a:buNone/>
              <a:defRPr b="0" i="0" sz="1600" u="none" cap="none" strike="noStrike">
                <a:solidFill>
                  <a:srgbClr val="888888"/>
                </a:solidFill>
                <a:latin typeface="Gill Sans"/>
                <a:ea typeface="Gill Sans"/>
                <a:cs typeface="Gill Sans"/>
                <a:sym typeface="Gill Sans"/>
              </a:defRPr>
            </a:lvl5pPr>
            <a:lvl6pPr lvl="5"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6pPr>
            <a:lvl7pPr lvl="6"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7pPr>
            <a:lvl8pPr lvl="7"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8pPr>
            <a:lvl9pPr lvl="8"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9pPr>
          </a:lstStyle>
          <a:p/>
        </p:txBody>
      </p:sp>
      <p:pic>
        <p:nvPicPr>
          <p:cNvPr descr="OpenMainframe_Logo_White_Knockout.png" id="182" name="Google Shape;182;p28"/>
          <p:cNvPicPr preferRelativeResize="0"/>
          <p:nvPr/>
        </p:nvPicPr>
        <p:blipFill rotWithShape="1">
          <a:blip r:embed="rId2">
            <a:alphaModFix/>
          </a:blip>
          <a:srcRect b="0" l="0" r="0" t="0"/>
          <a:stretch/>
        </p:blipFill>
        <p:spPr>
          <a:xfrm>
            <a:off x="664480" y="936446"/>
            <a:ext cx="2038102" cy="605100"/>
          </a:xfrm>
          <a:prstGeom prst="rect">
            <a:avLst/>
          </a:prstGeom>
          <a:noFill/>
          <a:ln>
            <a:noFill/>
          </a:ln>
        </p:spPr>
      </p:pic>
      <p:pic>
        <p:nvPicPr>
          <p:cNvPr id="183" name="Google Shape;183;p28"/>
          <p:cNvPicPr preferRelativeResize="0"/>
          <p:nvPr/>
        </p:nvPicPr>
        <p:blipFill rotWithShape="1">
          <a:blip r:embed="rId3">
            <a:alphaModFix/>
          </a:blip>
          <a:srcRect b="23073" l="39766" r="40351" t="21142"/>
          <a:stretch/>
        </p:blipFill>
        <p:spPr>
          <a:xfrm>
            <a:off x="6319575" y="0"/>
            <a:ext cx="2444324" cy="5143500"/>
          </a:xfrm>
          <a:prstGeom prst="rect">
            <a:avLst/>
          </a:prstGeom>
          <a:noFill/>
          <a:ln>
            <a:noFill/>
          </a:ln>
        </p:spPr>
      </p:pic>
      <p:sp>
        <p:nvSpPr>
          <p:cNvPr id="184" name="Google Shape;184;p28"/>
          <p:cNvSpPr txBox="1"/>
          <p:nvPr/>
        </p:nvSpPr>
        <p:spPr>
          <a:xfrm>
            <a:off x="5596800" y="4866600"/>
            <a:ext cx="35472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600">
                <a:solidFill>
                  <a:schemeClr val="lt1"/>
                </a:solidFill>
              </a:rPr>
              <a:t>IBM z16 image used with permission by International Business Machines Corporation 2022</a:t>
            </a:r>
            <a:endParaRPr sz="600">
              <a:solidFill>
                <a:schemeClr val="lt1"/>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5" name="Shape 185"/>
        <p:cNvGrpSpPr/>
        <p:nvPr/>
      </p:nvGrpSpPr>
      <p:grpSpPr>
        <a:xfrm>
          <a:off x="0" y="0"/>
          <a:ext cx="0" cy="0"/>
          <a:chOff x="0" y="0"/>
          <a:chExt cx="0" cy="0"/>
        </a:xfrm>
      </p:grpSpPr>
      <p:sp>
        <p:nvSpPr>
          <p:cNvPr id="186" name="Google Shape;186;p29"/>
          <p:cNvSpPr/>
          <p:nvPr/>
        </p:nvSpPr>
        <p:spPr>
          <a:xfrm>
            <a:off x="0" y="772583"/>
            <a:ext cx="9144000" cy="4371000"/>
          </a:xfrm>
          <a:prstGeom prst="rect">
            <a:avLst/>
          </a:prstGeom>
          <a:solidFill>
            <a:srgbClr val="3664AD">
              <a:alpha val="235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3664AD"/>
              </a:solidFill>
              <a:latin typeface="Calibri"/>
              <a:ea typeface="Calibri"/>
              <a:cs typeface="Calibri"/>
              <a:sym typeface="Calibri"/>
            </a:endParaRPr>
          </a:p>
        </p:txBody>
      </p:sp>
      <p:sp>
        <p:nvSpPr>
          <p:cNvPr id="187" name="Google Shape;187;p29"/>
          <p:cNvSpPr txBox="1"/>
          <p:nvPr>
            <p:ph type="title"/>
          </p:nvPr>
        </p:nvSpPr>
        <p:spPr>
          <a:xfrm>
            <a:off x="333992" y="159442"/>
            <a:ext cx="7893900" cy="4473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262626"/>
              </a:buClr>
              <a:buSzPts val="3000"/>
              <a:buFont typeface="Gill Sans"/>
              <a:buNone/>
              <a:defRPr b="0" i="0" sz="3000" u="none" cap="none" strike="noStrike">
                <a:solidFill>
                  <a:srgbClr val="262626"/>
                </a:solidFill>
                <a:latin typeface="Gill Sans"/>
                <a:ea typeface="Gill Sans"/>
                <a:cs typeface="Gill Sans"/>
                <a:sym typeface="Gill Sans"/>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pic>
        <p:nvPicPr>
          <p:cNvPr id="188" name="Google Shape;188;p29"/>
          <p:cNvPicPr preferRelativeResize="0"/>
          <p:nvPr/>
        </p:nvPicPr>
        <p:blipFill rotWithShape="1">
          <a:blip r:embed="rId2">
            <a:alphaModFix amt="6000"/>
          </a:blip>
          <a:srcRect b="0" l="17595" r="0" t="0"/>
          <a:stretch/>
        </p:blipFill>
        <p:spPr>
          <a:xfrm>
            <a:off x="0" y="775758"/>
            <a:ext cx="6393970" cy="4364563"/>
          </a:xfrm>
          <a:prstGeom prst="rect">
            <a:avLst/>
          </a:prstGeom>
          <a:noFill/>
          <a:ln>
            <a:noFill/>
          </a:ln>
        </p:spPr>
      </p:pic>
      <p:sp>
        <p:nvSpPr>
          <p:cNvPr id="189" name="Google Shape;189;p29"/>
          <p:cNvSpPr txBox="1"/>
          <p:nvPr>
            <p:ph idx="1" type="body"/>
          </p:nvPr>
        </p:nvSpPr>
        <p:spPr>
          <a:xfrm>
            <a:off x="317500" y="943424"/>
            <a:ext cx="8369400" cy="3554700"/>
          </a:xfrm>
          <a:prstGeom prst="rect">
            <a:avLst/>
          </a:prstGeom>
          <a:noFill/>
          <a:ln>
            <a:noFill/>
          </a:ln>
        </p:spPr>
        <p:txBody>
          <a:bodyPr anchorCtr="0" anchor="t" bIns="91425" lIns="91425" spcFirstLastPara="1" rIns="91425" wrap="square" tIns="91425">
            <a:noAutofit/>
          </a:bodyPr>
          <a:lstStyle>
            <a:lvl1pPr indent="-355600" lvl="0" marL="457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indent="-330200" lvl="3" marL="18288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indent="-330200" lvl="4" marL="22860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90" name="Google Shape;190;p29"/>
          <p:cNvSpPr txBox="1"/>
          <p:nvPr>
            <p:ph idx="12" type="sldNum"/>
          </p:nvPr>
        </p:nvSpPr>
        <p:spPr>
          <a:xfrm>
            <a:off x="8227785" y="4803546"/>
            <a:ext cx="5805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1pPr>
            <a:lvl2pPr indent="0" lvl="1"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2pPr>
            <a:lvl3pPr indent="0" lvl="2"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3pPr>
            <a:lvl4pPr indent="0" lvl="3"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4pPr>
            <a:lvl5pPr indent="0" lvl="4"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5pPr>
            <a:lvl6pPr indent="0" lvl="5"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6pPr>
            <a:lvl7pPr indent="0" lvl="6"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7pPr>
            <a:lvl8pPr indent="0" lvl="7"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8pPr>
            <a:lvl9pPr indent="0" lvl="8"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
              <a:t>‹#›</a:t>
            </a:fld>
            <a:endParaRPr/>
          </a:p>
        </p:txBody>
      </p:sp>
      <p:pic>
        <p:nvPicPr>
          <p:cNvPr descr="OpenMainframe_Logo_Pantone.png" id="191" name="Google Shape;191;p29"/>
          <p:cNvPicPr preferRelativeResize="0"/>
          <p:nvPr/>
        </p:nvPicPr>
        <p:blipFill rotWithShape="1">
          <a:blip r:embed="rId3">
            <a:alphaModFix/>
          </a:blip>
          <a:srcRect b="0" l="0" r="0" t="0"/>
          <a:stretch/>
        </p:blipFill>
        <p:spPr>
          <a:xfrm>
            <a:off x="8306753" y="100723"/>
            <a:ext cx="469853" cy="518219"/>
          </a:xfrm>
          <a:prstGeom prst="rect">
            <a:avLst/>
          </a:prstGeom>
          <a:noFill/>
          <a:ln>
            <a:noFill/>
          </a:ln>
        </p:spPr>
      </p:pic>
      <p:sp>
        <p:nvSpPr>
          <p:cNvPr id="192" name="Google Shape;192;p29"/>
          <p:cNvSpPr/>
          <p:nvPr/>
        </p:nvSpPr>
        <p:spPr>
          <a:xfrm>
            <a:off x="0" y="5112912"/>
            <a:ext cx="9144000" cy="50700"/>
          </a:xfrm>
          <a:prstGeom prst="rect">
            <a:avLst/>
          </a:prstGeom>
          <a:solidFill>
            <a:srgbClr val="3664A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3664AD"/>
              </a:solidFill>
              <a:latin typeface="Calibri"/>
              <a:ea typeface="Calibri"/>
              <a:cs typeface="Calibri"/>
              <a:sym typeface="Calibri"/>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Custom Background">
  <p:cSld name="CUSTOM_1">
    <p:spTree>
      <p:nvGrpSpPr>
        <p:cNvPr id="193" name="Shape 193"/>
        <p:cNvGrpSpPr/>
        <p:nvPr/>
      </p:nvGrpSpPr>
      <p:grpSpPr>
        <a:xfrm>
          <a:off x="0" y="0"/>
          <a:ext cx="0" cy="0"/>
          <a:chOff x="0" y="0"/>
          <a:chExt cx="0" cy="0"/>
        </a:xfrm>
      </p:grpSpPr>
      <p:sp>
        <p:nvSpPr>
          <p:cNvPr id="194" name="Google Shape;194;p30"/>
          <p:cNvSpPr/>
          <p:nvPr>
            <p:ph idx="2" type="pic"/>
          </p:nvPr>
        </p:nvSpPr>
        <p:spPr>
          <a:xfrm>
            <a:off x="9100" y="0"/>
            <a:ext cx="9144000" cy="5143500"/>
          </a:xfrm>
          <a:prstGeom prst="rect">
            <a:avLst/>
          </a:prstGeom>
          <a:noFill/>
          <a:ln>
            <a:noFill/>
          </a:ln>
        </p:spPr>
      </p:sp>
      <p:sp>
        <p:nvSpPr>
          <p:cNvPr id="195" name="Google Shape;195;p30"/>
          <p:cNvSpPr txBox="1"/>
          <p:nvPr>
            <p:ph type="title"/>
          </p:nvPr>
        </p:nvSpPr>
        <p:spPr>
          <a:xfrm>
            <a:off x="625050" y="2348100"/>
            <a:ext cx="7893900" cy="447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a:lvl1pPr>
            <a:lvl2pPr lvl="1" algn="ctr">
              <a:spcBef>
                <a:spcPts val="0"/>
              </a:spcBef>
              <a:spcAft>
                <a:spcPts val="0"/>
              </a:spcAft>
              <a:buSzPts val="1800"/>
              <a:buNone/>
              <a:defRPr/>
            </a:lvl2pPr>
            <a:lvl3pPr lvl="2" algn="ctr">
              <a:spcBef>
                <a:spcPts val="0"/>
              </a:spcBef>
              <a:spcAft>
                <a:spcPts val="0"/>
              </a:spcAft>
              <a:buSzPts val="1800"/>
              <a:buNone/>
              <a:defRPr/>
            </a:lvl3pPr>
            <a:lvl4pPr lvl="3" algn="ctr">
              <a:spcBef>
                <a:spcPts val="0"/>
              </a:spcBef>
              <a:spcAft>
                <a:spcPts val="0"/>
              </a:spcAft>
              <a:buSzPts val="1800"/>
              <a:buNone/>
              <a:defRPr/>
            </a:lvl4pPr>
            <a:lvl5pPr lvl="4" algn="ctr">
              <a:spcBef>
                <a:spcPts val="0"/>
              </a:spcBef>
              <a:spcAft>
                <a:spcPts val="0"/>
              </a:spcAft>
              <a:buSzPts val="1800"/>
              <a:buNone/>
              <a:defRPr/>
            </a:lvl5pPr>
            <a:lvl6pPr lvl="5" algn="ctr">
              <a:spcBef>
                <a:spcPts val="0"/>
              </a:spcBef>
              <a:spcAft>
                <a:spcPts val="0"/>
              </a:spcAft>
              <a:buSzPts val="1800"/>
              <a:buNone/>
              <a:defRPr/>
            </a:lvl6pPr>
            <a:lvl7pPr lvl="6" algn="ctr">
              <a:spcBef>
                <a:spcPts val="0"/>
              </a:spcBef>
              <a:spcAft>
                <a:spcPts val="0"/>
              </a:spcAft>
              <a:buSzPts val="1800"/>
              <a:buNone/>
              <a:defRPr/>
            </a:lvl7pPr>
            <a:lvl8pPr lvl="7" algn="ctr">
              <a:spcBef>
                <a:spcPts val="0"/>
              </a:spcBef>
              <a:spcAft>
                <a:spcPts val="0"/>
              </a:spcAft>
              <a:buSzPts val="1800"/>
              <a:buNone/>
              <a:defRPr/>
            </a:lvl8pPr>
            <a:lvl9pPr lvl="8" algn="ctr">
              <a:spcBef>
                <a:spcPts val="0"/>
              </a:spcBef>
              <a:spcAft>
                <a:spcPts val="0"/>
              </a:spcAft>
              <a:buSzPts val="18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2 Columns">
  <p:cSld name="1_Title and Content">
    <p:spTree>
      <p:nvGrpSpPr>
        <p:cNvPr id="196" name="Shape 196"/>
        <p:cNvGrpSpPr/>
        <p:nvPr/>
      </p:nvGrpSpPr>
      <p:grpSpPr>
        <a:xfrm>
          <a:off x="0" y="0"/>
          <a:ext cx="0" cy="0"/>
          <a:chOff x="0" y="0"/>
          <a:chExt cx="0" cy="0"/>
        </a:xfrm>
      </p:grpSpPr>
      <p:sp>
        <p:nvSpPr>
          <p:cNvPr id="197" name="Google Shape;197;p31"/>
          <p:cNvSpPr/>
          <p:nvPr/>
        </p:nvSpPr>
        <p:spPr>
          <a:xfrm>
            <a:off x="0" y="772583"/>
            <a:ext cx="9144000" cy="4371000"/>
          </a:xfrm>
          <a:prstGeom prst="rect">
            <a:avLst/>
          </a:prstGeom>
          <a:solidFill>
            <a:srgbClr val="3664AD">
              <a:alpha val="274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sp>
        <p:nvSpPr>
          <p:cNvPr id="198" name="Google Shape;198;p31"/>
          <p:cNvSpPr txBox="1"/>
          <p:nvPr>
            <p:ph type="title"/>
          </p:nvPr>
        </p:nvSpPr>
        <p:spPr>
          <a:xfrm>
            <a:off x="333993" y="159442"/>
            <a:ext cx="7893900" cy="447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pic>
        <p:nvPicPr>
          <p:cNvPr id="199" name="Google Shape;199;p31"/>
          <p:cNvPicPr preferRelativeResize="0"/>
          <p:nvPr/>
        </p:nvPicPr>
        <p:blipFill rotWithShape="1">
          <a:blip r:embed="rId2">
            <a:alphaModFix amt="6000"/>
          </a:blip>
          <a:srcRect b="0" l="17595" r="0" t="0"/>
          <a:stretch/>
        </p:blipFill>
        <p:spPr>
          <a:xfrm>
            <a:off x="0" y="775759"/>
            <a:ext cx="6393974" cy="4364563"/>
          </a:xfrm>
          <a:prstGeom prst="rect">
            <a:avLst/>
          </a:prstGeom>
          <a:noFill/>
          <a:ln>
            <a:noFill/>
          </a:ln>
        </p:spPr>
      </p:pic>
      <p:sp>
        <p:nvSpPr>
          <p:cNvPr id="200" name="Google Shape;200;p31"/>
          <p:cNvSpPr txBox="1"/>
          <p:nvPr>
            <p:ph idx="12" type="sldNum"/>
          </p:nvPr>
        </p:nvSpPr>
        <p:spPr>
          <a:xfrm>
            <a:off x="8227785" y="4803546"/>
            <a:ext cx="580500" cy="273900"/>
          </a:xfrm>
          <a:prstGeom prst="rect">
            <a:avLst/>
          </a:prstGeom>
          <a:noFill/>
          <a:ln>
            <a:noFill/>
          </a:ln>
        </p:spPr>
        <p:txBody>
          <a:bodyPr anchorCtr="0" anchor="ctr" bIns="45700" lIns="91425" spcFirstLastPara="1" rIns="91425" wrap="square" tIns="45700">
            <a:noAutofit/>
          </a:bodyPr>
          <a:lstStyle>
            <a:lvl1pPr indent="0" lvl="0" marL="0" algn="l">
              <a:lnSpc>
                <a:spcPct val="100000"/>
              </a:lnSpc>
              <a:spcBef>
                <a:spcPts val="0"/>
              </a:spcBef>
              <a:spcAft>
                <a:spcPts val="0"/>
              </a:spcAft>
              <a:buClr>
                <a:srgbClr val="000000"/>
              </a:buClr>
              <a:buSzPts val="1400"/>
              <a:buFont typeface="Arial"/>
              <a:buNone/>
              <a:defRPr/>
            </a:lvl1pPr>
            <a:lvl2pPr indent="0" lvl="1" marL="0" algn="l">
              <a:lnSpc>
                <a:spcPct val="100000"/>
              </a:lnSpc>
              <a:spcBef>
                <a:spcPts val="0"/>
              </a:spcBef>
              <a:spcAft>
                <a:spcPts val="0"/>
              </a:spcAft>
              <a:buClr>
                <a:srgbClr val="000000"/>
              </a:buClr>
              <a:buSzPts val="1400"/>
              <a:buFont typeface="Arial"/>
              <a:buNone/>
              <a:defRPr/>
            </a:lvl2pPr>
            <a:lvl3pPr indent="0" lvl="2" marL="0" algn="l">
              <a:lnSpc>
                <a:spcPct val="100000"/>
              </a:lnSpc>
              <a:spcBef>
                <a:spcPts val="0"/>
              </a:spcBef>
              <a:spcAft>
                <a:spcPts val="0"/>
              </a:spcAft>
              <a:buClr>
                <a:srgbClr val="000000"/>
              </a:buClr>
              <a:buSzPts val="1400"/>
              <a:buFont typeface="Arial"/>
              <a:buNone/>
              <a:defRPr/>
            </a:lvl3pPr>
            <a:lvl4pPr indent="0" lvl="3" marL="0" algn="l">
              <a:lnSpc>
                <a:spcPct val="100000"/>
              </a:lnSpc>
              <a:spcBef>
                <a:spcPts val="0"/>
              </a:spcBef>
              <a:spcAft>
                <a:spcPts val="0"/>
              </a:spcAft>
              <a:buClr>
                <a:srgbClr val="000000"/>
              </a:buClr>
              <a:buSzPts val="1400"/>
              <a:buFont typeface="Arial"/>
              <a:buNone/>
              <a:defRPr/>
            </a:lvl4pPr>
            <a:lvl5pPr indent="0" lvl="4" marL="0" algn="l">
              <a:lnSpc>
                <a:spcPct val="100000"/>
              </a:lnSpc>
              <a:spcBef>
                <a:spcPts val="0"/>
              </a:spcBef>
              <a:spcAft>
                <a:spcPts val="0"/>
              </a:spcAft>
              <a:buClr>
                <a:srgbClr val="000000"/>
              </a:buClr>
              <a:buSzPts val="1400"/>
              <a:buFont typeface="Arial"/>
              <a:buNone/>
              <a:defRPr/>
            </a:lvl5pPr>
            <a:lvl6pPr indent="0" lvl="5" marL="0" algn="l">
              <a:lnSpc>
                <a:spcPct val="100000"/>
              </a:lnSpc>
              <a:spcBef>
                <a:spcPts val="0"/>
              </a:spcBef>
              <a:spcAft>
                <a:spcPts val="0"/>
              </a:spcAft>
              <a:buClr>
                <a:srgbClr val="000000"/>
              </a:buClr>
              <a:buSzPts val="1400"/>
              <a:buFont typeface="Arial"/>
              <a:buNone/>
              <a:defRPr/>
            </a:lvl6pPr>
            <a:lvl7pPr indent="0" lvl="6" marL="0" algn="l">
              <a:lnSpc>
                <a:spcPct val="100000"/>
              </a:lnSpc>
              <a:spcBef>
                <a:spcPts val="0"/>
              </a:spcBef>
              <a:spcAft>
                <a:spcPts val="0"/>
              </a:spcAft>
              <a:buClr>
                <a:srgbClr val="000000"/>
              </a:buClr>
              <a:buSzPts val="1400"/>
              <a:buFont typeface="Arial"/>
              <a:buNone/>
              <a:defRPr/>
            </a:lvl7pPr>
            <a:lvl8pPr indent="0" lvl="7" marL="0" algn="l">
              <a:lnSpc>
                <a:spcPct val="100000"/>
              </a:lnSpc>
              <a:spcBef>
                <a:spcPts val="0"/>
              </a:spcBef>
              <a:spcAft>
                <a:spcPts val="0"/>
              </a:spcAft>
              <a:buClr>
                <a:srgbClr val="000000"/>
              </a:buClr>
              <a:buSzPts val="1400"/>
              <a:buFont typeface="Arial"/>
              <a:buNone/>
              <a:defRPr/>
            </a:lvl8pPr>
            <a:lvl9pPr indent="0" lvl="8" marL="0" algn="l">
              <a:lnSpc>
                <a:spcPct val="100000"/>
              </a:lnSpc>
              <a:spcBef>
                <a:spcPts val="0"/>
              </a:spcBef>
              <a:spcAft>
                <a:spcPts val="0"/>
              </a:spcAft>
              <a:buClr>
                <a:srgbClr val="000000"/>
              </a:buClr>
              <a:buSzPts val="1400"/>
              <a:buFont typeface="Arial"/>
              <a:buNone/>
              <a:defRPr/>
            </a:lvl9pPr>
          </a:lstStyle>
          <a:p>
            <a:pPr indent="0" lvl="0" marL="0" rtl="0" algn="l">
              <a:spcBef>
                <a:spcPts val="0"/>
              </a:spcBef>
              <a:spcAft>
                <a:spcPts val="0"/>
              </a:spcAft>
              <a:buNone/>
            </a:pPr>
            <a:fld id="{00000000-1234-1234-1234-123412341234}" type="slidenum">
              <a:rPr lang="en"/>
              <a:t>‹#›</a:t>
            </a:fld>
            <a:endParaRPr/>
          </a:p>
        </p:txBody>
      </p:sp>
      <p:pic>
        <p:nvPicPr>
          <p:cNvPr descr="OpenMainframe_Logo_Pantone.png" id="201" name="Google Shape;201;p31"/>
          <p:cNvPicPr preferRelativeResize="0"/>
          <p:nvPr/>
        </p:nvPicPr>
        <p:blipFill rotWithShape="1">
          <a:blip r:embed="rId3">
            <a:alphaModFix/>
          </a:blip>
          <a:srcRect b="30188" l="0" r="80655" t="0"/>
          <a:stretch/>
        </p:blipFill>
        <p:spPr>
          <a:xfrm>
            <a:off x="8306753" y="100724"/>
            <a:ext cx="469852" cy="518218"/>
          </a:xfrm>
          <a:prstGeom prst="rect">
            <a:avLst/>
          </a:prstGeom>
          <a:noFill/>
          <a:ln>
            <a:noFill/>
          </a:ln>
        </p:spPr>
      </p:pic>
      <p:sp>
        <p:nvSpPr>
          <p:cNvPr id="202" name="Google Shape;202;p31"/>
          <p:cNvSpPr/>
          <p:nvPr/>
        </p:nvSpPr>
        <p:spPr>
          <a:xfrm>
            <a:off x="0" y="5112913"/>
            <a:ext cx="9144000" cy="50700"/>
          </a:xfrm>
          <a:prstGeom prst="rect">
            <a:avLst/>
          </a:prstGeom>
          <a:solidFill>
            <a:srgbClr val="3664A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sp>
        <p:nvSpPr>
          <p:cNvPr id="203" name="Google Shape;203;p31"/>
          <p:cNvSpPr txBox="1"/>
          <p:nvPr>
            <p:ph idx="1" type="body"/>
          </p:nvPr>
        </p:nvSpPr>
        <p:spPr>
          <a:xfrm>
            <a:off x="317500" y="943425"/>
            <a:ext cx="4127100" cy="3554700"/>
          </a:xfrm>
          <a:prstGeom prst="rect">
            <a:avLst/>
          </a:prstGeom>
          <a:noFill/>
          <a:ln>
            <a:noFill/>
          </a:ln>
        </p:spPr>
        <p:txBody>
          <a:bodyPr anchorCtr="0" anchor="t" bIns="91425" lIns="91425" spcFirstLastPara="1" rIns="91425" wrap="square" tIns="91425">
            <a:noAutofit/>
          </a:bodyPr>
          <a:lstStyle>
            <a:lvl1pPr indent="-355600" lvl="0" marL="457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4" name="Google Shape;204;p31"/>
          <p:cNvSpPr txBox="1"/>
          <p:nvPr>
            <p:ph idx="2" type="body"/>
          </p:nvPr>
        </p:nvSpPr>
        <p:spPr>
          <a:xfrm>
            <a:off x="4712200" y="943425"/>
            <a:ext cx="4127100" cy="3554700"/>
          </a:xfrm>
          <a:prstGeom prst="rect">
            <a:avLst/>
          </a:prstGeom>
          <a:noFill/>
          <a:ln>
            <a:noFill/>
          </a:ln>
        </p:spPr>
        <p:txBody>
          <a:bodyPr anchorCtr="0" anchor="t" bIns="91425" lIns="91425" spcFirstLastPara="1" rIns="91425" wrap="square" tIns="91425">
            <a:noAutofit/>
          </a:bodyPr>
          <a:lstStyle>
            <a:lvl1pPr indent="-355600" lvl="0" marL="457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Insight">
  <p:cSld name="1_Title and Content_2">
    <p:spTree>
      <p:nvGrpSpPr>
        <p:cNvPr id="205" name="Shape 205"/>
        <p:cNvGrpSpPr/>
        <p:nvPr/>
      </p:nvGrpSpPr>
      <p:grpSpPr>
        <a:xfrm>
          <a:off x="0" y="0"/>
          <a:ext cx="0" cy="0"/>
          <a:chOff x="0" y="0"/>
          <a:chExt cx="0" cy="0"/>
        </a:xfrm>
      </p:grpSpPr>
      <p:sp>
        <p:nvSpPr>
          <p:cNvPr id="206" name="Google Shape;206;p32"/>
          <p:cNvSpPr/>
          <p:nvPr/>
        </p:nvSpPr>
        <p:spPr>
          <a:xfrm>
            <a:off x="0" y="772583"/>
            <a:ext cx="9144000" cy="4371000"/>
          </a:xfrm>
          <a:prstGeom prst="rect">
            <a:avLst/>
          </a:prstGeom>
          <a:solidFill>
            <a:srgbClr val="3664AD">
              <a:alpha val="275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sp>
        <p:nvSpPr>
          <p:cNvPr id="207" name="Google Shape;207;p32"/>
          <p:cNvSpPr txBox="1"/>
          <p:nvPr>
            <p:ph type="title"/>
          </p:nvPr>
        </p:nvSpPr>
        <p:spPr>
          <a:xfrm>
            <a:off x="333993" y="159442"/>
            <a:ext cx="7893900" cy="447300"/>
          </a:xfrm>
          <a:prstGeom prst="rect">
            <a:avLst/>
          </a:prstGeom>
          <a:noFill/>
          <a:ln>
            <a:noFill/>
          </a:ln>
        </p:spPr>
        <p:txBody>
          <a:bodyPr anchorCtr="0" anchor="ctr" bIns="91425" lIns="91425" spcFirstLastPara="1" rIns="91425" wrap="square" tIns="91425">
            <a:noAutofit/>
          </a:bodyPr>
          <a:lstStyle>
            <a:lvl1pPr lvl="0" rtl="0" algn="l">
              <a:lnSpc>
                <a:spcPct val="100000"/>
              </a:lnSpc>
              <a:spcBef>
                <a:spcPts val="0"/>
              </a:spcBef>
              <a:spcAft>
                <a:spcPts val="0"/>
              </a:spcAft>
              <a:buSzPts val="1800"/>
              <a:buNone/>
              <a:defRPr/>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pic>
        <p:nvPicPr>
          <p:cNvPr id="208" name="Google Shape;208;p32"/>
          <p:cNvPicPr preferRelativeResize="0"/>
          <p:nvPr/>
        </p:nvPicPr>
        <p:blipFill rotWithShape="1">
          <a:blip r:embed="rId2">
            <a:alphaModFix amt="6000"/>
          </a:blip>
          <a:srcRect b="0" l="17594" r="0" t="0"/>
          <a:stretch/>
        </p:blipFill>
        <p:spPr>
          <a:xfrm>
            <a:off x="0" y="775759"/>
            <a:ext cx="6393974" cy="4364563"/>
          </a:xfrm>
          <a:prstGeom prst="rect">
            <a:avLst/>
          </a:prstGeom>
          <a:noFill/>
          <a:ln>
            <a:noFill/>
          </a:ln>
        </p:spPr>
      </p:pic>
      <p:sp>
        <p:nvSpPr>
          <p:cNvPr id="209" name="Google Shape;209;p32"/>
          <p:cNvSpPr txBox="1"/>
          <p:nvPr>
            <p:ph idx="12" type="sldNum"/>
          </p:nvPr>
        </p:nvSpPr>
        <p:spPr>
          <a:xfrm>
            <a:off x="8227785" y="4803546"/>
            <a:ext cx="580500" cy="273900"/>
          </a:xfrm>
          <a:prstGeom prst="rect">
            <a:avLst/>
          </a:prstGeom>
          <a:noFill/>
          <a:ln>
            <a:noFill/>
          </a:ln>
        </p:spPr>
        <p:txBody>
          <a:bodyPr anchorCtr="0" anchor="ctr" bIns="45700" lIns="91425" spcFirstLastPara="1" rIns="91425" wrap="square" tIns="45700">
            <a:noAutofit/>
          </a:bodyPr>
          <a:lstStyle>
            <a:lvl1pPr indent="0" lvl="0" marL="0" rtl="0" algn="l">
              <a:lnSpc>
                <a:spcPct val="100000"/>
              </a:lnSpc>
              <a:spcBef>
                <a:spcPts val="0"/>
              </a:spcBef>
              <a:spcAft>
                <a:spcPts val="0"/>
              </a:spcAft>
              <a:buClr>
                <a:srgbClr val="000000"/>
              </a:buClr>
              <a:buSzPts val="1400"/>
              <a:buFont typeface="Arial"/>
              <a:buNone/>
              <a:defRPr/>
            </a:lvl1pPr>
            <a:lvl2pPr indent="0" lvl="1" marL="0" rtl="0" algn="l">
              <a:lnSpc>
                <a:spcPct val="100000"/>
              </a:lnSpc>
              <a:spcBef>
                <a:spcPts val="0"/>
              </a:spcBef>
              <a:spcAft>
                <a:spcPts val="0"/>
              </a:spcAft>
              <a:buClr>
                <a:srgbClr val="000000"/>
              </a:buClr>
              <a:buSzPts val="1400"/>
              <a:buFont typeface="Arial"/>
              <a:buNone/>
              <a:defRPr/>
            </a:lvl2pPr>
            <a:lvl3pPr indent="0" lvl="2" marL="0" rtl="0" algn="l">
              <a:lnSpc>
                <a:spcPct val="100000"/>
              </a:lnSpc>
              <a:spcBef>
                <a:spcPts val="0"/>
              </a:spcBef>
              <a:spcAft>
                <a:spcPts val="0"/>
              </a:spcAft>
              <a:buClr>
                <a:srgbClr val="000000"/>
              </a:buClr>
              <a:buSzPts val="1400"/>
              <a:buFont typeface="Arial"/>
              <a:buNone/>
              <a:defRPr/>
            </a:lvl3pPr>
            <a:lvl4pPr indent="0" lvl="3" marL="0" rtl="0" algn="l">
              <a:lnSpc>
                <a:spcPct val="100000"/>
              </a:lnSpc>
              <a:spcBef>
                <a:spcPts val="0"/>
              </a:spcBef>
              <a:spcAft>
                <a:spcPts val="0"/>
              </a:spcAft>
              <a:buClr>
                <a:srgbClr val="000000"/>
              </a:buClr>
              <a:buSzPts val="1400"/>
              <a:buFont typeface="Arial"/>
              <a:buNone/>
              <a:defRPr/>
            </a:lvl4pPr>
            <a:lvl5pPr indent="0" lvl="4" marL="0" rtl="0" algn="l">
              <a:lnSpc>
                <a:spcPct val="100000"/>
              </a:lnSpc>
              <a:spcBef>
                <a:spcPts val="0"/>
              </a:spcBef>
              <a:spcAft>
                <a:spcPts val="0"/>
              </a:spcAft>
              <a:buClr>
                <a:srgbClr val="000000"/>
              </a:buClr>
              <a:buSzPts val="1400"/>
              <a:buFont typeface="Arial"/>
              <a:buNone/>
              <a:defRPr/>
            </a:lvl5pPr>
            <a:lvl6pPr indent="0" lvl="5" marL="0" rtl="0" algn="l">
              <a:lnSpc>
                <a:spcPct val="100000"/>
              </a:lnSpc>
              <a:spcBef>
                <a:spcPts val="0"/>
              </a:spcBef>
              <a:spcAft>
                <a:spcPts val="0"/>
              </a:spcAft>
              <a:buClr>
                <a:srgbClr val="000000"/>
              </a:buClr>
              <a:buSzPts val="1400"/>
              <a:buFont typeface="Arial"/>
              <a:buNone/>
              <a:defRPr/>
            </a:lvl6pPr>
            <a:lvl7pPr indent="0" lvl="6" marL="0" rtl="0" algn="l">
              <a:lnSpc>
                <a:spcPct val="100000"/>
              </a:lnSpc>
              <a:spcBef>
                <a:spcPts val="0"/>
              </a:spcBef>
              <a:spcAft>
                <a:spcPts val="0"/>
              </a:spcAft>
              <a:buClr>
                <a:srgbClr val="000000"/>
              </a:buClr>
              <a:buSzPts val="1400"/>
              <a:buFont typeface="Arial"/>
              <a:buNone/>
              <a:defRPr/>
            </a:lvl7pPr>
            <a:lvl8pPr indent="0" lvl="7" marL="0" rtl="0" algn="l">
              <a:lnSpc>
                <a:spcPct val="100000"/>
              </a:lnSpc>
              <a:spcBef>
                <a:spcPts val="0"/>
              </a:spcBef>
              <a:spcAft>
                <a:spcPts val="0"/>
              </a:spcAft>
              <a:buClr>
                <a:srgbClr val="000000"/>
              </a:buClr>
              <a:buSzPts val="1400"/>
              <a:buFont typeface="Arial"/>
              <a:buNone/>
              <a:defRPr/>
            </a:lvl8pPr>
            <a:lvl9pPr indent="0" lvl="8" marL="0" rtl="0" algn="l">
              <a:lnSpc>
                <a:spcPct val="100000"/>
              </a:lnSpc>
              <a:spcBef>
                <a:spcPts val="0"/>
              </a:spcBef>
              <a:spcAft>
                <a:spcPts val="0"/>
              </a:spcAft>
              <a:buClr>
                <a:srgbClr val="000000"/>
              </a:buClr>
              <a:buSzPts val="1400"/>
              <a:buFont typeface="Arial"/>
              <a:buNone/>
              <a:defRPr/>
            </a:lvl9pPr>
          </a:lstStyle>
          <a:p>
            <a:pPr indent="0" lvl="0" marL="0" rtl="0" algn="l">
              <a:spcBef>
                <a:spcPts val="0"/>
              </a:spcBef>
              <a:spcAft>
                <a:spcPts val="0"/>
              </a:spcAft>
              <a:buNone/>
            </a:pPr>
            <a:fld id="{00000000-1234-1234-1234-123412341234}" type="slidenum">
              <a:rPr lang="en"/>
              <a:t>‹#›</a:t>
            </a:fld>
            <a:endParaRPr/>
          </a:p>
        </p:txBody>
      </p:sp>
      <p:pic>
        <p:nvPicPr>
          <p:cNvPr descr="OpenMainframe_Logo_Pantone.png" id="210" name="Google Shape;210;p32"/>
          <p:cNvPicPr preferRelativeResize="0"/>
          <p:nvPr/>
        </p:nvPicPr>
        <p:blipFill rotWithShape="1">
          <a:blip r:embed="rId3">
            <a:alphaModFix/>
          </a:blip>
          <a:srcRect b="30187" l="0" r="80655" t="0"/>
          <a:stretch/>
        </p:blipFill>
        <p:spPr>
          <a:xfrm>
            <a:off x="8306753" y="100724"/>
            <a:ext cx="469852" cy="518218"/>
          </a:xfrm>
          <a:prstGeom prst="rect">
            <a:avLst/>
          </a:prstGeom>
          <a:noFill/>
          <a:ln>
            <a:noFill/>
          </a:ln>
        </p:spPr>
      </p:pic>
      <p:sp>
        <p:nvSpPr>
          <p:cNvPr id="211" name="Google Shape;211;p32"/>
          <p:cNvSpPr/>
          <p:nvPr/>
        </p:nvSpPr>
        <p:spPr>
          <a:xfrm>
            <a:off x="0" y="5112913"/>
            <a:ext cx="9144000" cy="50700"/>
          </a:xfrm>
          <a:prstGeom prst="rect">
            <a:avLst/>
          </a:prstGeom>
          <a:solidFill>
            <a:srgbClr val="3664A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sp>
        <p:nvSpPr>
          <p:cNvPr id="212" name="Google Shape;212;p32"/>
          <p:cNvSpPr/>
          <p:nvPr/>
        </p:nvSpPr>
        <p:spPr>
          <a:xfrm>
            <a:off x="367474" y="2188534"/>
            <a:ext cx="2648700" cy="330300"/>
          </a:xfrm>
          <a:prstGeom prst="roundRect">
            <a:avLst>
              <a:gd fmla="val 16667" name="adj"/>
            </a:avLst>
          </a:prstGeom>
          <a:solidFill>
            <a:schemeClr val="accent1"/>
          </a:solidFill>
          <a:ln cap="flat" cmpd="sng" w="12700">
            <a:solidFill>
              <a:srgbClr val="2476B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400">
                <a:solidFill>
                  <a:schemeClr val="lt1"/>
                </a:solidFill>
                <a:latin typeface="Gill Sans"/>
                <a:ea typeface="Gill Sans"/>
                <a:cs typeface="Gill Sans"/>
                <a:sym typeface="Gill Sans"/>
              </a:rPr>
              <a:t>Major Problem</a:t>
            </a:r>
            <a:endParaRPr sz="1100"/>
          </a:p>
        </p:txBody>
      </p:sp>
      <p:sp>
        <p:nvSpPr>
          <p:cNvPr id="213" name="Google Shape;213;p32"/>
          <p:cNvSpPr/>
          <p:nvPr/>
        </p:nvSpPr>
        <p:spPr>
          <a:xfrm>
            <a:off x="3233717" y="2188534"/>
            <a:ext cx="2648700" cy="330300"/>
          </a:xfrm>
          <a:prstGeom prst="roundRect">
            <a:avLst>
              <a:gd fmla="val 16667" name="adj"/>
            </a:avLst>
          </a:prstGeom>
          <a:solidFill>
            <a:schemeClr val="accent1"/>
          </a:solidFill>
          <a:ln cap="flat" cmpd="sng" w="12700">
            <a:solidFill>
              <a:srgbClr val="2476B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400">
                <a:solidFill>
                  <a:schemeClr val="lt1"/>
                </a:solidFill>
                <a:latin typeface="Gill Sans"/>
                <a:ea typeface="Gill Sans"/>
                <a:cs typeface="Gill Sans"/>
                <a:sym typeface="Gill Sans"/>
              </a:rPr>
              <a:t>How </a:t>
            </a:r>
            <a:r>
              <a:rPr b="1" lang="en">
                <a:solidFill>
                  <a:schemeClr val="lt1"/>
                </a:solidFill>
                <a:latin typeface="Gill Sans"/>
                <a:ea typeface="Gill Sans"/>
                <a:cs typeface="Gill Sans"/>
                <a:sym typeface="Gill Sans"/>
              </a:rPr>
              <a:t>We </a:t>
            </a:r>
            <a:r>
              <a:rPr b="1" lang="en" sz="1400">
                <a:solidFill>
                  <a:schemeClr val="lt1"/>
                </a:solidFill>
                <a:latin typeface="Gill Sans"/>
                <a:ea typeface="Gill Sans"/>
                <a:cs typeface="Gill Sans"/>
                <a:sym typeface="Gill Sans"/>
              </a:rPr>
              <a:t>Innovated</a:t>
            </a:r>
            <a:endParaRPr sz="1100"/>
          </a:p>
        </p:txBody>
      </p:sp>
      <p:sp>
        <p:nvSpPr>
          <p:cNvPr id="214" name="Google Shape;214;p32"/>
          <p:cNvSpPr/>
          <p:nvPr/>
        </p:nvSpPr>
        <p:spPr>
          <a:xfrm>
            <a:off x="6099958" y="2188534"/>
            <a:ext cx="2648700" cy="330300"/>
          </a:xfrm>
          <a:prstGeom prst="roundRect">
            <a:avLst>
              <a:gd fmla="val 16667" name="adj"/>
            </a:avLst>
          </a:prstGeom>
          <a:solidFill>
            <a:schemeClr val="accent1"/>
          </a:solidFill>
          <a:ln cap="flat" cmpd="sng" w="12700">
            <a:solidFill>
              <a:srgbClr val="2476B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400">
                <a:solidFill>
                  <a:schemeClr val="lt1"/>
                </a:solidFill>
                <a:latin typeface="Gill Sans"/>
                <a:ea typeface="Gill Sans"/>
                <a:cs typeface="Gill Sans"/>
                <a:sym typeface="Gill Sans"/>
              </a:rPr>
              <a:t>Results</a:t>
            </a:r>
            <a:endParaRPr sz="1100"/>
          </a:p>
        </p:txBody>
      </p:sp>
      <p:sp>
        <p:nvSpPr>
          <p:cNvPr id="215" name="Google Shape;215;p32"/>
          <p:cNvSpPr txBox="1"/>
          <p:nvPr>
            <p:ph idx="1" type="body"/>
          </p:nvPr>
        </p:nvSpPr>
        <p:spPr>
          <a:xfrm>
            <a:off x="3233725" y="2606675"/>
            <a:ext cx="2648700" cy="2113200"/>
          </a:xfrm>
          <a:prstGeom prst="rect">
            <a:avLst/>
          </a:prstGeom>
        </p:spPr>
        <p:txBody>
          <a:bodyPr anchorCtr="0" anchor="t" bIns="36575" lIns="0" spcFirstLastPara="1" rIns="0" wrap="square" tIns="36575">
            <a:noAutofit/>
          </a:bodyPr>
          <a:lstStyle>
            <a:lvl1pPr indent="-298450" lvl="0" marL="457200" rtl="0">
              <a:spcBef>
                <a:spcPts val="400"/>
              </a:spcBef>
              <a:spcAft>
                <a:spcPts val="0"/>
              </a:spcAft>
              <a:buSzPts val="1100"/>
              <a:buChar char="•"/>
              <a:defRPr sz="1100"/>
            </a:lvl1pPr>
            <a:lvl2pPr indent="-285750" lvl="1" marL="914400" rtl="0">
              <a:spcBef>
                <a:spcPts val="360"/>
              </a:spcBef>
              <a:spcAft>
                <a:spcPts val="0"/>
              </a:spcAft>
              <a:buSzPts val="900"/>
              <a:buChar char="–"/>
              <a:defRPr sz="900"/>
            </a:lvl2pPr>
            <a:lvl3pPr indent="-273050" lvl="2" marL="1371600" rtl="0">
              <a:spcBef>
                <a:spcPts val="320"/>
              </a:spcBef>
              <a:spcAft>
                <a:spcPts val="0"/>
              </a:spcAft>
              <a:buSzPts val="700"/>
              <a:buChar char="•"/>
              <a:defRPr sz="700"/>
            </a:lvl3pPr>
            <a:lvl4pPr indent="-273050" lvl="3" marL="1828800" rtl="0">
              <a:spcBef>
                <a:spcPts val="320"/>
              </a:spcBef>
              <a:spcAft>
                <a:spcPts val="0"/>
              </a:spcAft>
              <a:buSzPts val="700"/>
              <a:buChar char="–"/>
              <a:defRPr sz="700"/>
            </a:lvl4pPr>
            <a:lvl5pPr indent="-273050" lvl="4" marL="2286000" rtl="0">
              <a:spcBef>
                <a:spcPts val="320"/>
              </a:spcBef>
              <a:spcAft>
                <a:spcPts val="0"/>
              </a:spcAft>
              <a:buSzPts val="700"/>
              <a:buChar char="»"/>
              <a:defRPr sz="700"/>
            </a:lvl5pPr>
            <a:lvl6pPr indent="-298450" lvl="5" marL="2743200" rtl="0">
              <a:spcBef>
                <a:spcPts val="400"/>
              </a:spcBef>
              <a:spcAft>
                <a:spcPts val="0"/>
              </a:spcAft>
              <a:buSzPts val="1100"/>
              <a:buChar char="•"/>
              <a:defRPr sz="1100"/>
            </a:lvl6pPr>
            <a:lvl7pPr indent="-298450" lvl="6" marL="3200400" rtl="0">
              <a:spcBef>
                <a:spcPts val="400"/>
              </a:spcBef>
              <a:spcAft>
                <a:spcPts val="0"/>
              </a:spcAft>
              <a:buSzPts val="1100"/>
              <a:buChar char="•"/>
              <a:defRPr sz="1100"/>
            </a:lvl7pPr>
            <a:lvl8pPr indent="-298450" lvl="7" marL="3657600" rtl="0">
              <a:spcBef>
                <a:spcPts val="400"/>
              </a:spcBef>
              <a:spcAft>
                <a:spcPts val="0"/>
              </a:spcAft>
              <a:buSzPts val="1100"/>
              <a:buChar char="•"/>
              <a:defRPr sz="1100"/>
            </a:lvl8pPr>
            <a:lvl9pPr indent="-298450" lvl="8" marL="4114800" rtl="0">
              <a:spcBef>
                <a:spcPts val="400"/>
              </a:spcBef>
              <a:spcAft>
                <a:spcPts val="0"/>
              </a:spcAft>
              <a:buSzPts val="1100"/>
              <a:buChar char="•"/>
              <a:defRPr sz="1100"/>
            </a:lvl9pPr>
          </a:lstStyle>
          <a:p/>
        </p:txBody>
      </p:sp>
      <p:sp>
        <p:nvSpPr>
          <p:cNvPr id="216" name="Google Shape;216;p32"/>
          <p:cNvSpPr txBox="1"/>
          <p:nvPr>
            <p:ph idx="2" type="body"/>
          </p:nvPr>
        </p:nvSpPr>
        <p:spPr>
          <a:xfrm>
            <a:off x="6099950" y="2606675"/>
            <a:ext cx="2648700" cy="2113200"/>
          </a:xfrm>
          <a:prstGeom prst="rect">
            <a:avLst/>
          </a:prstGeom>
        </p:spPr>
        <p:txBody>
          <a:bodyPr anchorCtr="0" anchor="t" bIns="36575" lIns="0" spcFirstLastPara="1" rIns="0" wrap="square" tIns="36575">
            <a:noAutofit/>
          </a:bodyPr>
          <a:lstStyle>
            <a:lvl1pPr indent="-298450" lvl="0" marL="457200" rtl="0">
              <a:spcBef>
                <a:spcPts val="400"/>
              </a:spcBef>
              <a:spcAft>
                <a:spcPts val="0"/>
              </a:spcAft>
              <a:buSzPts val="1100"/>
              <a:buChar char="•"/>
              <a:defRPr sz="1100"/>
            </a:lvl1pPr>
            <a:lvl2pPr indent="-285750" lvl="1" marL="914400" rtl="0">
              <a:spcBef>
                <a:spcPts val="360"/>
              </a:spcBef>
              <a:spcAft>
                <a:spcPts val="0"/>
              </a:spcAft>
              <a:buSzPts val="900"/>
              <a:buChar char="–"/>
              <a:defRPr sz="900"/>
            </a:lvl2pPr>
            <a:lvl3pPr indent="-273050" lvl="2" marL="1371600" rtl="0">
              <a:spcBef>
                <a:spcPts val="320"/>
              </a:spcBef>
              <a:spcAft>
                <a:spcPts val="0"/>
              </a:spcAft>
              <a:buSzPts val="700"/>
              <a:buChar char="•"/>
              <a:defRPr sz="700"/>
            </a:lvl3pPr>
            <a:lvl4pPr indent="-273050" lvl="3" marL="1828800" rtl="0">
              <a:spcBef>
                <a:spcPts val="320"/>
              </a:spcBef>
              <a:spcAft>
                <a:spcPts val="0"/>
              </a:spcAft>
              <a:buSzPts val="700"/>
              <a:buChar char="–"/>
              <a:defRPr sz="700"/>
            </a:lvl4pPr>
            <a:lvl5pPr indent="-273050" lvl="4" marL="2286000" rtl="0">
              <a:spcBef>
                <a:spcPts val="320"/>
              </a:spcBef>
              <a:spcAft>
                <a:spcPts val="0"/>
              </a:spcAft>
              <a:buSzPts val="700"/>
              <a:buChar char="»"/>
              <a:defRPr sz="700"/>
            </a:lvl5pPr>
            <a:lvl6pPr indent="-298450" lvl="5" marL="2743200" rtl="0">
              <a:spcBef>
                <a:spcPts val="400"/>
              </a:spcBef>
              <a:spcAft>
                <a:spcPts val="0"/>
              </a:spcAft>
              <a:buSzPts val="1100"/>
              <a:buChar char="•"/>
              <a:defRPr sz="1100"/>
            </a:lvl6pPr>
            <a:lvl7pPr indent="-298450" lvl="6" marL="3200400" rtl="0">
              <a:spcBef>
                <a:spcPts val="400"/>
              </a:spcBef>
              <a:spcAft>
                <a:spcPts val="0"/>
              </a:spcAft>
              <a:buSzPts val="1100"/>
              <a:buChar char="•"/>
              <a:defRPr sz="1100"/>
            </a:lvl7pPr>
            <a:lvl8pPr indent="-298450" lvl="7" marL="3657600" rtl="0">
              <a:spcBef>
                <a:spcPts val="400"/>
              </a:spcBef>
              <a:spcAft>
                <a:spcPts val="0"/>
              </a:spcAft>
              <a:buSzPts val="1100"/>
              <a:buChar char="•"/>
              <a:defRPr sz="1100"/>
            </a:lvl8pPr>
            <a:lvl9pPr indent="-298450" lvl="8" marL="4114800" rtl="0">
              <a:spcBef>
                <a:spcPts val="400"/>
              </a:spcBef>
              <a:spcAft>
                <a:spcPts val="0"/>
              </a:spcAft>
              <a:buSzPts val="1100"/>
              <a:buChar char="•"/>
              <a:defRPr sz="1100"/>
            </a:lvl9pPr>
          </a:lstStyle>
          <a:p/>
        </p:txBody>
      </p:sp>
      <p:sp>
        <p:nvSpPr>
          <p:cNvPr id="217" name="Google Shape;217;p32"/>
          <p:cNvSpPr txBox="1"/>
          <p:nvPr>
            <p:ph idx="3" type="body"/>
          </p:nvPr>
        </p:nvSpPr>
        <p:spPr>
          <a:xfrm>
            <a:off x="367500" y="2606675"/>
            <a:ext cx="2648700" cy="2113200"/>
          </a:xfrm>
          <a:prstGeom prst="rect">
            <a:avLst/>
          </a:prstGeom>
        </p:spPr>
        <p:txBody>
          <a:bodyPr anchorCtr="0" anchor="t" bIns="36575" lIns="0" spcFirstLastPara="1" rIns="0" wrap="square" tIns="36575">
            <a:spAutoFit/>
          </a:bodyPr>
          <a:lstStyle>
            <a:lvl1pPr indent="-298450" lvl="0" marL="457200" rtl="0">
              <a:spcBef>
                <a:spcPts val="400"/>
              </a:spcBef>
              <a:spcAft>
                <a:spcPts val="0"/>
              </a:spcAft>
              <a:buSzPts val="1100"/>
              <a:buChar char="•"/>
              <a:defRPr sz="1100"/>
            </a:lvl1pPr>
            <a:lvl2pPr indent="-285750" lvl="1" marL="914400" rtl="0">
              <a:spcBef>
                <a:spcPts val="360"/>
              </a:spcBef>
              <a:spcAft>
                <a:spcPts val="0"/>
              </a:spcAft>
              <a:buSzPts val="900"/>
              <a:buChar char="–"/>
              <a:defRPr sz="900"/>
            </a:lvl2pPr>
            <a:lvl3pPr indent="-273050" lvl="2" marL="1371600" rtl="0">
              <a:spcBef>
                <a:spcPts val="320"/>
              </a:spcBef>
              <a:spcAft>
                <a:spcPts val="0"/>
              </a:spcAft>
              <a:buSzPts val="700"/>
              <a:buChar char="•"/>
              <a:defRPr sz="700"/>
            </a:lvl3pPr>
            <a:lvl4pPr indent="-273050" lvl="3" marL="1828800" rtl="0">
              <a:spcBef>
                <a:spcPts val="320"/>
              </a:spcBef>
              <a:spcAft>
                <a:spcPts val="0"/>
              </a:spcAft>
              <a:buSzPts val="700"/>
              <a:buChar char="–"/>
              <a:defRPr sz="700"/>
            </a:lvl4pPr>
            <a:lvl5pPr indent="-273050" lvl="4" marL="2286000" rtl="0">
              <a:spcBef>
                <a:spcPts val="320"/>
              </a:spcBef>
              <a:spcAft>
                <a:spcPts val="0"/>
              </a:spcAft>
              <a:buSzPts val="700"/>
              <a:buChar char="»"/>
              <a:defRPr sz="700"/>
            </a:lvl5pPr>
            <a:lvl6pPr indent="-298450" lvl="5" marL="2743200" rtl="0">
              <a:spcBef>
                <a:spcPts val="400"/>
              </a:spcBef>
              <a:spcAft>
                <a:spcPts val="0"/>
              </a:spcAft>
              <a:buSzPts val="1100"/>
              <a:buChar char="•"/>
              <a:defRPr sz="1100"/>
            </a:lvl6pPr>
            <a:lvl7pPr indent="-298450" lvl="6" marL="3200400" rtl="0">
              <a:spcBef>
                <a:spcPts val="400"/>
              </a:spcBef>
              <a:spcAft>
                <a:spcPts val="0"/>
              </a:spcAft>
              <a:buSzPts val="1100"/>
              <a:buChar char="•"/>
              <a:defRPr sz="1100"/>
            </a:lvl7pPr>
            <a:lvl8pPr indent="-298450" lvl="7" marL="3657600" rtl="0">
              <a:spcBef>
                <a:spcPts val="400"/>
              </a:spcBef>
              <a:spcAft>
                <a:spcPts val="0"/>
              </a:spcAft>
              <a:buSzPts val="1100"/>
              <a:buChar char="•"/>
              <a:defRPr sz="1100"/>
            </a:lvl8pPr>
            <a:lvl9pPr indent="-298450" lvl="8" marL="4114800" rtl="0">
              <a:spcBef>
                <a:spcPts val="400"/>
              </a:spcBef>
              <a:spcAft>
                <a:spcPts val="0"/>
              </a:spcAft>
              <a:buSzPts val="1100"/>
              <a:buChar char="•"/>
              <a:defRPr sz="11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1_Title and Content_1">
    <p:spTree>
      <p:nvGrpSpPr>
        <p:cNvPr id="218" name="Shape 218"/>
        <p:cNvGrpSpPr/>
        <p:nvPr/>
      </p:nvGrpSpPr>
      <p:grpSpPr>
        <a:xfrm>
          <a:off x="0" y="0"/>
          <a:ext cx="0" cy="0"/>
          <a:chOff x="0" y="0"/>
          <a:chExt cx="0" cy="0"/>
        </a:xfrm>
      </p:grpSpPr>
      <p:sp>
        <p:nvSpPr>
          <p:cNvPr id="219" name="Google Shape;219;p33"/>
          <p:cNvSpPr/>
          <p:nvPr/>
        </p:nvSpPr>
        <p:spPr>
          <a:xfrm>
            <a:off x="0" y="772583"/>
            <a:ext cx="9144000" cy="4371000"/>
          </a:xfrm>
          <a:prstGeom prst="rect">
            <a:avLst/>
          </a:prstGeom>
          <a:solidFill>
            <a:srgbClr val="3664AD">
              <a:alpha val="275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sp>
        <p:nvSpPr>
          <p:cNvPr id="220" name="Google Shape;220;p33"/>
          <p:cNvSpPr txBox="1"/>
          <p:nvPr>
            <p:ph type="title"/>
          </p:nvPr>
        </p:nvSpPr>
        <p:spPr>
          <a:xfrm>
            <a:off x="333993" y="159442"/>
            <a:ext cx="7893900" cy="447300"/>
          </a:xfrm>
          <a:prstGeom prst="rect">
            <a:avLst/>
          </a:prstGeom>
          <a:noFill/>
          <a:ln>
            <a:noFill/>
          </a:ln>
        </p:spPr>
        <p:txBody>
          <a:bodyPr anchorCtr="0" anchor="ctr" bIns="91425" lIns="91425" spcFirstLastPara="1" rIns="91425" wrap="square" tIns="91425">
            <a:noAutofit/>
          </a:bodyPr>
          <a:lstStyle>
            <a:lvl1pPr lvl="0" rtl="0" algn="l">
              <a:lnSpc>
                <a:spcPct val="100000"/>
              </a:lnSpc>
              <a:spcBef>
                <a:spcPts val="0"/>
              </a:spcBef>
              <a:spcAft>
                <a:spcPts val="0"/>
              </a:spcAft>
              <a:buSzPts val="1800"/>
              <a:buNone/>
              <a:defRPr/>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pic>
        <p:nvPicPr>
          <p:cNvPr id="221" name="Google Shape;221;p33"/>
          <p:cNvPicPr preferRelativeResize="0"/>
          <p:nvPr/>
        </p:nvPicPr>
        <p:blipFill rotWithShape="1">
          <a:blip r:embed="rId2">
            <a:alphaModFix amt="6000"/>
          </a:blip>
          <a:srcRect b="0" l="17594" r="0" t="0"/>
          <a:stretch/>
        </p:blipFill>
        <p:spPr>
          <a:xfrm>
            <a:off x="0" y="775759"/>
            <a:ext cx="6393974" cy="4364563"/>
          </a:xfrm>
          <a:prstGeom prst="rect">
            <a:avLst/>
          </a:prstGeom>
          <a:noFill/>
          <a:ln>
            <a:noFill/>
          </a:ln>
        </p:spPr>
      </p:pic>
      <p:sp>
        <p:nvSpPr>
          <p:cNvPr id="222" name="Google Shape;222;p33"/>
          <p:cNvSpPr txBox="1"/>
          <p:nvPr>
            <p:ph idx="12" type="sldNum"/>
          </p:nvPr>
        </p:nvSpPr>
        <p:spPr>
          <a:xfrm>
            <a:off x="8227785" y="4803546"/>
            <a:ext cx="580500" cy="273900"/>
          </a:xfrm>
          <a:prstGeom prst="rect">
            <a:avLst/>
          </a:prstGeom>
          <a:noFill/>
          <a:ln>
            <a:noFill/>
          </a:ln>
        </p:spPr>
        <p:txBody>
          <a:bodyPr anchorCtr="0" anchor="ctr" bIns="45700" lIns="91425" spcFirstLastPara="1" rIns="91425" wrap="square" tIns="45700">
            <a:noAutofit/>
          </a:bodyPr>
          <a:lstStyle>
            <a:lvl1pPr indent="0" lvl="0" marL="0" rtl="0" algn="l">
              <a:lnSpc>
                <a:spcPct val="100000"/>
              </a:lnSpc>
              <a:spcBef>
                <a:spcPts val="0"/>
              </a:spcBef>
              <a:spcAft>
                <a:spcPts val="0"/>
              </a:spcAft>
              <a:buClr>
                <a:srgbClr val="000000"/>
              </a:buClr>
              <a:buSzPts val="1400"/>
              <a:buFont typeface="Arial"/>
              <a:buNone/>
              <a:defRPr/>
            </a:lvl1pPr>
            <a:lvl2pPr indent="0" lvl="1" marL="0" rtl="0" algn="l">
              <a:lnSpc>
                <a:spcPct val="100000"/>
              </a:lnSpc>
              <a:spcBef>
                <a:spcPts val="0"/>
              </a:spcBef>
              <a:spcAft>
                <a:spcPts val="0"/>
              </a:spcAft>
              <a:buClr>
                <a:srgbClr val="000000"/>
              </a:buClr>
              <a:buSzPts val="1400"/>
              <a:buFont typeface="Arial"/>
              <a:buNone/>
              <a:defRPr/>
            </a:lvl2pPr>
            <a:lvl3pPr indent="0" lvl="2" marL="0" rtl="0" algn="l">
              <a:lnSpc>
                <a:spcPct val="100000"/>
              </a:lnSpc>
              <a:spcBef>
                <a:spcPts val="0"/>
              </a:spcBef>
              <a:spcAft>
                <a:spcPts val="0"/>
              </a:spcAft>
              <a:buClr>
                <a:srgbClr val="000000"/>
              </a:buClr>
              <a:buSzPts val="1400"/>
              <a:buFont typeface="Arial"/>
              <a:buNone/>
              <a:defRPr/>
            </a:lvl3pPr>
            <a:lvl4pPr indent="0" lvl="3" marL="0" rtl="0" algn="l">
              <a:lnSpc>
                <a:spcPct val="100000"/>
              </a:lnSpc>
              <a:spcBef>
                <a:spcPts val="0"/>
              </a:spcBef>
              <a:spcAft>
                <a:spcPts val="0"/>
              </a:spcAft>
              <a:buClr>
                <a:srgbClr val="000000"/>
              </a:buClr>
              <a:buSzPts val="1400"/>
              <a:buFont typeface="Arial"/>
              <a:buNone/>
              <a:defRPr/>
            </a:lvl4pPr>
            <a:lvl5pPr indent="0" lvl="4" marL="0" rtl="0" algn="l">
              <a:lnSpc>
                <a:spcPct val="100000"/>
              </a:lnSpc>
              <a:spcBef>
                <a:spcPts val="0"/>
              </a:spcBef>
              <a:spcAft>
                <a:spcPts val="0"/>
              </a:spcAft>
              <a:buClr>
                <a:srgbClr val="000000"/>
              </a:buClr>
              <a:buSzPts val="1400"/>
              <a:buFont typeface="Arial"/>
              <a:buNone/>
              <a:defRPr/>
            </a:lvl5pPr>
            <a:lvl6pPr indent="0" lvl="5" marL="0" rtl="0" algn="l">
              <a:lnSpc>
                <a:spcPct val="100000"/>
              </a:lnSpc>
              <a:spcBef>
                <a:spcPts val="0"/>
              </a:spcBef>
              <a:spcAft>
                <a:spcPts val="0"/>
              </a:spcAft>
              <a:buClr>
                <a:srgbClr val="000000"/>
              </a:buClr>
              <a:buSzPts val="1400"/>
              <a:buFont typeface="Arial"/>
              <a:buNone/>
              <a:defRPr/>
            </a:lvl6pPr>
            <a:lvl7pPr indent="0" lvl="6" marL="0" rtl="0" algn="l">
              <a:lnSpc>
                <a:spcPct val="100000"/>
              </a:lnSpc>
              <a:spcBef>
                <a:spcPts val="0"/>
              </a:spcBef>
              <a:spcAft>
                <a:spcPts val="0"/>
              </a:spcAft>
              <a:buClr>
                <a:srgbClr val="000000"/>
              </a:buClr>
              <a:buSzPts val="1400"/>
              <a:buFont typeface="Arial"/>
              <a:buNone/>
              <a:defRPr/>
            </a:lvl7pPr>
            <a:lvl8pPr indent="0" lvl="7" marL="0" rtl="0" algn="l">
              <a:lnSpc>
                <a:spcPct val="100000"/>
              </a:lnSpc>
              <a:spcBef>
                <a:spcPts val="0"/>
              </a:spcBef>
              <a:spcAft>
                <a:spcPts val="0"/>
              </a:spcAft>
              <a:buClr>
                <a:srgbClr val="000000"/>
              </a:buClr>
              <a:buSzPts val="1400"/>
              <a:buFont typeface="Arial"/>
              <a:buNone/>
              <a:defRPr/>
            </a:lvl8pPr>
            <a:lvl9pPr indent="0" lvl="8" marL="0" rtl="0" algn="l">
              <a:lnSpc>
                <a:spcPct val="100000"/>
              </a:lnSpc>
              <a:spcBef>
                <a:spcPts val="0"/>
              </a:spcBef>
              <a:spcAft>
                <a:spcPts val="0"/>
              </a:spcAft>
              <a:buClr>
                <a:srgbClr val="000000"/>
              </a:buClr>
              <a:buSzPts val="1400"/>
              <a:buFont typeface="Arial"/>
              <a:buNone/>
              <a:defRPr/>
            </a:lvl9pPr>
          </a:lstStyle>
          <a:p>
            <a:pPr indent="0" lvl="0" marL="0" rtl="0" algn="l">
              <a:spcBef>
                <a:spcPts val="0"/>
              </a:spcBef>
              <a:spcAft>
                <a:spcPts val="0"/>
              </a:spcAft>
              <a:buNone/>
            </a:pPr>
            <a:fld id="{00000000-1234-1234-1234-123412341234}" type="slidenum">
              <a:rPr lang="en"/>
              <a:t>‹#›</a:t>
            </a:fld>
            <a:endParaRPr/>
          </a:p>
        </p:txBody>
      </p:sp>
      <p:pic>
        <p:nvPicPr>
          <p:cNvPr descr="OpenMainframe_Logo_Pantone.png" id="223" name="Google Shape;223;p33"/>
          <p:cNvPicPr preferRelativeResize="0"/>
          <p:nvPr/>
        </p:nvPicPr>
        <p:blipFill rotWithShape="1">
          <a:blip r:embed="rId3">
            <a:alphaModFix/>
          </a:blip>
          <a:srcRect b="30187" l="0" r="80655" t="0"/>
          <a:stretch/>
        </p:blipFill>
        <p:spPr>
          <a:xfrm>
            <a:off x="8306753" y="100724"/>
            <a:ext cx="469852" cy="518218"/>
          </a:xfrm>
          <a:prstGeom prst="rect">
            <a:avLst/>
          </a:prstGeom>
          <a:noFill/>
          <a:ln>
            <a:noFill/>
          </a:ln>
        </p:spPr>
      </p:pic>
      <p:sp>
        <p:nvSpPr>
          <p:cNvPr id="224" name="Google Shape;224;p33"/>
          <p:cNvSpPr/>
          <p:nvPr/>
        </p:nvSpPr>
        <p:spPr>
          <a:xfrm>
            <a:off x="0" y="5112913"/>
            <a:ext cx="9144000" cy="50700"/>
          </a:xfrm>
          <a:prstGeom prst="rect">
            <a:avLst/>
          </a:prstGeom>
          <a:solidFill>
            <a:srgbClr val="3664A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 Background">
  <p:cSld name="1_Title and Content_1_1">
    <p:spTree>
      <p:nvGrpSpPr>
        <p:cNvPr id="225" name="Shape 225"/>
        <p:cNvGrpSpPr/>
        <p:nvPr/>
      </p:nvGrpSpPr>
      <p:grpSpPr>
        <a:xfrm>
          <a:off x="0" y="0"/>
          <a:ext cx="0" cy="0"/>
          <a:chOff x="0" y="0"/>
          <a:chExt cx="0" cy="0"/>
        </a:xfrm>
      </p:grpSpPr>
      <p:sp>
        <p:nvSpPr>
          <p:cNvPr id="226" name="Google Shape;226;p34"/>
          <p:cNvSpPr/>
          <p:nvPr/>
        </p:nvSpPr>
        <p:spPr>
          <a:xfrm>
            <a:off x="0" y="74"/>
            <a:ext cx="9144000" cy="5143500"/>
          </a:xfrm>
          <a:prstGeom prst="rect">
            <a:avLst/>
          </a:prstGeom>
          <a:solidFill>
            <a:srgbClr val="3664AD">
              <a:alpha val="275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pic>
        <p:nvPicPr>
          <p:cNvPr id="227" name="Google Shape;227;p34"/>
          <p:cNvPicPr preferRelativeResize="0"/>
          <p:nvPr/>
        </p:nvPicPr>
        <p:blipFill rotWithShape="1">
          <a:blip r:embed="rId2">
            <a:alphaModFix amt="6000"/>
          </a:blip>
          <a:srcRect b="0" l="17594" r="0" t="0"/>
          <a:stretch/>
        </p:blipFill>
        <p:spPr>
          <a:xfrm>
            <a:off x="0" y="-3175"/>
            <a:ext cx="7535078" cy="5143500"/>
          </a:xfrm>
          <a:prstGeom prst="rect">
            <a:avLst/>
          </a:prstGeom>
          <a:noFill/>
          <a:ln>
            <a:noFill/>
          </a:ln>
        </p:spPr>
      </p:pic>
      <p:sp>
        <p:nvSpPr>
          <p:cNvPr id="228" name="Google Shape;228;p34"/>
          <p:cNvSpPr txBox="1"/>
          <p:nvPr>
            <p:ph idx="12" type="sldNum"/>
          </p:nvPr>
        </p:nvSpPr>
        <p:spPr>
          <a:xfrm>
            <a:off x="8227785" y="4803546"/>
            <a:ext cx="580500" cy="273900"/>
          </a:xfrm>
          <a:prstGeom prst="rect">
            <a:avLst/>
          </a:prstGeom>
          <a:noFill/>
          <a:ln>
            <a:noFill/>
          </a:ln>
        </p:spPr>
        <p:txBody>
          <a:bodyPr anchorCtr="0" anchor="ctr" bIns="45700" lIns="91425" spcFirstLastPara="1" rIns="91425" wrap="square" tIns="45700">
            <a:noAutofit/>
          </a:bodyPr>
          <a:lstStyle>
            <a:lvl1pPr indent="0" lvl="0" marL="0" rtl="0" algn="l">
              <a:lnSpc>
                <a:spcPct val="100000"/>
              </a:lnSpc>
              <a:spcBef>
                <a:spcPts val="0"/>
              </a:spcBef>
              <a:spcAft>
                <a:spcPts val="0"/>
              </a:spcAft>
              <a:buClr>
                <a:srgbClr val="000000"/>
              </a:buClr>
              <a:buSzPts val="1400"/>
              <a:buFont typeface="Arial"/>
              <a:buNone/>
              <a:defRPr/>
            </a:lvl1pPr>
            <a:lvl2pPr indent="0" lvl="1" marL="0" rtl="0" algn="l">
              <a:lnSpc>
                <a:spcPct val="100000"/>
              </a:lnSpc>
              <a:spcBef>
                <a:spcPts val="0"/>
              </a:spcBef>
              <a:spcAft>
                <a:spcPts val="0"/>
              </a:spcAft>
              <a:buClr>
                <a:srgbClr val="000000"/>
              </a:buClr>
              <a:buSzPts val="1400"/>
              <a:buFont typeface="Arial"/>
              <a:buNone/>
              <a:defRPr/>
            </a:lvl2pPr>
            <a:lvl3pPr indent="0" lvl="2" marL="0" rtl="0" algn="l">
              <a:lnSpc>
                <a:spcPct val="100000"/>
              </a:lnSpc>
              <a:spcBef>
                <a:spcPts val="0"/>
              </a:spcBef>
              <a:spcAft>
                <a:spcPts val="0"/>
              </a:spcAft>
              <a:buClr>
                <a:srgbClr val="000000"/>
              </a:buClr>
              <a:buSzPts val="1400"/>
              <a:buFont typeface="Arial"/>
              <a:buNone/>
              <a:defRPr/>
            </a:lvl3pPr>
            <a:lvl4pPr indent="0" lvl="3" marL="0" rtl="0" algn="l">
              <a:lnSpc>
                <a:spcPct val="100000"/>
              </a:lnSpc>
              <a:spcBef>
                <a:spcPts val="0"/>
              </a:spcBef>
              <a:spcAft>
                <a:spcPts val="0"/>
              </a:spcAft>
              <a:buClr>
                <a:srgbClr val="000000"/>
              </a:buClr>
              <a:buSzPts val="1400"/>
              <a:buFont typeface="Arial"/>
              <a:buNone/>
              <a:defRPr/>
            </a:lvl4pPr>
            <a:lvl5pPr indent="0" lvl="4" marL="0" rtl="0" algn="l">
              <a:lnSpc>
                <a:spcPct val="100000"/>
              </a:lnSpc>
              <a:spcBef>
                <a:spcPts val="0"/>
              </a:spcBef>
              <a:spcAft>
                <a:spcPts val="0"/>
              </a:spcAft>
              <a:buClr>
                <a:srgbClr val="000000"/>
              </a:buClr>
              <a:buSzPts val="1400"/>
              <a:buFont typeface="Arial"/>
              <a:buNone/>
              <a:defRPr/>
            </a:lvl5pPr>
            <a:lvl6pPr indent="0" lvl="5" marL="0" rtl="0" algn="l">
              <a:lnSpc>
                <a:spcPct val="100000"/>
              </a:lnSpc>
              <a:spcBef>
                <a:spcPts val="0"/>
              </a:spcBef>
              <a:spcAft>
                <a:spcPts val="0"/>
              </a:spcAft>
              <a:buClr>
                <a:srgbClr val="000000"/>
              </a:buClr>
              <a:buSzPts val="1400"/>
              <a:buFont typeface="Arial"/>
              <a:buNone/>
              <a:defRPr/>
            </a:lvl6pPr>
            <a:lvl7pPr indent="0" lvl="6" marL="0" rtl="0" algn="l">
              <a:lnSpc>
                <a:spcPct val="100000"/>
              </a:lnSpc>
              <a:spcBef>
                <a:spcPts val="0"/>
              </a:spcBef>
              <a:spcAft>
                <a:spcPts val="0"/>
              </a:spcAft>
              <a:buClr>
                <a:srgbClr val="000000"/>
              </a:buClr>
              <a:buSzPts val="1400"/>
              <a:buFont typeface="Arial"/>
              <a:buNone/>
              <a:defRPr/>
            </a:lvl7pPr>
            <a:lvl8pPr indent="0" lvl="7" marL="0" rtl="0" algn="l">
              <a:lnSpc>
                <a:spcPct val="100000"/>
              </a:lnSpc>
              <a:spcBef>
                <a:spcPts val="0"/>
              </a:spcBef>
              <a:spcAft>
                <a:spcPts val="0"/>
              </a:spcAft>
              <a:buClr>
                <a:srgbClr val="000000"/>
              </a:buClr>
              <a:buSzPts val="1400"/>
              <a:buFont typeface="Arial"/>
              <a:buNone/>
              <a:defRPr/>
            </a:lvl8pPr>
            <a:lvl9pPr indent="0" lvl="8" marL="0" rtl="0" algn="l">
              <a:lnSpc>
                <a:spcPct val="100000"/>
              </a:lnSpc>
              <a:spcBef>
                <a:spcPts val="0"/>
              </a:spcBef>
              <a:spcAft>
                <a:spcPts val="0"/>
              </a:spcAft>
              <a:buClr>
                <a:srgbClr val="000000"/>
              </a:buClr>
              <a:buSzPts val="1400"/>
              <a:buFont typeface="Arial"/>
              <a:buNone/>
              <a:defRPr/>
            </a:lvl9pPr>
          </a:lstStyle>
          <a:p>
            <a:pPr indent="0" lvl="0" marL="0" rtl="0" algn="l">
              <a:spcBef>
                <a:spcPts val="0"/>
              </a:spcBef>
              <a:spcAft>
                <a:spcPts val="0"/>
              </a:spcAft>
              <a:buNone/>
            </a:pPr>
            <a:fld id="{00000000-1234-1234-1234-123412341234}" type="slidenum">
              <a:rPr lang="en"/>
              <a:t>‹#›</a:t>
            </a:fld>
            <a:endParaRPr/>
          </a:p>
        </p:txBody>
      </p:sp>
      <p:sp>
        <p:nvSpPr>
          <p:cNvPr id="229" name="Google Shape;229;p34"/>
          <p:cNvSpPr/>
          <p:nvPr/>
        </p:nvSpPr>
        <p:spPr>
          <a:xfrm>
            <a:off x="0" y="5112913"/>
            <a:ext cx="9144000" cy="50700"/>
          </a:xfrm>
          <a:prstGeom prst="rect">
            <a:avLst/>
          </a:prstGeom>
          <a:solidFill>
            <a:srgbClr val="3664A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2">
    <p:spTree>
      <p:nvGrpSpPr>
        <p:cNvPr id="230" name="Shape 230"/>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CUSTOM">
    <p:spTree>
      <p:nvGrpSpPr>
        <p:cNvPr id="231" name="Shape 231"/>
        <p:cNvGrpSpPr/>
        <p:nvPr/>
      </p:nvGrpSpPr>
      <p:grpSpPr>
        <a:xfrm>
          <a:off x="0" y="0"/>
          <a:ext cx="0" cy="0"/>
          <a:chOff x="0" y="0"/>
          <a:chExt cx="0" cy="0"/>
        </a:xfrm>
      </p:grpSpPr>
      <p:sp>
        <p:nvSpPr>
          <p:cNvPr id="232" name="Google Shape;232;p36"/>
          <p:cNvSpPr txBox="1"/>
          <p:nvPr>
            <p:ph type="title"/>
          </p:nvPr>
        </p:nvSpPr>
        <p:spPr>
          <a:xfrm>
            <a:off x="311700" y="231021"/>
            <a:ext cx="8520600" cy="5649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233" name="Google Shape;233;p36"/>
          <p:cNvSpPr txBox="1"/>
          <p:nvPr>
            <p:ph idx="1" type="body"/>
          </p:nvPr>
        </p:nvSpPr>
        <p:spPr>
          <a:xfrm>
            <a:off x="311150" y="1114425"/>
            <a:ext cx="8521800" cy="3533700"/>
          </a:xfrm>
          <a:prstGeom prst="rect">
            <a:avLst/>
          </a:prstGeom>
          <a:noFill/>
          <a:ln>
            <a:noFill/>
          </a:ln>
        </p:spPr>
        <p:txBody>
          <a:bodyPr anchorCtr="0" anchor="t" bIns="91425" lIns="91425" spcFirstLastPara="1" rIns="91425" wrap="square" tIns="91425">
            <a:noAutofit/>
          </a:bodyPr>
          <a:lstStyle>
            <a:lvl1pPr indent="-381000" lvl="0" marL="457200" rtl="0" algn="l">
              <a:lnSpc>
                <a:spcPct val="115000"/>
              </a:lnSpc>
              <a:spcBef>
                <a:spcPts val="600"/>
              </a:spcBef>
              <a:spcAft>
                <a:spcPts val="0"/>
              </a:spcAft>
              <a:buClr>
                <a:srgbClr val="595959"/>
              </a:buClr>
              <a:buSzPts val="2400"/>
              <a:buFont typeface="Arial"/>
              <a:buChar char="•"/>
              <a:defRPr sz="2400">
                <a:solidFill>
                  <a:srgbClr val="595959"/>
                </a:solidFill>
              </a:defRPr>
            </a:lvl1pPr>
            <a:lvl2pPr indent="-342900" lvl="1" marL="914400" rtl="0" algn="l">
              <a:lnSpc>
                <a:spcPct val="115000"/>
              </a:lnSpc>
              <a:spcBef>
                <a:spcPts val="0"/>
              </a:spcBef>
              <a:spcAft>
                <a:spcPts val="0"/>
              </a:spcAft>
              <a:buClr>
                <a:srgbClr val="595959"/>
              </a:buClr>
              <a:buSzPts val="1800"/>
              <a:buFont typeface="Arial"/>
              <a:buChar char="•"/>
              <a:defRPr sz="1800">
                <a:solidFill>
                  <a:srgbClr val="595959"/>
                </a:solidFill>
              </a:defRPr>
            </a:lvl2pPr>
            <a:lvl3pPr indent="-342900" lvl="2" marL="1371600" rtl="0" algn="l">
              <a:lnSpc>
                <a:spcPct val="115000"/>
              </a:lnSpc>
              <a:spcBef>
                <a:spcPts val="0"/>
              </a:spcBef>
              <a:spcAft>
                <a:spcPts val="0"/>
              </a:spcAft>
              <a:buClr>
                <a:srgbClr val="595959"/>
              </a:buClr>
              <a:buSzPts val="1800"/>
              <a:buFont typeface="Arial"/>
              <a:buChar char="•"/>
              <a:defRPr sz="1800">
                <a:solidFill>
                  <a:srgbClr val="595959"/>
                </a:solidFill>
              </a:defRPr>
            </a:lvl3pPr>
            <a:lvl4pPr indent="-342900" lvl="3" marL="1828800" rtl="0" algn="l">
              <a:lnSpc>
                <a:spcPct val="115000"/>
              </a:lnSpc>
              <a:spcBef>
                <a:spcPts val="0"/>
              </a:spcBef>
              <a:spcAft>
                <a:spcPts val="0"/>
              </a:spcAft>
              <a:buClr>
                <a:srgbClr val="595959"/>
              </a:buClr>
              <a:buSzPts val="1800"/>
              <a:buFont typeface="Arial"/>
              <a:buChar char="•"/>
              <a:defRPr sz="1800">
                <a:solidFill>
                  <a:srgbClr val="595959"/>
                </a:solidFill>
              </a:defRPr>
            </a:lvl4pPr>
            <a:lvl5pPr indent="-342900" lvl="4" marL="2286000" rtl="0" algn="l">
              <a:lnSpc>
                <a:spcPct val="115000"/>
              </a:lnSpc>
              <a:spcBef>
                <a:spcPts val="0"/>
              </a:spcBef>
              <a:spcAft>
                <a:spcPts val="0"/>
              </a:spcAft>
              <a:buClr>
                <a:srgbClr val="595959"/>
              </a:buClr>
              <a:buSzPts val="1800"/>
              <a:buFont typeface="Arial"/>
              <a:buChar char="•"/>
              <a:defRPr sz="1800">
                <a:solidFill>
                  <a:srgbClr val="595959"/>
                </a:solidFill>
              </a:defRPr>
            </a:lvl5pPr>
            <a:lvl6pPr indent="-342900" lvl="5" marL="2743200" rtl="0" algn="l">
              <a:lnSpc>
                <a:spcPct val="115000"/>
              </a:lnSpc>
              <a:spcBef>
                <a:spcPts val="0"/>
              </a:spcBef>
              <a:spcAft>
                <a:spcPts val="0"/>
              </a:spcAft>
              <a:buClr>
                <a:srgbClr val="595959"/>
              </a:buClr>
              <a:buSzPts val="1800"/>
              <a:buChar char="•"/>
              <a:defRPr>
                <a:solidFill>
                  <a:srgbClr val="595959"/>
                </a:solidFill>
              </a:defRPr>
            </a:lvl6pPr>
            <a:lvl7pPr indent="-342900" lvl="6" marL="3200400" rtl="0" algn="l">
              <a:lnSpc>
                <a:spcPct val="115000"/>
              </a:lnSpc>
              <a:spcBef>
                <a:spcPts val="0"/>
              </a:spcBef>
              <a:spcAft>
                <a:spcPts val="0"/>
              </a:spcAft>
              <a:buClr>
                <a:srgbClr val="595959"/>
              </a:buClr>
              <a:buSzPts val="1800"/>
              <a:buChar char="•"/>
              <a:defRPr>
                <a:solidFill>
                  <a:srgbClr val="595959"/>
                </a:solidFill>
              </a:defRPr>
            </a:lvl7pPr>
            <a:lvl8pPr indent="-342900" lvl="7" marL="3657600" rtl="0" algn="l">
              <a:lnSpc>
                <a:spcPct val="115000"/>
              </a:lnSpc>
              <a:spcBef>
                <a:spcPts val="0"/>
              </a:spcBef>
              <a:spcAft>
                <a:spcPts val="0"/>
              </a:spcAft>
              <a:buClr>
                <a:srgbClr val="595959"/>
              </a:buClr>
              <a:buSzPts val="1800"/>
              <a:buChar char="•"/>
              <a:defRPr>
                <a:solidFill>
                  <a:srgbClr val="595959"/>
                </a:solidFill>
              </a:defRPr>
            </a:lvl8pPr>
            <a:lvl9pPr indent="-342900" lvl="8" marL="4114800" rtl="0" algn="l">
              <a:lnSpc>
                <a:spcPct val="115000"/>
              </a:lnSpc>
              <a:spcBef>
                <a:spcPts val="0"/>
              </a:spcBef>
              <a:spcAft>
                <a:spcPts val="0"/>
              </a:spcAft>
              <a:buClr>
                <a:srgbClr val="595959"/>
              </a:buClr>
              <a:buSzPts val="1800"/>
              <a:buChar char="•"/>
              <a:defRPr>
                <a:solidFill>
                  <a:srgbClr val="595959"/>
                </a:solidFill>
              </a:defRPr>
            </a:lvl9pPr>
          </a:lstStyle>
          <a:p/>
        </p:txBody>
      </p:sp>
      <p:sp>
        <p:nvSpPr>
          <p:cNvPr id="234" name="Google Shape;234;p36"/>
          <p:cNvSpPr txBox="1"/>
          <p:nvPr>
            <p:ph idx="12" type="sldNum"/>
          </p:nvPr>
        </p:nvSpPr>
        <p:spPr>
          <a:xfrm>
            <a:off x="8556775" y="4868450"/>
            <a:ext cx="548700" cy="2730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1pPr>
            <a:lvl2pPr indent="0" lvl="1"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2pPr>
            <a:lvl3pPr indent="0" lvl="2"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3pPr>
            <a:lvl4pPr indent="0" lvl="3"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4pPr>
            <a:lvl5pPr indent="0" lvl="4"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5pPr>
            <a:lvl6pPr indent="0" lvl="5"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6pPr>
            <a:lvl7pPr indent="0" lvl="6"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7pPr>
            <a:lvl8pPr indent="0" lvl="7"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8pPr>
            <a:lvl9pPr indent="0" lvl="8"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Full Bleed Image ">
    <p:bg>
      <p:bgPr>
        <a:solidFill>
          <a:schemeClr val="dk1"/>
        </a:solidFill>
      </p:bgPr>
    </p:bg>
    <p:spTree>
      <p:nvGrpSpPr>
        <p:cNvPr id="235" name="Shape 235"/>
        <p:cNvGrpSpPr/>
        <p:nvPr/>
      </p:nvGrpSpPr>
      <p:grpSpPr>
        <a:xfrm>
          <a:off x="0" y="0"/>
          <a:ext cx="0" cy="0"/>
          <a:chOff x="0" y="0"/>
          <a:chExt cx="0" cy="0"/>
        </a:xfrm>
      </p:grpSpPr>
      <p:pic>
        <p:nvPicPr>
          <p:cNvPr id="236" name="Google Shape;236;p37"/>
          <p:cNvPicPr preferRelativeResize="0"/>
          <p:nvPr/>
        </p:nvPicPr>
        <p:blipFill rotWithShape="1">
          <a:blip r:embed="rId2">
            <a:alphaModFix/>
          </a:blip>
          <a:srcRect b="23073" l="39766" r="40351" t="21142"/>
          <a:stretch/>
        </p:blipFill>
        <p:spPr>
          <a:xfrm>
            <a:off x="6319575" y="0"/>
            <a:ext cx="2444324" cy="5143500"/>
          </a:xfrm>
          <a:prstGeom prst="rect">
            <a:avLst/>
          </a:prstGeom>
          <a:noFill/>
          <a:ln>
            <a:noFill/>
          </a:ln>
        </p:spPr>
      </p:pic>
      <p:sp>
        <p:nvSpPr>
          <p:cNvPr id="237" name="Google Shape;237;p37"/>
          <p:cNvSpPr txBox="1"/>
          <p:nvPr/>
        </p:nvSpPr>
        <p:spPr>
          <a:xfrm>
            <a:off x="5596800" y="4866600"/>
            <a:ext cx="35472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600">
                <a:solidFill>
                  <a:schemeClr val="lt1"/>
                </a:solidFill>
              </a:rPr>
              <a:t>IBM z16 image used with permission by International Business Machines Corporation 2022</a:t>
            </a:r>
            <a:endParaRPr sz="600">
              <a:solidFill>
                <a:schemeClr val="lt1"/>
              </a:solidFill>
            </a:endParaRPr>
          </a:p>
        </p:txBody>
      </p:sp>
      <p:sp>
        <p:nvSpPr>
          <p:cNvPr id="238" name="Google Shape;238;p37"/>
          <p:cNvSpPr txBox="1"/>
          <p:nvPr>
            <p:ph type="title"/>
          </p:nvPr>
        </p:nvSpPr>
        <p:spPr>
          <a:xfrm>
            <a:off x="509425" y="1429800"/>
            <a:ext cx="5365800" cy="2283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000"/>
              <a:buNone/>
              <a:defRPr>
                <a:solidFill>
                  <a:schemeClr val="lt1"/>
                </a:solidFill>
              </a:defRPr>
            </a:lvl1pPr>
            <a:lvl2pPr lvl="1">
              <a:spcBef>
                <a:spcPts val="0"/>
              </a:spcBef>
              <a:spcAft>
                <a:spcPts val="0"/>
              </a:spcAft>
              <a:buClr>
                <a:schemeClr val="lt1"/>
              </a:buClr>
              <a:buSzPts val="1800"/>
              <a:buNone/>
              <a:defRPr>
                <a:solidFill>
                  <a:schemeClr val="lt1"/>
                </a:solidFill>
              </a:defRPr>
            </a:lvl2pPr>
            <a:lvl3pPr lvl="2">
              <a:spcBef>
                <a:spcPts val="0"/>
              </a:spcBef>
              <a:spcAft>
                <a:spcPts val="0"/>
              </a:spcAft>
              <a:buClr>
                <a:schemeClr val="lt1"/>
              </a:buClr>
              <a:buSzPts val="1800"/>
              <a:buNone/>
              <a:defRPr>
                <a:solidFill>
                  <a:schemeClr val="lt1"/>
                </a:solidFill>
              </a:defRPr>
            </a:lvl3pPr>
            <a:lvl4pPr lvl="3">
              <a:spcBef>
                <a:spcPts val="0"/>
              </a:spcBef>
              <a:spcAft>
                <a:spcPts val="0"/>
              </a:spcAft>
              <a:buClr>
                <a:schemeClr val="lt1"/>
              </a:buClr>
              <a:buSzPts val="1800"/>
              <a:buNone/>
              <a:defRPr>
                <a:solidFill>
                  <a:schemeClr val="lt1"/>
                </a:solidFill>
              </a:defRPr>
            </a:lvl4pPr>
            <a:lvl5pPr lvl="4">
              <a:spcBef>
                <a:spcPts val="0"/>
              </a:spcBef>
              <a:spcAft>
                <a:spcPts val="0"/>
              </a:spcAft>
              <a:buClr>
                <a:schemeClr val="lt1"/>
              </a:buClr>
              <a:buSzPts val="1800"/>
              <a:buNone/>
              <a:defRPr>
                <a:solidFill>
                  <a:schemeClr val="lt1"/>
                </a:solidFill>
              </a:defRPr>
            </a:lvl5pPr>
            <a:lvl6pPr lvl="5">
              <a:spcBef>
                <a:spcPts val="0"/>
              </a:spcBef>
              <a:spcAft>
                <a:spcPts val="0"/>
              </a:spcAft>
              <a:buClr>
                <a:schemeClr val="lt1"/>
              </a:buClr>
              <a:buSzPts val="1800"/>
              <a:buNone/>
              <a:defRPr>
                <a:solidFill>
                  <a:schemeClr val="lt1"/>
                </a:solidFill>
              </a:defRPr>
            </a:lvl6pPr>
            <a:lvl7pPr lvl="6">
              <a:spcBef>
                <a:spcPts val="0"/>
              </a:spcBef>
              <a:spcAft>
                <a:spcPts val="0"/>
              </a:spcAft>
              <a:buClr>
                <a:schemeClr val="lt1"/>
              </a:buClr>
              <a:buSzPts val="1800"/>
              <a:buNone/>
              <a:defRPr>
                <a:solidFill>
                  <a:schemeClr val="lt1"/>
                </a:solidFill>
              </a:defRPr>
            </a:lvl7pPr>
            <a:lvl8pPr lvl="7">
              <a:spcBef>
                <a:spcPts val="0"/>
              </a:spcBef>
              <a:spcAft>
                <a:spcPts val="0"/>
              </a:spcAft>
              <a:buClr>
                <a:schemeClr val="lt1"/>
              </a:buClr>
              <a:buSzPts val="1800"/>
              <a:buNone/>
              <a:defRPr>
                <a:solidFill>
                  <a:schemeClr val="lt1"/>
                </a:solidFill>
              </a:defRPr>
            </a:lvl8pPr>
            <a:lvl9pPr lvl="8">
              <a:spcBef>
                <a:spcPts val="0"/>
              </a:spcBef>
              <a:spcAft>
                <a:spcPts val="0"/>
              </a:spcAft>
              <a:buClr>
                <a:schemeClr val="lt1"/>
              </a:buClr>
              <a:buSzPts val="1800"/>
              <a:buNone/>
              <a:defRPr>
                <a:solidFill>
                  <a:schemeClr val="lt1"/>
                </a:solidFill>
              </a:defRPr>
            </a:lvl9pPr>
          </a:lstStyle>
          <a:p/>
        </p:txBody>
      </p:sp>
      <p:pic>
        <p:nvPicPr>
          <p:cNvPr id="239" name="Google Shape;239;p37"/>
          <p:cNvPicPr preferRelativeResize="0"/>
          <p:nvPr/>
        </p:nvPicPr>
        <p:blipFill rotWithShape="1">
          <a:blip r:embed="rId3">
            <a:alphaModFix/>
          </a:blip>
          <a:srcRect b="22837" l="0" r="76164" t="-7893"/>
          <a:stretch/>
        </p:blipFill>
        <p:spPr>
          <a:xfrm>
            <a:off x="8306753" y="100724"/>
            <a:ext cx="469852" cy="518218"/>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0" name="Shape 240"/>
        <p:cNvGrpSpPr/>
        <p:nvPr/>
      </p:nvGrpSpPr>
      <p:grpSpPr>
        <a:xfrm>
          <a:off x="0" y="0"/>
          <a:ext cx="0" cy="0"/>
          <a:chOff x="0" y="0"/>
          <a:chExt cx="0" cy="0"/>
        </a:xfrm>
      </p:grpSpPr>
      <p:sp>
        <p:nvSpPr>
          <p:cNvPr id="241" name="Google Shape;241;p38"/>
          <p:cNvSpPr/>
          <p:nvPr/>
        </p:nvSpPr>
        <p:spPr>
          <a:xfrm>
            <a:off x="8432941" y="4431167"/>
            <a:ext cx="724200" cy="724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38"/>
          <p:cNvSpPr/>
          <p:nvPr/>
        </p:nvSpPr>
        <p:spPr>
          <a:xfrm rot="10800000">
            <a:off x="7701526" y="4431200"/>
            <a:ext cx="731400" cy="7305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38"/>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3000"/>
              <a:buNone/>
              <a:defRPr/>
            </a:lvl1pPr>
            <a:lvl2pPr lvl="1" rtl="0" algn="l">
              <a:lnSpc>
                <a:spcPct val="100000"/>
              </a:lnSpc>
              <a:spcBef>
                <a:spcPts val="0"/>
              </a:spcBef>
              <a:spcAft>
                <a:spcPts val="0"/>
              </a:spcAft>
              <a:buSzPts val="3000"/>
              <a:buNone/>
              <a:defRPr/>
            </a:lvl2pPr>
            <a:lvl3pPr lvl="2" rtl="0" algn="l">
              <a:lnSpc>
                <a:spcPct val="100000"/>
              </a:lnSpc>
              <a:spcBef>
                <a:spcPts val="0"/>
              </a:spcBef>
              <a:spcAft>
                <a:spcPts val="0"/>
              </a:spcAft>
              <a:buSzPts val="3000"/>
              <a:buNone/>
              <a:defRPr/>
            </a:lvl3pPr>
            <a:lvl4pPr lvl="3" rtl="0" algn="l">
              <a:lnSpc>
                <a:spcPct val="100000"/>
              </a:lnSpc>
              <a:spcBef>
                <a:spcPts val="0"/>
              </a:spcBef>
              <a:spcAft>
                <a:spcPts val="0"/>
              </a:spcAft>
              <a:buSzPts val="3000"/>
              <a:buNone/>
              <a:defRPr/>
            </a:lvl4pPr>
            <a:lvl5pPr lvl="4" rtl="0" algn="l">
              <a:lnSpc>
                <a:spcPct val="100000"/>
              </a:lnSpc>
              <a:spcBef>
                <a:spcPts val="0"/>
              </a:spcBef>
              <a:spcAft>
                <a:spcPts val="0"/>
              </a:spcAft>
              <a:buSzPts val="3000"/>
              <a:buNone/>
              <a:defRPr/>
            </a:lvl5pPr>
            <a:lvl6pPr lvl="5" rtl="0" algn="l">
              <a:lnSpc>
                <a:spcPct val="100000"/>
              </a:lnSpc>
              <a:spcBef>
                <a:spcPts val="0"/>
              </a:spcBef>
              <a:spcAft>
                <a:spcPts val="0"/>
              </a:spcAft>
              <a:buSzPts val="3000"/>
              <a:buNone/>
              <a:defRPr/>
            </a:lvl6pPr>
            <a:lvl7pPr lvl="6" rtl="0" algn="l">
              <a:lnSpc>
                <a:spcPct val="100000"/>
              </a:lnSpc>
              <a:spcBef>
                <a:spcPts val="0"/>
              </a:spcBef>
              <a:spcAft>
                <a:spcPts val="0"/>
              </a:spcAft>
              <a:buSzPts val="3000"/>
              <a:buNone/>
              <a:defRPr/>
            </a:lvl7pPr>
            <a:lvl8pPr lvl="7" rtl="0" algn="l">
              <a:lnSpc>
                <a:spcPct val="100000"/>
              </a:lnSpc>
              <a:spcBef>
                <a:spcPts val="0"/>
              </a:spcBef>
              <a:spcAft>
                <a:spcPts val="0"/>
              </a:spcAft>
              <a:buSzPts val="3000"/>
              <a:buNone/>
              <a:defRPr/>
            </a:lvl8pPr>
            <a:lvl9pPr lvl="8" rtl="0" algn="l">
              <a:lnSpc>
                <a:spcPct val="100000"/>
              </a:lnSpc>
              <a:spcBef>
                <a:spcPts val="0"/>
              </a:spcBef>
              <a:spcAft>
                <a:spcPts val="0"/>
              </a:spcAft>
              <a:buSzPts val="3000"/>
              <a:buNone/>
              <a:defRPr/>
            </a:lvl9pPr>
          </a:lstStyle>
          <a:p/>
        </p:txBody>
      </p:sp>
      <p:sp>
        <p:nvSpPr>
          <p:cNvPr id="244" name="Google Shape;244;p38"/>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245" name="Google Shape;245;p38"/>
          <p:cNvSpPr/>
          <p:nvPr/>
        </p:nvSpPr>
        <p:spPr>
          <a:xfrm>
            <a:off x="8418600" y="0"/>
            <a:ext cx="725400" cy="7254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38"/>
          <p:cNvSpPr txBox="1"/>
          <p:nvPr>
            <p:ph idx="1" type="body"/>
          </p:nvPr>
        </p:nvSpPr>
        <p:spPr>
          <a:xfrm>
            <a:off x="280350" y="1266450"/>
            <a:ext cx="8520600" cy="3339000"/>
          </a:xfrm>
          <a:prstGeom prst="rect">
            <a:avLst/>
          </a:prstGeom>
          <a:noFill/>
          <a:ln>
            <a:noFill/>
          </a:ln>
        </p:spPr>
        <p:txBody>
          <a:bodyPr anchorCtr="0" anchor="t" bIns="91425" lIns="91425" spcFirstLastPara="1" rIns="91425" wrap="square" tIns="91425">
            <a:norm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pic>
        <p:nvPicPr>
          <p:cNvPr id="247" name="Google Shape;247;p38"/>
          <p:cNvPicPr preferRelativeResize="0"/>
          <p:nvPr/>
        </p:nvPicPr>
        <p:blipFill>
          <a:blip r:embed="rId2">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bg>
      <p:bgPr>
        <a:solidFill>
          <a:srgbClr val="2B7DE1"/>
        </a:solidFill>
      </p:bgPr>
    </p:bg>
    <p:spTree>
      <p:nvGrpSpPr>
        <p:cNvPr id="248" name="Shape 248"/>
        <p:cNvGrpSpPr/>
        <p:nvPr/>
      </p:nvGrpSpPr>
      <p:grpSpPr>
        <a:xfrm>
          <a:off x="0" y="0"/>
          <a:ext cx="0" cy="0"/>
          <a:chOff x="0" y="0"/>
          <a:chExt cx="0" cy="0"/>
        </a:xfrm>
      </p:grpSpPr>
      <p:sp>
        <p:nvSpPr>
          <p:cNvPr id="249" name="Google Shape;249;p39"/>
          <p:cNvSpPr/>
          <p:nvPr/>
        </p:nvSpPr>
        <p:spPr>
          <a:xfrm>
            <a:off x="0" y="659219"/>
            <a:ext cx="9144000" cy="4530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50" name="Google Shape;250;p39"/>
          <p:cNvPicPr preferRelativeResize="0"/>
          <p:nvPr/>
        </p:nvPicPr>
        <p:blipFill rotWithShape="1">
          <a:blip r:embed="rId2">
            <a:alphaModFix/>
          </a:blip>
          <a:srcRect b="0" l="0" r="0" t="0"/>
          <a:stretch/>
        </p:blipFill>
        <p:spPr>
          <a:xfrm>
            <a:off x="4508204" y="2535865"/>
            <a:ext cx="4635797" cy="2607636"/>
          </a:xfrm>
          <a:prstGeom prst="rect">
            <a:avLst/>
          </a:prstGeom>
          <a:noFill/>
          <a:ln>
            <a:noFill/>
          </a:ln>
        </p:spPr>
      </p:pic>
      <p:sp>
        <p:nvSpPr>
          <p:cNvPr id="251" name="Google Shape;251;p39"/>
          <p:cNvSpPr txBox="1"/>
          <p:nvPr>
            <p:ph type="title"/>
          </p:nvPr>
        </p:nvSpPr>
        <p:spPr>
          <a:xfrm>
            <a:off x="296897" y="110343"/>
            <a:ext cx="8389800" cy="4905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2800"/>
              <a:buFont typeface="Arial"/>
              <a:buNone/>
              <a:defRPr sz="28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2" name="Google Shape;252;p39"/>
          <p:cNvSpPr txBox="1"/>
          <p:nvPr>
            <p:ph idx="1" type="body"/>
          </p:nvPr>
        </p:nvSpPr>
        <p:spPr>
          <a:xfrm>
            <a:off x="355601" y="977933"/>
            <a:ext cx="7376400" cy="37092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rgbClr val="EF2AC1"/>
              </a:buClr>
              <a:buSzPts val="2800"/>
              <a:buChar char="•"/>
              <a:defRPr sz="2800">
                <a:latin typeface="Arial"/>
                <a:ea typeface="Arial"/>
                <a:cs typeface="Arial"/>
                <a:sym typeface="Arial"/>
              </a:defRPr>
            </a:lvl1pPr>
            <a:lvl2pPr indent="-381000" lvl="1" marL="914400" algn="l">
              <a:lnSpc>
                <a:spcPct val="100000"/>
              </a:lnSpc>
              <a:spcBef>
                <a:spcPts val="480"/>
              </a:spcBef>
              <a:spcAft>
                <a:spcPts val="0"/>
              </a:spcAft>
              <a:buClr>
                <a:srgbClr val="EF2AC1"/>
              </a:buClr>
              <a:buSzPts val="2400"/>
              <a:buChar char="–"/>
              <a:defRPr sz="2400">
                <a:latin typeface="Arial"/>
                <a:ea typeface="Arial"/>
                <a:cs typeface="Arial"/>
                <a:sym typeface="Arial"/>
              </a:defRPr>
            </a:lvl2pPr>
            <a:lvl3pPr indent="-355600" lvl="2" marL="1371600" algn="l">
              <a:lnSpc>
                <a:spcPct val="100000"/>
              </a:lnSpc>
              <a:spcBef>
                <a:spcPts val="400"/>
              </a:spcBef>
              <a:spcAft>
                <a:spcPts val="0"/>
              </a:spcAft>
              <a:buClr>
                <a:srgbClr val="EF2AC1"/>
              </a:buClr>
              <a:buSzPts val="2000"/>
              <a:buChar char="•"/>
              <a:defRPr sz="2000">
                <a:latin typeface="Arial"/>
                <a:ea typeface="Arial"/>
                <a:cs typeface="Arial"/>
                <a:sym typeface="Arial"/>
              </a:defRPr>
            </a:lvl3pPr>
            <a:lvl4pPr indent="-355600" lvl="3" marL="1828800" algn="l">
              <a:lnSpc>
                <a:spcPct val="100000"/>
              </a:lnSpc>
              <a:spcBef>
                <a:spcPts val="400"/>
              </a:spcBef>
              <a:spcAft>
                <a:spcPts val="0"/>
              </a:spcAft>
              <a:buClr>
                <a:srgbClr val="EF2AC1"/>
              </a:buClr>
              <a:buSzPts val="2000"/>
              <a:buChar char="–"/>
              <a:defRPr>
                <a:latin typeface="Arial"/>
                <a:ea typeface="Arial"/>
                <a:cs typeface="Arial"/>
                <a:sym typeface="Arial"/>
              </a:defRPr>
            </a:lvl4pPr>
            <a:lvl5pPr indent="-355600" lvl="4" marL="2286000" algn="l">
              <a:lnSpc>
                <a:spcPct val="100000"/>
              </a:lnSpc>
              <a:spcBef>
                <a:spcPts val="400"/>
              </a:spcBef>
              <a:spcAft>
                <a:spcPts val="0"/>
              </a:spcAft>
              <a:buClr>
                <a:srgbClr val="EF2AC1"/>
              </a:buClr>
              <a:buSzPts val="2000"/>
              <a:buChar char="»"/>
              <a:defRPr>
                <a:latin typeface="Arial"/>
                <a:ea typeface="Arial"/>
                <a:cs typeface="Arial"/>
                <a:sym typeface="Aria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53" name="Google Shape;253;p39"/>
          <p:cNvSpPr/>
          <p:nvPr/>
        </p:nvSpPr>
        <p:spPr>
          <a:xfrm flipH="1" rot="10800000">
            <a:off x="-2" y="5143618"/>
            <a:ext cx="9144000" cy="45600"/>
          </a:xfrm>
          <a:prstGeom prst="rect">
            <a:avLst/>
          </a:prstGeom>
          <a:solidFill>
            <a:srgbClr val="0033A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254" name="Google Shape;254;p39"/>
          <p:cNvCxnSpPr/>
          <p:nvPr/>
        </p:nvCxnSpPr>
        <p:spPr>
          <a:xfrm>
            <a:off x="-2" y="5074699"/>
            <a:ext cx="6351300" cy="0"/>
          </a:xfrm>
          <a:prstGeom prst="straightConnector1">
            <a:avLst/>
          </a:prstGeom>
          <a:noFill/>
          <a:ln cap="flat" cmpd="sng" w="12700">
            <a:solidFill>
              <a:schemeClr val="dk1"/>
            </a:solidFill>
            <a:prstDash val="solid"/>
            <a:round/>
            <a:headEnd len="sm" w="sm" type="none"/>
            <a:tailEnd len="sm" w="sm" type="none"/>
          </a:ln>
        </p:spPr>
      </p:cxnSp>
      <p:pic>
        <p:nvPicPr>
          <p:cNvPr id="255" name="Google Shape;255;p39"/>
          <p:cNvPicPr preferRelativeResize="0"/>
          <p:nvPr/>
        </p:nvPicPr>
        <p:blipFill rotWithShape="1">
          <a:blip r:embed="rId3">
            <a:alphaModFix/>
          </a:blip>
          <a:srcRect b="45989" l="1297" r="78125" t="15306"/>
          <a:stretch/>
        </p:blipFill>
        <p:spPr>
          <a:xfrm>
            <a:off x="8581153" y="68710"/>
            <a:ext cx="458429" cy="528315"/>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260" name="Shape 260"/>
        <p:cNvGrpSpPr/>
        <p:nvPr/>
      </p:nvGrpSpPr>
      <p:grpSpPr>
        <a:xfrm>
          <a:off x="0" y="0"/>
          <a:ext cx="0" cy="0"/>
          <a:chOff x="0" y="0"/>
          <a:chExt cx="0" cy="0"/>
        </a:xfrm>
      </p:grpSpPr>
      <p:sp>
        <p:nvSpPr>
          <p:cNvPr id="261" name="Google Shape;261;p41"/>
          <p:cNvSpPr txBox="1"/>
          <p:nvPr>
            <p:ph type="ctrTitle"/>
          </p:nvPr>
        </p:nvSpPr>
        <p:spPr>
          <a:xfrm>
            <a:off x="512064" y="1643174"/>
            <a:ext cx="4185600" cy="1316700"/>
          </a:xfrm>
          <a:prstGeom prst="rect">
            <a:avLst/>
          </a:prstGeom>
          <a:noFill/>
          <a:ln>
            <a:noFill/>
          </a:ln>
        </p:spPr>
        <p:txBody>
          <a:bodyPr anchorCtr="0" anchor="ctr" bIns="91425" lIns="91425" spcFirstLastPara="1" rIns="91425" wrap="square" tIns="91425">
            <a:noAutofit/>
          </a:bodyPr>
          <a:lstStyle>
            <a:lvl1pPr lvl="0" marR="0" algn="l">
              <a:lnSpc>
                <a:spcPct val="90000"/>
              </a:lnSpc>
              <a:spcBef>
                <a:spcPts val="0"/>
              </a:spcBef>
              <a:spcAft>
                <a:spcPts val="0"/>
              </a:spcAft>
              <a:buClr>
                <a:schemeClr val="lt1"/>
              </a:buClr>
              <a:buSzPts val="4200"/>
              <a:buFont typeface="Gill Sans"/>
              <a:buNone/>
              <a:defRPr b="0" i="0" sz="4200" u="none" cap="none" strike="noStrike">
                <a:solidFill>
                  <a:schemeClr val="lt1"/>
                </a:solidFill>
                <a:latin typeface="Gill Sans"/>
                <a:ea typeface="Gill Sans"/>
                <a:cs typeface="Gill Sans"/>
                <a:sym typeface="Gill Sans"/>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62" name="Google Shape;262;p41"/>
          <p:cNvSpPr txBox="1"/>
          <p:nvPr>
            <p:ph idx="1" type="subTitle"/>
          </p:nvPr>
        </p:nvSpPr>
        <p:spPr>
          <a:xfrm>
            <a:off x="530205" y="3005359"/>
            <a:ext cx="4185600" cy="6051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360"/>
              </a:spcBef>
              <a:spcAft>
                <a:spcPts val="0"/>
              </a:spcAft>
              <a:buClr>
                <a:srgbClr val="FFFFFF"/>
              </a:buClr>
              <a:buSzPts val="1800"/>
              <a:buFont typeface="Arial"/>
              <a:buNone/>
              <a:defRPr b="0" i="1" sz="1800" u="none" cap="none" strike="noStrike">
                <a:solidFill>
                  <a:srgbClr val="FFFFFF"/>
                </a:solidFill>
                <a:latin typeface="Gill Sans"/>
                <a:ea typeface="Gill Sans"/>
                <a:cs typeface="Gill Sans"/>
                <a:sym typeface="Gill Sans"/>
              </a:defRPr>
            </a:lvl1pPr>
            <a:lvl2pPr lvl="1" marR="0" algn="ctr">
              <a:lnSpc>
                <a:spcPct val="100000"/>
              </a:lnSpc>
              <a:spcBef>
                <a:spcPts val="360"/>
              </a:spcBef>
              <a:spcAft>
                <a:spcPts val="0"/>
              </a:spcAft>
              <a:buClr>
                <a:srgbClr val="888888"/>
              </a:buClr>
              <a:buSzPts val="1800"/>
              <a:buFont typeface="Arial"/>
              <a:buNone/>
              <a:defRPr b="0" i="0" sz="1800" u="none" cap="none" strike="noStrike">
                <a:solidFill>
                  <a:srgbClr val="888888"/>
                </a:solidFill>
                <a:latin typeface="Gill Sans"/>
                <a:ea typeface="Gill Sans"/>
                <a:cs typeface="Gill Sans"/>
                <a:sym typeface="Gill Sans"/>
              </a:defRPr>
            </a:lvl2pPr>
            <a:lvl3pPr lvl="2" marR="0" algn="ctr">
              <a:lnSpc>
                <a:spcPct val="100000"/>
              </a:lnSpc>
              <a:spcBef>
                <a:spcPts val="320"/>
              </a:spcBef>
              <a:spcAft>
                <a:spcPts val="0"/>
              </a:spcAft>
              <a:buClr>
                <a:srgbClr val="888888"/>
              </a:buClr>
              <a:buSzPts val="1600"/>
              <a:buFont typeface="Arial"/>
              <a:buNone/>
              <a:defRPr b="0" i="0" sz="1600" u="none" cap="none" strike="noStrike">
                <a:solidFill>
                  <a:srgbClr val="888888"/>
                </a:solidFill>
                <a:latin typeface="Gill Sans"/>
                <a:ea typeface="Gill Sans"/>
                <a:cs typeface="Gill Sans"/>
                <a:sym typeface="Gill Sans"/>
              </a:defRPr>
            </a:lvl3pPr>
            <a:lvl4pPr lvl="3" marR="0" algn="ctr">
              <a:lnSpc>
                <a:spcPct val="100000"/>
              </a:lnSpc>
              <a:spcBef>
                <a:spcPts val="320"/>
              </a:spcBef>
              <a:spcAft>
                <a:spcPts val="0"/>
              </a:spcAft>
              <a:buClr>
                <a:srgbClr val="888888"/>
              </a:buClr>
              <a:buSzPts val="1600"/>
              <a:buFont typeface="Arial"/>
              <a:buNone/>
              <a:defRPr b="0" i="0" sz="1600" u="none" cap="none" strike="noStrike">
                <a:solidFill>
                  <a:srgbClr val="888888"/>
                </a:solidFill>
                <a:latin typeface="Gill Sans"/>
                <a:ea typeface="Gill Sans"/>
                <a:cs typeface="Gill Sans"/>
                <a:sym typeface="Gill Sans"/>
              </a:defRPr>
            </a:lvl4pPr>
            <a:lvl5pPr lvl="4" marR="0" algn="ctr">
              <a:lnSpc>
                <a:spcPct val="100000"/>
              </a:lnSpc>
              <a:spcBef>
                <a:spcPts val="320"/>
              </a:spcBef>
              <a:spcAft>
                <a:spcPts val="0"/>
              </a:spcAft>
              <a:buClr>
                <a:srgbClr val="888888"/>
              </a:buClr>
              <a:buSzPts val="1600"/>
              <a:buFont typeface="Arial"/>
              <a:buNone/>
              <a:defRPr b="0" i="0" sz="1600" u="none" cap="none" strike="noStrike">
                <a:solidFill>
                  <a:srgbClr val="888888"/>
                </a:solidFill>
                <a:latin typeface="Gill Sans"/>
                <a:ea typeface="Gill Sans"/>
                <a:cs typeface="Gill Sans"/>
                <a:sym typeface="Gill Sans"/>
              </a:defRPr>
            </a:lvl5pPr>
            <a:lvl6pPr lvl="5"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6pPr>
            <a:lvl7pPr lvl="6"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7pPr>
            <a:lvl8pPr lvl="7"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8pPr>
            <a:lvl9pPr lvl="8"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9pPr>
          </a:lstStyle>
          <a:p/>
        </p:txBody>
      </p:sp>
      <p:pic>
        <p:nvPicPr>
          <p:cNvPr descr="OpenMainframe_Logo_White_Knockout.png" id="263" name="Google Shape;263;p41"/>
          <p:cNvPicPr preferRelativeResize="0"/>
          <p:nvPr/>
        </p:nvPicPr>
        <p:blipFill rotWithShape="1">
          <a:blip r:embed="rId2">
            <a:alphaModFix/>
          </a:blip>
          <a:srcRect b="0" l="0" r="0" t="0"/>
          <a:stretch/>
        </p:blipFill>
        <p:spPr>
          <a:xfrm>
            <a:off x="664480" y="936446"/>
            <a:ext cx="2038102" cy="605100"/>
          </a:xfrm>
          <a:prstGeom prst="rect">
            <a:avLst/>
          </a:prstGeom>
          <a:noFill/>
          <a:ln>
            <a:noFill/>
          </a:ln>
        </p:spPr>
      </p:pic>
      <p:pic>
        <p:nvPicPr>
          <p:cNvPr id="264" name="Google Shape;264;p41"/>
          <p:cNvPicPr preferRelativeResize="0"/>
          <p:nvPr/>
        </p:nvPicPr>
        <p:blipFill rotWithShape="1">
          <a:blip r:embed="rId3">
            <a:alphaModFix/>
          </a:blip>
          <a:srcRect b="23073" l="39766" r="40351" t="21142"/>
          <a:stretch/>
        </p:blipFill>
        <p:spPr>
          <a:xfrm>
            <a:off x="6319575" y="0"/>
            <a:ext cx="2444324" cy="5143500"/>
          </a:xfrm>
          <a:prstGeom prst="rect">
            <a:avLst/>
          </a:prstGeom>
          <a:noFill/>
          <a:ln>
            <a:noFill/>
          </a:ln>
        </p:spPr>
      </p:pic>
      <p:sp>
        <p:nvSpPr>
          <p:cNvPr id="265" name="Google Shape;265;p41"/>
          <p:cNvSpPr txBox="1"/>
          <p:nvPr/>
        </p:nvSpPr>
        <p:spPr>
          <a:xfrm>
            <a:off x="5596800" y="4866600"/>
            <a:ext cx="35472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600">
                <a:solidFill>
                  <a:schemeClr val="lt1"/>
                </a:solidFill>
              </a:rPr>
              <a:t>IBM z16 image used with permission by International Business Machines Corporation 2022</a:t>
            </a:r>
            <a:endParaRPr sz="600">
              <a:solidFill>
                <a:schemeClr val="lt1"/>
              </a:solidFil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6" name="Shape 266"/>
        <p:cNvGrpSpPr/>
        <p:nvPr/>
      </p:nvGrpSpPr>
      <p:grpSpPr>
        <a:xfrm>
          <a:off x="0" y="0"/>
          <a:ext cx="0" cy="0"/>
          <a:chOff x="0" y="0"/>
          <a:chExt cx="0" cy="0"/>
        </a:xfrm>
      </p:grpSpPr>
      <p:sp>
        <p:nvSpPr>
          <p:cNvPr id="267" name="Google Shape;267;p42"/>
          <p:cNvSpPr/>
          <p:nvPr/>
        </p:nvSpPr>
        <p:spPr>
          <a:xfrm>
            <a:off x="0" y="772583"/>
            <a:ext cx="9144000" cy="4371000"/>
          </a:xfrm>
          <a:prstGeom prst="rect">
            <a:avLst/>
          </a:prstGeom>
          <a:solidFill>
            <a:srgbClr val="3664AD">
              <a:alpha val="235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3664AD"/>
              </a:solidFill>
              <a:latin typeface="Calibri"/>
              <a:ea typeface="Calibri"/>
              <a:cs typeface="Calibri"/>
              <a:sym typeface="Calibri"/>
            </a:endParaRPr>
          </a:p>
        </p:txBody>
      </p:sp>
      <p:sp>
        <p:nvSpPr>
          <p:cNvPr id="268" name="Google Shape;268;p42"/>
          <p:cNvSpPr txBox="1"/>
          <p:nvPr>
            <p:ph type="title"/>
          </p:nvPr>
        </p:nvSpPr>
        <p:spPr>
          <a:xfrm>
            <a:off x="333992" y="159442"/>
            <a:ext cx="7893900" cy="4473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262626"/>
              </a:buClr>
              <a:buSzPts val="3000"/>
              <a:buFont typeface="Gill Sans"/>
              <a:buNone/>
              <a:defRPr b="0" i="0" sz="3000" u="none" cap="none" strike="noStrike">
                <a:solidFill>
                  <a:srgbClr val="262626"/>
                </a:solidFill>
                <a:latin typeface="Gill Sans"/>
                <a:ea typeface="Gill Sans"/>
                <a:cs typeface="Gill Sans"/>
                <a:sym typeface="Gill Sans"/>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pic>
        <p:nvPicPr>
          <p:cNvPr id="269" name="Google Shape;269;p42"/>
          <p:cNvPicPr preferRelativeResize="0"/>
          <p:nvPr/>
        </p:nvPicPr>
        <p:blipFill rotWithShape="1">
          <a:blip r:embed="rId2">
            <a:alphaModFix amt="6000"/>
          </a:blip>
          <a:srcRect b="0" l="17595" r="0" t="0"/>
          <a:stretch/>
        </p:blipFill>
        <p:spPr>
          <a:xfrm>
            <a:off x="0" y="775758"/>
            <a:ext cx="6393970" cy="4364563"/>
          </a:xfrm>
          <a:prstGeom prst="rect">
            <a:avLst/>
          </a:prstGeom>
          <a:noFill/>
          <a:ln>
            <a:noFill/>
          </a:ln>
        </p:spPr>
      </p:pic>
      <p:sp>
        <p:nvSpPr>
          <p:cNvPr id="270" name="Google Shape;270;p42"/>
          <p:cNvSpPr txBox="1"/>
          <p:nvPr>
            <p:ph idx="1" type="body"/>
          </p:nvPr>
        </p:nvSpPr>
        <p:spPr>
          <a:xfrm>
            <a:off x="317500" y="943424"/>
            <a:ext cx="8369400" cy="3554700"/>
          </a:xfrm>
          <a:prstGeom prst="rect">
            <a:avLst/>
          </a:prstGeom>
          <a:noFill/>
          <a:ln>
            <a:noFill/>
          </a:ln>
        </p:spPr>
        <p:txBody>
          <a:bodyPr anchorCtr="0" anchor="t" bIns="91425" lIns="91425" spcFirstLastPara="1" rIns="91425" wrap="square" tIns="91425">
            <a:noAutofit/>
          </a:bodyPr>
          <a:lstStyle>
            <a:lvl1pPr indent="-355600" lvl="0" marL="457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indent="-330200" lvl="3" marL="18288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indent="-330200" lvl="4" marL="22860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71" name="Google Shape;271;p42"/>
          <p:cNvSpPr txBox="1"/>
          <p:nvPr>
            <p:ph idx="12" type="sldNum"/>
          </p:nvPr>
        </p:nvSpPr>
        <p:spPr>
          <a:xfrm>
            <a:off x="8227785" y="4803546"/>
            <a:ext cx="5805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1pPr>
            <a:lvl2pPr indent="0" lvl="1"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2pPr>
            <a:lvl3pPr indent="0" lvl="2"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3pPr>
            <a:lvl4pPr indent="0" lvl="3"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4pPr>
            <a:lvl5pPr indent="0" lvl="4"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5pPr>
            <a:lvl6pPr indent="0" lvl="5"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6pPr>
            <a:lvl7pPr indent="0" lvl="6"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7pPr>
            <a:lvl8pPr indent="0" lvl="7"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8pPr>
            <a:lvl9pPr indent="0" lvl="8"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
              <a:t>‹#›</a:t>
            </a:fld>
            <a:endParaRPr/>
          </a:p>
        </p:txBody>
      </p:sp>
      <p:pic>
        <p:nvPicPr>
          <p:cNvPr descr="OpenMainframe_Logo_Pantone.png" id="272" name="Google Shape;272;p42"/>
          <p:cNvPicPr preferRelativeResize="0"/>
          <p:nvPr/>
        </p:nvPicPr>
        <p:blipFill rotWithShape="1">
          <a:blip r:embed="rId3">
            <a:alphaModFix/>
          </a:blip>
          <a:srcRect b="0" l="0" r="0" t="0"/>
          <a:stretch/>
        </p:blipFill>
        <p:spPr>
          <a:xfrm>
            <a:off x="8306753" y="100723"/>
            <a:ext cx="469853" cy="518219"/>
          </a:xfrm>
          <a:prstGeom prst="rect">
            <a:avLst/>
          </a:prstGeom>
          <a:noFill/>
          <a:ln>
            <a:noFill/>
          </a:ln>
        </p:spPr>
      </p:pic>
      <p:sp>
        <p:nvSpPr>
          <p:cNvPr id="273" name="Google Shape;273;p42"/>
          <p:cNvSpPr/>
          <p:nvPr/>
        </p:nvSpPr>
        <p:spPr>
          <a:xfrm>
            <a:off x="0" y="5112912"/>
            <a:ext cx="9144000" cy="50700"/>
          </a:xfrm>
          <a:prstGeom prst="rect">
            <a:avLst/>
          </a:prstGeom>
          <a:solidFill>
            <a:srgbClr val="3664A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3664AD"/>
              </a:solidFill>
              <a:latin typeface="Calibri"/>
              <a:ea typeface="Calibri"/>
              <a:cs typeface="Calibri"/>
              <a:sym typeface="Calibri"/>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Custom Background">
  <p:cSld name="CUSTOM_1">
    <p:spTree>
      <p:nvGrpSpPr>
        <p:cNvPr id="274" name="Shape 274"/>
        <p:cNvGrpSpPr/>
        <p:nvPr/>
      </p:nvGrpSpPr>
      <p:grpSpPr>
        <a:xfrm>
          <a:off x="0" y="0"/>
          <a:ext cx="0" cy="0"/>
          <a:chOff x="0" y="0"/>
          <a:chExt cx="0" cy="0"/>
        </a:xfrm>
      </p:grpSpPr>
      <p:sp>
        <p:nvSpPr>
          <p:cNvPr id="275" name="Google Shape;275;p43"/>
          <p:cNvSpPr/>
          <p:nvPr>
            <p:ph idx="2" type="pic"/>
          </p:nvPr>
        </p:nvSpPr>
        <p:spPr>
          <a:xfrm>
            <a:off x="9100" y="0"/>
            <a:ext cx="9144000" cy="5143500"/>
          </a:xfrm>
          <a:prstGeom prst="rect">
            <a:avLst/>
          </a:prstGeom>
          <a:noFill/>
          <a:ln>
            <a:noFill/>
          </a:ln>
        </p:spPr>
      </p:sp>
      <p:sp>
        <p:nvSpPr>
          <p:cNvPr id="276" name="Google Shape;276;p43"/>
          <p:cNvSpPr txBox="1"/>
          <p:nvPr>
            <p:ph type="title"/>
          </p:nvPr>
        </p:nvSpPr>
        <p:spPr>
          <a:xfrm>
            <a:off x="625050" y="2348100"/>
            <a:ext cx="7893900" cy="447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a:lvl1pPr>
            <a:lvl2pPr lvl="1" algn="ctr">
              <a:spcBef>
                <a:spcPts val="0"/>
              </a:spcBef>
              <a:spcAft>
                <a:spcPts val="0"/>
              </a:spcAft>
              <a:buSzPts val="1800"/>
              <a:buNone/>
              <a:defRPr/>
            </a:lvl2pPr>
            <a:lvl3pPr lvl="2" algn="ctr">
              <a:spcBef>
                <a:spcPts val="0"/>
              </a:spcBef>
              <a:spcAft>
                <a:spcPts val="0"/>
              </a:spcAft>
              <a:buSzPts val="1800"/>
              <a:buNone/>
              <a:defRPr/>
            </a:lvl3pPr>
            <a:lvl4pPr lvl="3" algn="ctr">
              <a:spcBef>
                <a:spcPts val="0"/>
              </a:spcBef>
              <a:spcAft>
                <a:spcPts val="0"/>
              </a:spcAft>
              <a:buSzPts val="1800"/>
              <a:buNone/>
              <a:defRPr/>
            </a:lvl4pPr>
            <a:lvl5pPr lvl="4" algn="ctr">
              <a:spcBef>
                <a:spcPts val="0"/>
              </a:spcBef>
              <a:spcAft>
                <a:spcPts val="0"/>
              </a:spcAft>
              <a:buSzPts val="1800"/>
              <a:buNone/>
              <a:defRPr/>
            </a:lvl5pPr>
            <a:lvl6pPr lvl="5" algn="ctr">
              <a:spcBef>
                <a:spcPts val="0"/>
              </a:spcBef>
              <a:spcAft>
                <a:spcPts val="0"/>
              </a:spcAft>
              <a:buSzPts val="1800"/>
              <a:buNone/>
              <a:defRPr/>
            </a:lvl6pPr>
            <a:lvl7pPr lvl="6" algn="ctr">
              <a:spcBef>
                <a:spcPts val="0"/>
              </a:spcBef>
              <a:spcAft>
                <a:spcPts val="0"/>
              </a:spcAft>
              <a:buSzPts val="1800"/>
              <a:buNone/>
              <a:defRPr/>
            </a:lvl7pPr>
            <a:lvl8pPr lvl="7" algn="ctr">
              <a:spcBef>
                <a:spcPts val="0"/>
              </a:spcBef>
              <a:spcAft>
                <a:spcPts val="0"/>
              </a:spcAft>
              <a:buSzPts val="1800"/>
              <a:buNone/>
              <a:defRPr/>
            </a:lvl8pPr>
            <a:lvl9pPr lvl="8" algn="ctr">
              <a:spcBef>
                <a:spcPts val="0"/>
              </a:spcBef>
              <a:spcAft>
                <a:spcPts val="0"/>
              </a:spcAft>
              <a:buSzPts val="18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2 Columns">
  <p:cSld name="1_Title and Content">
    <p:spTree>
      <p:nvGrpSpPr>
        <p:cNvPr id="277" name="Shape 277"/>
        <p:cNvGrpSpPr/>
        <p:nvPr/>
      </p:nvGrpSpPr>
      <p:grpSpPr>
        <a:xfrm>
          <a:off x="0" y="0"/>
          <a:ext cx="0" cy="0"/>
          <a:chOff x="0" y="0"/>
          <a:chExt cx="0" cy="0"/>
        </a:xfrm>
      </p:grpSpPr>
      <p:sp>
        <p:nvSpPr>
          <p:cNvPr id="278" name="Google Shape;278;p44"/>
          <p:cNvSpPr/>
          <p:nvPr/>
        </p:nvSpPr>
        <p:spPr>
          <a:xfrm>
            <a:off x="0" y="772583"/>
            <a:ext cx="9144000" cy="4371000"/>
          </a:xfrm>
          <a:prstGeom prst="rect">
            <a:avLst/>
          </a:prstGeom>
          <a:solidFill>
            <a:srgbClr val="3664AD">
              <a:alpha val="274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sp>
        <p:nvSpPr>
          <p:cNvPr id="279" name="Google Shape;279;p44"/>
          <p:cNvSpPr txBox="1"/>
          <p:nvPr>
            <p:ph type="title"/>
          </p:nvPr>
        </p:nvSpPr>
        <p:spPr>
          <a:xfrm>
            <a:off x="333993" y="159442"/>
            <a:ext cx="7893900" cy="447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pic>
        <p:nvPicPr>
          <p:cNvPr id="280" name="Google Shape;280;p44"/>
          <p:cNvPicPr preferRelativeResize="0"/>
          <p:nvPr/>
        </p:nvPicPr>
        <p:blipFill rotWithShape="1">
          <a:blip r:embed="rId2">
            <a:alphaModFix amt="6000"/>
          </a:blip>
          <a:srcRect b="0" l="17595" r="0" t="0"/>
          <a:stretch/>
        </p:blipFill>
        <p:spPr>
          <a:xfrm>
            <a:off x="0" y="775759"/>
            <a:ext cx="6393974" cy="4364563"/>
          </a:xfrm>
          <a:prstGeom prst="rect">
            <a:avLst/>
          </a:prstGeom>
          <a:noFill/>
          <a:ln>
            <a:noFill/>
          </a:ln>
        </p:spPr>
      </p:pic>
      <p:sp>
        <p:nvSpPr>
          <p:cNvPr id="281" name="Google Shape;281;p44"/>
          <p:cNvSpPr txBox="1"/>
          <p:nvPr>
            <p:ph idx="12" type="sldNum"/>
          </p:nvPr>
        </p:nvSpPr>
        <p:spPr>
          <a:xfrm>
            <a:off x="8227785" y="4803546"/>
            <a:ext cx="580500" cy="273900"/>
          </a:xfrm>
          <a:prstGeom prst="rect">
            <a:avLst/>
          </a:prstGeom>
          <a:noFill/>
          <a:ln>
            <a:noFill/>
          </a:ln>
        </p:spPr>
        <p:txBody>
          <a:bodyPr anchorCtr="0" anchor="ctr" bIns="45700" lIns="91425" spcFirstLastPara="1" rIns="91425" wrap="square" tIns="45700">
            <a:noAutofit/>
          </a:bodyPr>
          <a:lstStyle>
            <a:lvl1pPr indent="0" lvl="0" marL="0" algn="l">
              <a:lnSpc>
                <a:spcPct val="100000"/>
              </a:lnSpc>
              <a:spcBef>
                <a:spcPts val="0"/>
              </a:spcBef>
              <a:spcAft>
                <a:spcPts val="0"/>
              </a:spcAft>
              <a:buClr>
                <a:srgbClr val="000000"/>
              </a:buClr>
              <a:buSzPts val="1400"/>
              <a:buFont typeface="Arial"/>
              <a:buNone/>
              <a:defRPr/>
            </a:lvl1pPr>
            <a:lvl2pPr indent="0" lvl="1" marL="0" algn="l">
              <a:lnSpc>
                <a:spcPct val="100000"/>
              </a:lnSpc>
              <a:spcBef>
                <a:spcPts val="0"/>
              </a:spcBef>
              <a:spcAft>
                <a:spcPts val="0"/>
              </a:spcAft>
              <a:buClr>
                <a:srgbClr val="000000"/>
              </a:buClr>
              <a:buSzPts val="1400"/>
              <a:buFont typeface="Arial"/>
              <a:buNone/>
              <a:defRPr/>
            </a:lvl2pPr>
            <a:lvl3pPr indent="0" lvl="2" marL="0" algn="l">
              <a:lnSpc>
                <a:spcPct val="100000"/>
              </a:lnSpc>
              <a:spcBef>
                <a:spcPts val="0"/>
              </a:spcBef>
              <a:spcAft>
                <a:spcPts val="0"/>
              </a:spcAft>
              <a:buClr>
                <a:srgbClr val="000000"/>
              </a:buClr>
              <a:buSzPts val="1400"/>
              <a:buFont typeface="Arial"/>
              <a:buNone/>
              <a:defRPr/>
            </a:lvl3pPr>
            <a:lvl4pPr indent="0" lvl="3" marL="0" algn="l">
              <a:lnSpc>
                <a:spcPct val="100000"/>
              </a:lnSpc>
              <a:spcBef>
                <a:spcPts val="0"/>
              </a:spcBef>
              <a:spcAft>
                <a:spcPts val="0"/>
              </a:spcAft>
              <a:buClr>
                <a:srgbClr val="000000"/>
              </a:buClr>
              <a:buSzPts val="1400"/>
              <a:buFont typeface="Arial"/>
              <a:buNone/>
              <a:defRPr/>
            </a:lvl4pPr>
            <a:lvl5pPr indent="0" lvl="4" marL="0" algn="l">
              <a:lnSpc>
                <a:spcPct val="100000"/>
              </a:lnSpc>
              <a:spcBef>
                <a:spcPts val="0"/>
              </a:spcBef>
              <a:spcAft>
                <a:spcPts val="0"/>
              </a:spcAft>
              <a:buClr>
                <a:srgbClr val="000000"/>
              </a:buClr>
              <a:buSzPts val="1400"/>
              <a:buFont typeface="Arial"/>
              <a:buNone/>
              <a:defRPr/>
            </a:lvl5pPr>
            <a:lvl6pPr indent="0" lvl="5" marL="0" algn="l">
              <a:lnSpc>
                <a:spcPct val="100000"/>
              </a:lnSpc>
              <a:spcBef>
                <a:spcPts val="0"/>
              </a:spcBef>
              <a:spcAft>
                <a:spcPts val="0"/>
              </a:spcAft>
              <a:buClr>
                <a:srgbClr val="000000"/>
              </a:buClr>
              <a:buSzPts val="1400"/>
              <a:buFont typeface="Arial"/>
              <a:buNone/>
              <a:defRPr/>
            </a:lvl6pPr>
            <a:lvl7pPr indent="0" lvl="6" marL="0" algn="l">
              <a:lnSpc>
                <a:spcPct val="100000"/>
              </a:lnSpc>
              <a:spcBef>
                <a:spcPts val="0"/>
              </a:spcBef>
              <a:spcAft>
                <a:spcPts val="0"/>
              </a:spcAft>
              <a:buClr>
                <a:srgbClr val="000000"/>
              </a:buClr>
              <a:buSzPts val="1400"/>
              <a:buFont typeface="Arial"/>
              <a:buNone/>
              <a:defRPr/>
            </a:lvl7pPr>
            <a:lvl8pPr indent="0" lvl="7" marL="0" algn="l">
              <a:lnSpc>
                <a:spcPct val="100000"/>
              </a:lnSpc>
              <a:spcBef>
                <a:spcPts val="0"/>
              </a:spcBef>
              <a:spcAft>
                <a:spcPts val="0"/>
              </a:spcAft>
              <a:buClr>
                <a:srgbClr val="000000"/>
              </a:buClr>
              <a:buSzPts val="1400"/>
              <a:buFont typeface="Arial"/>
              <a:buNone/>
              <a:defRPr/>
            </a:lvl8pPr>
            <a:lvl9pPr indent="0" lvl="8" marL="0" algn="l">
              <a:lnSpc>
                <a:spcPct val="100000"/>
              </a:lnSpc>
              <a:spcBef>
                <a:spcPts val="0"/>
              </a:spcBef>
              <a:spcAft>
                <a:spcPts val="0"/>
              </a:spcAft>
              <a:buClr>
                <a:srgbClr val="000000"/>
              </a:buClr>
              <a:buSzPts val="1400"/>
              <a:buFont typeface="Arial"/>
              <a:buNone/>
              <a:defRPr/>
            </a:lvl9pPr>
          </a:lstStyle>
          <a:p>
            <a:pPr indent="0" lvl="0" marL="0" rtl="0" algn="l">
              <a:spcBef>
                <a:spcPts val="0"/>
              </a:spcBef>
              <a:spcAft>
                <a:spcPts val="0"/>
              </a:spcAft>
              <a:buNone/>
            </a:pPr>
            <a:fld id="{00000000-1234-1234-1234-123412341234}" type="slidenum">
              <a:rPr lang="en"/>
              <a:t>‹#›</a:t>
            </a:fld>
            <a:endParaRPr/>
          </a:p>
        </p:txBody>
      </p:sp>
      <p:pic>
        <p:nvPicPr>
          <p:cNvPr descr="OpenMainframe_Logo_Pantone.png" id="282" name="Google Shape;282;p44"/>
          <p:cNvPicPr preferRelativeResize="0"/>
          <p:nvPr/>
        </p:nvPicPr>
        <p:blipFill rotWithShape="1">
          <a:blip r:embed="rId3">
            <a:alphaModFix/>
          </a:blip>
          <a:srcRect b="30188" l="0" r="80655" t="0"/>
          <a:stretch/>
        </p:blipFill>
        <p:spPr>
          <a:xfrm>
            <a:off x="8306753" y="100724"/>
            <a:ext cx="469852" cy="518218"/>
          </a:xfrm>
          <a:prstGeom prst="rect">
            <a:avLst/>
          </a:prstGeom>
          <a:noFill/>
          <a:ln>
            <a:noFill/>
          </a:ln>
        </p:spPr>
      </p:pic>
      <p:sp>
        <p:nvSpPr>
          <p:cNvPr id="283" name="Google Shape;283;p44"/>
          <p:cNvSpPr/>
          <p:nvPr/>
        </p:nvSpPr>
        <p:spPr>
          <a:xfrm>
            <a:off x="0" y="5112913"/>
            <a:ext cx="9144000" cy="50700"/>
          </a:xfrm>
          <a:prstGeom prst="rect">
            <a:avLst/>
          </a:prstGeom>
          <a:solidFill>
            <a:srgbClr val="3664A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sp>
        <p:nvSpPr>
          <p:cNvPr id="284" name="Google Shape;284;p44"/>
          <p:cNvSpPr txBox="1"/>
          <p:nvPr>
            <p:ph idx="1" type="body"/>
          </p:nvPr>
        </p:nvSpPr>
        <p:spPr>
          <a:xfrm>
            <a:off x="317500" y="943425"/>
            <a:ext cx="4127100" cy="3554700"/>
          </a:xfrm>
          <a:prstGeom prst="rect">
            <a:avLst/>
          </a:prstGeom>
          <a:noFill/>
          <a:ln>
            <a:noFill/>
          </a:ln>
        </p:spPr>
        <p:txBody>
          <a:bodyPr anchorCtr="0" anchor="t" bIns="91425" lIns="91425" spcFirstLastPara="1" rIns="91425" wrap="square" tIns="91425">
            <a:noAutofit/>
          </a:bodyPr>
          <a:lstStyle>
            <a:lvl1pPr indent="-355600" lvl="0" marL="457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85" name="Google Shape;285;p44"/>
          <p:cNvSpPr txBox="1"/>
          <p:nvPr>
            <p:ph idx="2" type="body"/>
          </p:nvPr>
        </p:nvSpPr>
        <p:spPr>
          <a:xfrm>
            <a:off x="4712200" y="943425"/>
            <a:ext cx="4127100" cy="3554700"/>
          </a:xfrm>
          <a:prstGeom prst="rect">
            <a:avLst/>
          </a:prstGeom>
          <a:noFill/>
          <a:ln>
            <a:noFill/>
          </a:ln>
        </p:spPr>
        <p:txBody>
          <a:bodyPr anchorCtr="0" anchor="t" bIns="91425" lIns="91425" spcFirstLastPara="1" rIns="91425" wrap="square" tIns="91425">
            <a:noAutofit/>
          </a:bodyPr>
          <a:lstStyle>
            <a:lvl1pPr indent="-355600" lvl="0" marL="457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Insight">
  <p:cSld name="1_Title and Content_2">
    <p:spTree>
      <p:nvGrpSpPr>
        <p:cNvPr id="286" name="Shape 286"/>
        <p:cNvGrpSpPr/>
        <p:nvPr/>
      </p:nvGrpSpPr>
      <p:grpSpPr>
        <a:xfrm>
          <a:off x="0" y="0"/>
          <a:ext cx="0" cy="0"/>
          <a:chOff x="0" y="0"/>
          <a:chExt cx="0" cy="0"/>
        </a:xfrm>
      </p:grpSpPr>
      <p:sp>
        <p:nvSpPr>
          <p:cNvPr id="287" name="Google Shape;287;p45"/>
          <p:cNvSpPr/>
          <p:nvPr/>
        </p:nvSpPr>
        <p:spPr>
          <a:xfrm>
            <a:off x="0" y="772583"/>
            <a:ext cx="9144000" cy="4371000"/>
          </a:xfrm>
          <a:prstGeom prst="rect">
            <a:avLst/>
          </a:prstGeom>
          <a:solidFill>
            <a:srgbClr val="3664AD">
              <a:alpha val="275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sp>
        <p:nvSpPr>
          <p:cNvPr id="288" name="Google Shape;288;p45"/>
          <p:cNvSpPr txBox="1"/>
          <p:nvPr>
            <p:ph type="title"/>
          </p:nvPr>
        </p:nvSpPr>
        <p:spPr>
          <a:xfrm>
            <a:off x="333993" y="159442"/>
            <a:ext cx="7893900" cy="447300"/>
          </a:xfrm>
          <a:prstGeom prst="rect">
            <a:avLst/>
          </a:prstGeom>
          <a:noFill/>
          <a:ln>
            <a:noFill/>
          </a:ln>
        </p:spPr>
        <p:txBody>
          <a:bodyPr anchorCtr="0" anchor="ctr" bIns="91425" lIns="91425" spcFirstLastPara="1" rIns="91425" wrap="square" tIns="91425">
            <a:noAutofit/>
          </a:bodyPr>
          <a:lstStyle>
            <a:lvl1pPr lvl="0" rtl="0" algn="l">
              <a:lnSpc>
                <a:spcPct val="100000"/>
              </a:lnSpc>
              <a:spcBef>
                <a:spcPts val="0"/>
              </a:spcBef>
              <a:spcAft>
                <a:spcPts val="0"/>
              </a:spcAft>
              <a:buSzPts val="1800"/>
              <a:buNone/>
              <a:defRPr/>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pic>
        <p:nvPicPr>
          <p:cNvPr id="289" name="Google Shape;289;p45"/>
          <p:cNvPicPr preferRelativeResize="0"/>
          <p:nvPr/>
        </p:nvPicPr>
        <p:blipFill rotWithShape="1">
          <a:blip r:embed="rId2">
            <a:alphaModFix amt="6000"/>
          </a:blip>
          <a:srcRect b="0" l="17594" r="0" t="0"/>
          <a:stretch/>
        </p:blipFill>
        <p:spPr>
          <a:xfrm>
            <a:off x="0" y="775759"/>
            <a:ext cx="6393974" cy="4364563"/>
          </a:xfrm>
          <a:prstGeom prst="rect">
            <a:avLst/>
          </a:prstGeom>
          <a:noFill/>
          <a:ln>
            <a:noFill/>
          </a:ln>
        </p:spPr>
      </p:pic>
      <p:sp>
        <p:nvSpPr>
          <p:cNvPr id="290" name="Google Shape;290;p45"/>
          <p:cNvSpPr txBox="1"/>
          <p:nvPr>
            <p:ph idx="12" type="sldNum"/>
          </p:nvPr>
        </p:nvSpPr>
        <p:spPr>
          <a:xfrm>
            <a:off x="8227785" y="4803546"/>
            <a:ext cx="580500" cy="273900"/>
          </a:xfrm>
          <a:prstGeom prst="rect">
            <a:avLst/>
          </a:prstGeom>
          <a:noFill/>
          <a:ln>
            <a:noFill/>
          </a:ln>
        </p:spPr>
        <p:txBody>
          <a:bodyPr anchorCtr="0" anchor="ctr" bIns="45700" lIns="91425" spcFirstLastPara="1" rIns="91425" wrap="square" tIns="45700">
            <a:noAutofit/>
          </a:bodyPr>
          <a:lstStyle>
            <a:lvl1pPr indent="0" lvl="0" marL="0" rtl="0" algn="l">
              <a:lnSpc>
                <a:spcPct val="100000"/>
              </a:lnSpc>
              <a:spcBef>
                <a:spcPts val="0"/>
              </a:spcBef>
              <a:spcAft>
                <a:spcPts val="0"/>
              </a:spcAft>
              <a:buClr>
                <a:srgbClr val="000000"/>
              </a:buClr>
              <a:buSzPts val="1400"/>
              <a:buFont typeface="Arial"/>
              <a:buNone/>
              <a:defRPr/>
            </a:lvl1pPr>
            <a:lvl2pPr indent="0" lvl="1" marL="0" rtl="0" algn="l">
              <a:lnSpc>
                <a:spcPct val="100000"/>
              </a:lnSpc>
              <a:spcBef>
                <a:spcPts val="0"/>
              </a:spcBef>
              <a:spcAft>
                <a:spcPts val="0"/>
              </a:spcAft>
              <a:buClr>
                <a:srgbClr val="000000"/>
              </a:buClr>
              <a:buSzPts val="1400"/>
              <a:buFont typeface="Arial"/>
              <a:buNone/>
              <a:defRPr/>
            </a:lvl2pPr>
            <a:lvl3pPr indent="0" lvl="2" marL="0" rtl="0" algn="l">
              <a:lnSpc>
                <a:spcPct val="100000"/>
              </a:lnSpc>
              <a:spcBef>
                <a:spcPts val="0"/>
              </a:spcBef>
              <a:spcAft>
                <a:spcPts val="0"/>
              </a:spcAft>
              <a:buClr>
                <a:srgbClr val="000000"/>
              </a:buClr>
              <a:buSzPts val="1400"/>
              <a:buFont typeface="Arial"/>
              <a:buNone/>
              <a:defRPr/>
            </a:lvl3pPr>
            <a:lvl4pPr indent="0" lvl="3" marL="0" rtl="0" algn="l">
              <a:lnSpc>
                <a:spcPct val="100000"/>
              </a:lnSpc>
              <a:spcBef>
                <a:spcPts val="0"/>
              </a:spcBef>
              <a:spcAft>
                <a:spcPts val="0"/>
              </a:spcAft>
              <a:buClr>
                <a:srgbClr val="000000"/>
              </a:buClr>
              <a:buSzPts val="1400"/>
              <a:buFont typeface="Arial"/>
              <a:buNone/>
              <a:defRPr/>
            </a:lvl4pPr>
            <a:lvl5pPr indent="0" lvl="4" marL="0" rtl="0" algn="l">
              <a:lnSpc>
                <a:spcPct val="100000"/>
              </a:lnSpc>
              <a:spcBef>
                <a:spcPts val="0"/>
              </a:spcBef>
              <a:spcAft>
                <a:spcPts val="0"/>
              </a:spcAft>
              <a:buClr>
                <a:srgbClr val="000000"/>
              </a:buClr>
              <a:buSzPts val="1400"/>
              <a:buFont typeface="Arial"/>
              <a:buNone/>
              <a:defRPr/>
            </a:lvl5pPr>
            <a:lvl6pPr indent="0" lvl="5" marL="0" rtl="0" algn="l">
              <a:lnSpc>
                <a:spcPct val="100000"/>
              </a:lnSpc>
              <a:spcBef>
                <a:spcPts val="0"/>
              </a:spcBef>
              <a:spcAft>
                <a:spcPts val="0"/>
              </a:spcAft>
              <a:buClr>
                <a:srgbClr val="000000"/>
              </a:buClr>
              <a:buSzPts val="1400"/>
              <a:buFont typeface="Arial"/>
              <a:buNone/>
              <a:defRPr/>
            </a:lvl6pPr>
            <a:lvl7pPr indent="0" lvl="6" marL="0" rtl="0" algn="l">
              <a:lnSpc>
                <a:spcPct val="100000"/>
              </a:lnSpc>
              <a:spcBef>
                <a:spcPts val="0"/>
              </a:spcBef>
              <a:spcAft>
                <a:spcPts val="0"/>
              </a:spcAft>
              <a:buClr>
                <a:srgbClr val="000000"/>
              </a:buClr>
              <a:buSzPts val="1400"/>
              <a:buFont typeface="Arial"/>
              <a:buNone/>
              <a:defRPr/>
            </a:lvl7pPr>
            <a:lvl8pPr indent="0" lvl="7" marL="0" rtl="0" algn="l">
              <a:lnSpc>
                <a:spcPct val="100000"/>
              </a:lnSpc>
              <a:spcBef>
                <a:spcPts val="0"/>
              </a:spcBef>
              <a:spcAft>
                <a:spcPts val="0"/>
              </a:spcAft>
              <a:buClr>
                <a:srgbClr val="000000"/>
              </a:buClr>
              <a:buSzPts val="1400"/>
              <a:buFont typeface="Arial"/>
              <a:buNone/>
              <a:defRPr/>
            </a:lvl8pPr>
            <a:lvl9pPr indent="0" lvl="8" marL="0" rtl="0" algn="l">
              <a:lnSpc>
                <a:spcPct val="100000"/>
              </a:lnSpc>
              <a:spcBef>
                <a:spcPts val="0"/>
              </a:spcBef>
              <a:spcAft>
                <a:spcPts val="0"/>
              </a:spcAft>
              <a:buClr>
                <a:srgbClr val="000000"/>
              </a:buClr>
              <a:buSzPts val="1400"/>
              <a:buFont typeface="Arial"/>
              <a:buNone/>
              <a:defRPr/>
            </a:lvl9pPr>
          </a:lstStyle>
          <a:p>
            <a:pPr indent="0" lvl="0" marL="0" rtl="0" algn="l">
              <a:spcBef>
                <a:spcPts val="0"/>
              </a:spcBef>
              <a:spcAft>
                <a:spcPts val="0"/>
              </a:spcAft>
              <a:buNone/>
            </a:pPr>
            <a:fld id="{00000000-1234-1234-1234-123412341234}" type="slidenum">
              <a:rPr lang="en"/>
              <a:t>‹#›</a:t>
            </a:fld>
            <a:endParaRPr/>
          </a:p>
        </p:txBody>
      </p:sp>
      <p:pic>
        <p:nvPicPr>
          <p:cNvPr descr="OpenMainframe_Logo_Pantone.png" id="291" name="Google Shape;291;p45"/>
          <p:cNvPicPr preferRelativeResize="0"/>
          <p:nvPr/>
        </p:nvPicPr>
        <p:blipFill rotWithShape="1">
          <a:blip r:embed="rId3">
            <a:alphaModFix/>
          </a:blip>
          <a:srcRect b="30187" l="0" r="80655" t="0"/>
          <a:stretch/>
        </p:blipFill>
        <p:spPr>
          <a:xfrm>
            <a:off x="8306753" y="100724"/>
            <a:ext cx="469852" cy="518218"/>
          </a:xfrm>
          <a:prstGeom prst="rect">
            <a:avLst/>
          </a:prstGeom>
          <a:noFill/>
          <a:ln>
            <a:noFill/>
          </a:ln>
        </p:spPr>
      </p:pic>
      <p:sp>
        <p:nvSpPr>
          <p:cNvPr id="292" name="Google Shape;292;p45"/>
          <p:cNvSpPr/>
          <p:nvPr/>
        </p:nvSpPr>
        <p:spPr>
          <a:xfrm>
            <a:off x="0" y="5112913"/>
            <a:ext cx="9144000" cy="50700"/>
          </a:xfrm>
          <a:prstGeom prst="rect">
            <a:avLst/>
          </a:prstGeom>
          <a:solidFill>
            <a:srgbClr val="3664A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sp>
        <p:nvSpPr>
          <p:cNvPr id="293" name="Google Shape;293;p45"/>
          <p:cNvSpPr/>
          <p:nvPr/>
        </p:nvSpPr>
        <p:spPr>
          <a:xfrm>
            <a:off x="367474" y="2188534"/>
            <a:ext cx="2648700" cy="330300"/>
          </a:xfrm>
          <a:prstGeom prst="roundRect">
            <a:avLst>
              <a:gd fmla="val 16667" name="adj"/>
            </a:avLst>
          </a:prstGeom>
          <a:solidFill>
            <a:schemeClr val="accent1"/>
          </a:solidFill>
          <a:ln cap="flat" cmpd="sng" w="12700">
            <a:solidFill>
              <a:srgbClr val="2476B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400">
                <a:solidFill>
                  <a:schemeClr val="lt1"/>
                </a:solidFill>
                <a:latin typeface="Gill Sans"/>
                <a:ea typeface="Gill Sans"/>
                <a:cs typeface="Gill Sans"/>
                <a:sym typeface="Gill Sans"/>
              </a:rPr>
              <a:t>Major Problem</a:t>
            </a:r>
            <a:endParaRPr sz="1100"/>
          </a:p>
        </p:txBody>
      </p:sp>
      <p:sp>
        <p:nvSpPr>
          <p:cNvPr id="294" name="Google Shape;294;p45"/>
          <p:cNvSpPr/>
          <p:nvPr/>
        </p:nvSpPr>
        <p:spPr>
          <a:xfrm>
            <a:off x="3233717" y="2188534"/>
            <a:ext cx="2648700" cy="330300"/>
          </a:xfrm>
          <a:prstGeom prst="roundRect">
            <a:avLst>
              <a:gd fmla="val 16667" name="adj"/>
            </a:avLst>
          </a:prstGeom>
          <a:solidFill>
            <a:schemeClr val="accent1"/>
          </a:solidFill>
          <a:ln cap="flat" cmpd="sng" w="12700">
            <a:solidFill>
              <a:srgbClr val="2476B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400">
                <a:solidFill>
                  <a:schemeClr val="lt1"/>
                </a:solidFill>
                <a:latin typeface="Gill Sans"/>
                <a:ea typeface="Gill Sans"/>
                <a:cs typeface="Gill Sans"/>
                <a:sym typeface="Gill Sans"/>
              </a:rPr>
              <a:t>How </a:t>
            </a:r>
            <a:r>
              <a:rPr b="1" lang="en">
                <a:solidFill>
                  <a:schemeClr val="lt1"/>
                </a:solidFill>
                <a:latin typeface="Gill Sans"/>
                <a:ea typeface="Gill Sans"/>
                <a:cs typeface="Gill Sans"/>
                <a:sym typeface="Gill Sans"/>
              </a:rPr>
              <a:t>We </a:t>
            </a:r>
            <a:r>
              <a:rPr b="1" lang="en" sz="1400">
                <a:solidFill>
                  <a:schemeClr val="lt1"/>
                </a:solidFill>
                <a:latin typeface="Gill Sans"/>
                <a:ea typeface="Gill Sans"/>
                <a:cs typeface="Gill Sans"/>
                <a:sym typeface="Gill Sans"/>
              </a:rPr>
              <a:t>Innovated</a:t>
            </a:r>
            <a:endParaRPr sz="1100"/>
          </a:p>
        </p:txBody>
      </p:sp>
      <p:sp>
        <p:nvSpPr>
          <p:cNvPr id="295" name="Google Shape;295;p45"/>
          <p:cNvSpPr/>
          <p:nvPr/>
        </p:nvSpPr>
        <p:spPr>
          <a:xfrm>
            <a:off x="6099958" y="2188534"/>
            <a:ext cx="2648700" cy="330300"/>
          </a:xfrm>
          <a:prstGeom prst="roundRect">
            <a:avLst>
              <a:gd fmla="val 16667" name="adj"/>
            </a:avLst>
          </a:prstGeom>
          <a:solidFill>
            <a:schemeClr val="accent1"/>
          </a:solidFill>
          <a:ln cap="flat" cmpd="sng" w="12700">
            <a:solidFill>
              <a:srgbClr val="2476B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400">
                <a:solidFill>
                  <a:schemeClr val="lt1"/>
                </a:solidFill>
                <a:latin typeface="Gill Sans"/>
                <a:ea typeface="Gill Sans"/>
                <a:cs typeface="Gill Sans"/>
                <a:sym typeface="Gill Sans"/>
              </a:rPr>
              <a:t>Results</a:t>
            </a:r>
            <a:endParaRPr sz="1100"/>
          </a:p>
        </p:txBody>
      </p:sp>
      <p:sp>
        <p:nvSpPr>
          <p:cNvPr id="296" name="Google Shape;296;p45"/>
          <p:cNvSpPr txBox="1"/>
          <p:nvPr>
            <p:ph idx="1" type="body"/>
          </p:nvPr>
        </p:nvSpPr>
        <p:spPr>
          <a:xfrm>
            <a:off x="3233725" y="2606675"/>
            <a:ext cx="2648700" cy="2113200"/>
          </a:xfrm>
          <a:prstGeom prst="rect">
            <a:avLst/>
          </a:prstGeom>
        </p:spPr>
        <p:txBody>
          <a:bodyPr anchorCtr="0" anchor="t" bIns="36575" lIns="0" spcFirstLastPara="1" rIns="0" wrap="square" tIns="36575">
            <a:noAutofit/>
          </a:bodyPr>
          <a:lstStyle>
            <a:lvl1pPr indent="-298450" lvl="0" marL="457200" rtl="0">
              <a:spcBef>
                <a:spcPts val="400"/>
              </a:spcBef>
              <a:spcAft>
                <a:spcPts val="0"/>
              </a:spcAft>
              <a:buSzPts val="1100"/>
              <a:buChar char="•"/>
              <a:defRPr sz="1100"/>
            </a:lvl1pPr>
            <a:lvl2pPr indent="-285750" lvl="1" marL="914400" rtl="0">
              <a:spcBef>
                <a:spcPts val="360"/>
              </a:spcBef>
              <a:spcAft>
                <a:spcPts val="0"/>
              </a:spcAft>
              <a:buSzPts val="900"/>
              <a:buChar char="–"/>
              <a:defRPr sz="900"/>
            </a:lvl2pPr>
            <a:lvl3pPr indent="-273050" lvl="2" marL="1371600" rtl="0">
              <a:spcBef>
                <a:spcPts val="320"/>
              </a:spcBef>
              <a:spcAft>
                <a:spcPts val="0"/>
              </a:spcAft>
              <a:buSzPts val="700"/>
              <a:buChar char="•"/>
              <a:defRPr sz="700"/>
            </a:lvl3pPr>
            <a:lvl4pPr indent="-273050" lvl="3" marL="1828800" rtl="0">
              <a:spcBef>
                <a:spcPts val="320"/>
              </a:spcBef>
              <a:spcAft>
                <a:spcPts val="0"/>
              </a:spcAft>
              <a:buSzPts val="700"/>
              <a:buChar char="–"/>
              <a:defRPr sz="700"/>
            </a:lvl4pPr>
            <a:lvl5pPr indent="-273050" lvl="4" marL="2286000" rtl="0">
              <a:spcBef>
                <a:spcPts val="320"/>
              </a:spcBef>
              <a:spcAft>
                <a:spcPts val="0"/>
              </a:spcAft>
              <a:buSzPts val="700"/>
              <a:buChar char="»"/>
              <a:defRPr sz="700"/>
            </a:lvl5pPr>
            <a:lvl6pPr indent="-298450" lvl="5" marL="2743200" rtl="0">
              <a:spcBef>
                <a:spcPts val="400"/>
              </a:spcBef>
              <a:spcAft>
                <a:spcPts val="0"/>
              </a:spcAft>
              <a:buSzPts val="1100"/>
              <a:buChar char="•"/>
              <a:defRPr sz="1100"/>
            </a:lvl6pPr>
            <a:lvl7pPr indent="-298450" lvl="6" marL="3200400" rtl="0">
              <a:spcBef>
                <a:spcPts val="400"/>
              </a:spcBef>
              <a:spcAft>
                <a:spcPts val="0"/>
              </a:spcAft>
              <a:buSzPts val="1100"/>
              <a:buChar char="•"/>
              <a:defRPr sz="1100"/>
            </a:lvl7pPr>
            <a:lvl8pPr indent="-298450" lvl="7" marL="3657600" rtl="0">
              <a:spcBef>
                <a:spcPts val="400"/>
              </a:spcBef>
              <a:spcAft>
                <a:spcPts val="0"/>
              </a:spcAft>
              <a:buSzPts val="1100"/>
              <a:buChar char="•"/>
              <a:defRPr sz="1100"/>
            </a:lvl8pPr>
            <a:lvl9pPr indent="-298450" lvl="8" marL="4114800" rtl="0">
              <a:spcBef>
                <a:spcPts val="400"/>
              </a:spcBef>
              <a:spcAft>
                <a:spcPts val="0"/>
              </a:spcAft>
              <a:buSzPts val="1100"/>
              <a:buChar char="•"/>
              <a:defRPr sz="1100"/>
            </a:lvl9pPr>
          </a:lstStyle>
          <a:p/>
        </p:txBody>
      </p:sp>
      <p:sp>
        <p:nvSpPr>
          <p:cNvPr id="297" name="Google Shape;297;p45"/>
          <p:cNvSpPr txBox="1"/>
          <p:nvPr>
            <p:ph idx="2" type="body"/>
          </p:nvPr>
        </p:nvSpPr>
        <p:spPr>
          <a:xfrm>
            <a:off x="6099950" y="2606675"/>
            <a:ext cx="2648700" cy="2113200"/>
          </a:xfrm>
          <a:prstGeom prst="rect">
            <a:avLst/>
          </a:prstGeom>
        </p:spPr>
        <p:txBody>
          <a:bodyPr anchorCtr="0" anchor="t" bIns="36575" lIns="0" spcFirstLastPara="1" rIns="0" wrap="square" tIns="36575">
            <a:noAutofit/>
          </a:bodyPr>
          <a:lstStyle>
            <a:lvl1pPr indent="-298450" lvl="0" marL="457200" rtl="0">
              <a:spcBef>
                <a:spcPts val="400"/>
              </a:spcBef>
              <a:spcAft>
                <a:spcPts val="0"/>
              </a:spcAft>
              <a:buSzPts val="1100"/>
              <a:buChar char="•"/>
              <a:defRPr sz="1100"/>
            </a:lvl1pPr>
            <a:lvl2pPr indent="-285750" lvl="1" marL="914400" rtl="0">
              <a:spcBef>
                <a:spcPts val="360"/>
              </a:spcBef>
              <a:spcAft>
                <a:spcPts val="0"/>
              </a:spcAft>
              <a:buSzPts val="900"/>
              <a:buChar char="–"/>
              <a:defRPr sz="900"/>
            </a:lvl2pPr>
            <a:lvl3pPr indent="-273050" lvl="2" marL="1371600" rtl="0">
              <a:spcBef>
                <a:spcPts val="320"/>
              </a:spcBef>
              <a:spcAft>
                <a:spcPts val="0"/>
              </a:spcAft>
              <a:buSzPts val="700"/>
              <a:buChar char="•"/>
              <a:defRPr sz="700"/>
            </a:lvl3pPr>
            <a:lvl4pPr indent="-273050" lvl="3" marL="1828800" rtl="0">
              <a:spcBef>
                <a:spcPts val="320"/>
              </a:spcBef>
              <a:spcAft>
                <a:spcPts val="0"/>
              </a:spcAft>
              <a:buSzPts val="700"/>
              <a:buChar char="–"/>
              <a:defRPr sz="700"/>
            </a:lvl4pPr>
            <a:lvl5pPr indent="-273050" lvl="4" marL="2286000" rtl="0">
              <a:spcBef>
                <a:spcPts val="320"/>
              </a:spcBef>
              <a:spcAft>
                <a:spcPts val="0"/>
              </a:spcAft>
              <a:buSzPts val="700"/>
              <a:buChar char="»"/>
              <a:defRPr sz="700"/>
            </a:lvl5pPr>
            <a:lvl6pPr indent="-298450" lvl="5" marL="2743200" rtl="0">
              <a:spcBef>
                <a:spcPts val="400"/>
              </a:spcBef>
              <a:spcAft>
                <a:spcPts val="0"/>
              </a:spcAft>
              <a:buSzPts val="1100"/>
              <a:buChar char="•"/>
              <a:defRPr sz="1100"/>
            </a:lvl6pPr>
            <a:lvl7pPr indent="-298450" lvl="6" marL="3200400" rtl="0">
              <a:spcBef>
                <a:spcPts val="400"/>
              </a:spcBef>
              <a:spcAft>
                <a:spcPts val="0"/>
              </a:spcAft>
              <a:buSzPts val="1100"/>
              <a:buChar char="•"/>
              <a:defRPr sz="1100"/>
            </a:lvl7pPr>
            <a:lvl8pPr indent="-298450" lvl="7" marL="3657600" rtl="0">
              <a:spcBef>
                <a:spcPts val="400"/>
              </a:spcBef>
              <a:spcAft>
                <a:spcPts val="0"/>
              </a:spcAft>
              <a:buSzPts val="1100"/>
              <a:buChar char="•"/>
              <a:defRPr sz="1100"/>
            </a:lvl8pPr>
            <a:lvl9pPr indent="-298450" lvl="8" marL="4114800" rtl="0">
              <a:spcBef>
                <a:spcPts val="400"/>
              </a:spcBef>
              <a:spcAft>
                <a:spcPts val="0"/>
              </a:spcAft>
              <a:buSzPts val="1100"/>
              <a:buChar char="•"/>
              <a:defRPr sz="1100"/>
            </a:lvl9pPr>
          </a:lstStyle>
          <a:p/>
        </p:txBody>
      </p:sp>
      <p:sp>
        <p:nvSpPr>
          <p:cNvPr id="298" name="Google Shape;298;p45"/>
          <p:cNvSpPr txBox="1"/>
          <p:nvPr>
            <p:ph idx="3" type="body"/>
          </p:nvPr>
        </p:nvSpPr>
        <p:spPr>
          <a:xfrm>
            <a:off x="367500" y="2606675"/>
            <a:ext cx="2648700" cy="2113200"/>
          </a:xfrm>
          <a:prstGeom prst="rect">
            <a:avLst/>
          </a:prstGeom>
        </p:spPr>
        <p:txBody>
          <a:bodyPr anchorCtr="0" anchor="t" bIns="36575" lIns="0" spcFirstLastPara="1" rIns="0" wrap="square" tIns="36575">
            <a:spAutoFit/>
          </a:bodyPr>
          <a:lstStyle>
            <a:lvl1pPr indent="-298450" lvl="0" marL="457200" rtl="0">
              <a:spcBef>
                <a:spcPts val="400"/>
              </a:spcBef>
              <a:spcAft>
                <a:spcPts val="0"/>
              </a:spcAft>
              <a:buSzPts val="1100"/>
              <a:buChar char="•"/>
              <a:defRPr sz="1100"/>
            </a:lvl1pPr>
            <a:lvl2pPr indent="-285750" lvl="1" marL="914400" rtl="0">
              <a:spcBef>
                <a:spcPts val="360"/>
              </a:spcBef>
              <a:spcAft>
                <a:spcPts val="0"/>
              </a:spcAft>
              <a:buSzPts val="900"/>
              <a:buChar char="–"/>
              <a:defRPr sz="900"/>
            </a:lvl2pPr>
            <a:lvl3pPr indent="-273050" lvl="2" marL="1371600" rtl="0">
              <a:spcBef>
                <a:spcPts val="320"/>
              </a:spcBef>
              <a:spcAft>
                <a:spcPts val="0"/>
              </a:spcAft>
              <a:buSzPts val="700"/>
              <a:buChar char="•"/>
              <a:defRPr sz="700"/>
            </a:lvl3pPr>
            <a:lvl4pPr indent="-273050" lvl="3" marL="1828800" rtl="0">
              <a:spcBef>
                <a:spcPts val="320"/>
              </a:spcBef>
              <a:spcAft>
                <a:spcPts val="0"/>
              </a:spcAft>
              <a:buSzPts val="700"/>
              <a:buChar char="–"/>
              <a:defRPr sz="700"/>
            </a:lvl4pPr>
            <a:lvl5pPr indent="-273050" lvl="4" marL="2286000" rtl="0">
              <a:spcBef>
                <a:spcPts val="320"/>
              </a:spcBef>
              <a:spcAft>
                <a:spcPts val="0"/>
              </a:spcAft>
              <a:buSzPts val="700"/>
              <a:buChar char="»"/>
              <a:defRPr sz="700"/>
            </a:lvl5pPr>
            <a:lvl6pPr indent="-298450" lvl="5" marL="2743200" rtl="0">
              <a:spcBef>
                <a:spcPts val="400"/>
              </a:spcBef>
              <a:spcAft>
                <a:spcPts val="0"/>
              </a:spcAft>
              <a:buSzPts val="1100"/>
              <a:buChar char="•"/>
              <a:defRPr sz="1100"/>
            </a:lvl6pPr>
            <a:lvl7pPr indent="-298450" lvl="6" marL="3200400" rtl="0">
              <a:spcBef>
                <a:spcPts val="400"/>
              </a:spcBef>
              <a:spcAft>
                <a:spcPts val="0"/>
              </a:spcAft>
              <a:buSzPts val="1100"/>
              <a:buChar char="•"/>
              <a:defRPr sz="1100"/>
            </a:lvl7pPr>
            <a:lvl8pPr indent="-298450" lvl="7" marL="3657600" rtl="0">
              <a:spcBef>
                <a:spcPts val="400"/>
              </a:spcBef>
              <a:spcAft>
                <a:spcPts val="0"/>
              </a:spcAft>
              <a:buSzPts val="1100"/>
              <a:buChar char="•"/>
              <a:defRPr sz="1100"/>
            </a:lvl8pPr>
            <a:lvl9pPr indent="-298450" lvl="8" marL="4114800" rtl="0">
              <a:spcBef>
                <a:spcPts val="400"/>
              </a:spcBef>
              <a:spcAft>
                <a:spcPts val="0"/>
              </a:spcAft>
              <a:buSzPts val="1100"/>
              <a:buChar char="•"/>
              <a:defRPr sz="11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1_Title and Content_1">
    <p:spTree>
      <p:nvGrpSpPr>
        <p:cNvPr id="299" name="Shape 299"/>
        <p:cNvGrpSpPr/>
        <p:nvPr/>
      </p:nvGrpSpPr>
      <p:grpSpPr>
        <a:xfrm>
          <a:off x="0" y="0"/>
          <a:ext cx="0" cy="0"/>
          <a:chOff x="0" y="0"/>
          <a:chExt cx="0" cy="0"/>
        </a:xfrm>
      </p:grpSpPr>
      <p:sp>
        <p:nvSpPr>
          <p:cNvPr id="300" name="Google Shape;300;p46"/>
          <p:cNvSpPr/>
          <p:nvPr/>
        </p:nvSpPr>
        <p:spPr>
          <a:xfrm>
            <a:off x="0" y="772583"/>
            <a:ext cx="9144000" cy="4371000"/>
          </a:xfrm>
          <a:prstGeom prst="rect">
            <a:avLst/>
          </a:prstGeom>
          <a:solidFill>
            <a:srgbClr val="3664AD">
              <a:alpha val="275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sp>
        <p:nvSpPr>
          <p:cNvPr id="301" name="Google Shape;301;p46"/>
          <p:cNvSpPr txBox="1"/>
          <p:nvPr>
            <p:ph type="title"/>
          </p:nvPr>
        </p:nvSpPr>
        <p:spPr>
          <a:xfrm>
            <a:off x="333993" y="159442"/>
            <a:ext cx="7893900" cy="447300"/>
          </a:xfrm>
          <a:prstGeom prst="rect">
            <a:avLst/>
          </a:prstGeom>
          <a:noFill/>
          <a:ln>
            <a:noFill/>
          </a:ln>
        </p:spPr>
        <p:txBody>
          <a:bodyPr anchorCtr="0" anchor="ctr" bIns="91425" lIns="91425" spcFirstLastPara="1" rIns="91425" wrap="square" tIns="91425">
            <a:noAutofit/>
          </a:bodyPr>
          <a:lstStyle>
            <a:lvl1pPr lvl="0" rtl="0" algn="l">
              <a:lnSpc>
                <a:spcPct val="100000"/>
              </a:lnSpc>
              <a:spcBef>
                <a:spcPts val="0"/>
              </a:spcBef>
              <a:spcAft>
                <a:spcPts val="0"/>
              </a:spcAft>
              <a:buSzPts val="1800"/>
              <a:buNone/>
              <a:defRPr/>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pic>
        <p:nvPicPr>
          <p:cNvPr id="302" name="Google Shape;302;p46"/>
          <p:cNvPicPr preferRelativeResize="0"/>
          <p:nvPr/>
        </p:nvPicPr>
        <p:blipFill rotWithShape="1">
          <a:blip r:embed="rId2">
            <a:alphaModFix amt="6000"/>
          </a:blip>
          <a:srcRect b="0" l="17594" r="0" t="0"/>
          <a:stretch/>
        </p:blipFill>
        <p:spPr>
          <a:xfrm>
            <a:off x="0" y="775759"/>
            <a:ext cx="6393974" cy="4364563"/>
          </a:xfrm>
          <a:prstGeom prst="rect">
            <a:avLst/>
          </a:prstGeom>
          <a:noFill/>
          <a:ln>
            <a:noFill/>
          </a:ln>
        </p:spPr>
      </p:pic>
      <p:sp>
        <p:nvSpPr>
          <p:cNvPr id="303" name="Google Shape;303;p46"/>
          <p:cNvSpPr txBox="1"/>
          <p:nvPr>
            <p:ph idx="12" type="sldNum"/>
          </p:nvPr>
        </p:nvSpPr>
        <p:spPr>
          <a:xfrm>
            <a:off x="8227785" y="4803546"/>
            <a:ext cx="580500" cy="273900"/>
          </a:xfrm>
          <a:prstGeom prst="rect">
            <a:avLst/>
          </a:prstGeom>
          <a:noFill/>
          <a:ln>
            <a:noFill/>
          </a:ln>
        </p:spPr>
        <p:txBody>
          <a:bodyPr anchorCtr="0" anchor="ctr" bIns="45700" lIns="91425" spcFirstLastPara="1" rIns="91425" wrap="square" tIns="45700">
            <a:noAutofit/>
          </a:bodyPr>
          <a:lstStyle>
            <a:lvl1pPr indent="0" lvl="0" marL="0" rtl="0" algn="l">
              <a:lnSpc>
                <a:spcPct val="100000"/>
              </a:lnSpc>
              <a:spcBef>
                <a:spcPts val="0"/>
              </a:spcBef>
              <a:spcAft>
                <a:spcPts val="0"/>
              </a:spcAft>
              <a:buClr>
                <a:srgbClr val="000000"/>
              </a:buClr>
              <a:buSzPts val="1400"/>
              <a:buFont typeface="Arial"/>
              <a:buNone/>
              <a:defRPr/>
            </a:lvl1pPr>
            <a:lvl2pPr indent="0" lvl="1" marL="0" rtl="0" algn="l">
              <a:lnSpc>
                <a:spcPct val="100000"/>
              </a:lnSpc>
              <a:spcBef>
                <a:spcPts val="0"/>
              </a:spcBef>
              <a:spcAft>
                <a:spcPts val="0"/>
              </a:spcAft>
              <a:buClr>
                <a:srgbClr val="000000"/>
              </a:buClr>
              <a:buSzPts val="1400"/>
              <a:buFont typeface="Arial"/>
              <a:buNone/>
              <a:defRPr/>
            </a:lvl2pPr>
            <a:lvl3pPr indent="0" lvl="2" marL="0" rtl="0" algn="l">
              <a:lnSpc>
                <a:spcPct val="100000"/>
              </a:lnSpc>
              <a:spcBef>
                <a:spcPts val="0"/>
              </a:spcBef>
              <a:spcAft>
                <a:spcPts val="0"/>
              </a:spcAft>
              <a:buClr>
                <a:srgbClr val="000000"/>
              </a:buClr>
              <a:buSzPts val="1400"/>
              <a:buFont typeface="Arial"/>
              <a:buNone/>
              <a:defRPr/>
            </a:lvl3pPr>
            <a:lvl4pPr indent="0" lvl="3" marL="0" rtl="0" algn="l">
              <a:lnSpc>
                <a:spcPct val="100000"/>
              </a:lnSpc>
              <a:spcBef>
                <a:spcPts val="0"/>
              </a:spcBef>
              <a:spcAft>
                <a:spcPts val="0"/>
              </a:spcAft>
              <a:buClr>
                <a:srgbClr val="000000"/>
              </a:buClr>
              <a:buSzPts val="1400"/>
              <a:buFont typeface="Arial"/>
              <a:buNone/>
              <a:defRPr/>
            </a:lvl4pPr>
            <a:lvl5pPr indent="0" lvl="4" marL="0" rtl="0" algn="l">
              <a:lnSpc>
                <a:spcPct val="100000"/>
              </a:lnSpc>
              <a:spcBef>
                <a:spcPts val="0"/>
              </a:spcBef>
              <a:spcAft>
                <a:spcPts val="0"/>
              </a:spcAft>
              <a:buClr>
                <a:srgbClr val="000000"/>
              </a:buClr>
              <a:buSzPts val="1400"/>
              <a:buFont typeface="Arial"/>
              <a:buNone/>
              <a:defRPr/>
            </a:lvl5pPr>
            <a:lvl6pPr indent="0" lvl="5" marL="0" rtl="0" algn="l">
              <a:lnSpc>
                <a:spcPct val="100000"/>
              </a:lnSpc>
              <a:spcBef>
                <a:spcPts val="0"/>
              </a:spcBef>
              <a:spcAft>
                <a:spcPts val="0"/>
              </a:spcAft>
              <a:buClr>
                <a:srgbClr val="000000"/>
              </a:buClr>
              <a:buSzPts val="1400"/>
              <a:buFont typeface="Arial"/>
              <a:buNone/>
              <a:defRPr/>
            </a:lvl6pPr>
            <a:lvl7pPr indent="0" lvl="6" marL="0" rtl="0" algn="l">
              <a:lnSpc>
                <a:spcPct val="100000"/>
              </a:lnSpc>
              <a:spcBef>
                <a:spcPts val="0"/>
              </a:spcBef>
              <a:spcAft>
                <a:spcPts val="0"/>
              </a:spcAft>
              <a:buClr>
                <a:srgbClr val="000000"/>
              </a:buClr>
              <a:buSzPts val="1400"/>
              <a:buFont typeface="Arial"/>
              <a:buNone/>
              <a:defRPr/>
            </a:lvl7pPr>
            <a:lvl8pPr indent="0" lvl="7" marL="0" rtl="0" algn="l">
              <a:lnSpc>
                <a:spcPct val="100000"/>
              </a:lnSpc>
              <a:spcBef>
                <a:spcPts val="0"/>
              </a:spcBef>
              <a:spcAft>
                <a:spcPts val="0"/>
              </a:spcAft>
              <a:buClr>
                <a:srgbClr val="000000"/>
              </a:buClr>
              <a:buSzPts val="1400"/>
              <a:buFont typeface="Arial"/>
              <a:buNone/>
              <a:defRPr/>
            </a:lvl8pPr>
            <a:lvl9pPr indent="0" lvl="8" marL="0" rtl="0" algn="l">
              <a:lnSpc>
                <a:spcPct val="100000"/>
              </a:lnSpc>
              <a:spcBef>
                <a:spcPts val="0"/>
              </a:spcBef>
              <a:spcAft>
                <a:spcPts val="0"/>
              </a:spcAft>
              <a:buClr>
                <a:srgbClr val="000000"/>
              </a:buClr>
              <a:buSzPts val="1400"/>
              <a:buFont typeface="Arial"/>
              <a:buNone/>
              <a:defRPr/>
            </a:lvl9pPr>
          </a:lstStyle>
          <a:p>
            <a:pPr indent="0" lvl="0" marL="0" rtl="0" algn="l">
              <a:spcBef>
                <a:spcPts val="0"/>
              </a:spcBef>
              <a:spcAft>
                <a:spcPts val="0"/>
              </a:spcAft>
              <a:buNone/>
            </a:pPr>
            <a:fld id="{00000000-1234-1234-1234-123412341234}" type="slidenum">
              <a:rPr lang="en"/>
              <a:t>‹#›</a:t>
            </a:fld>
            <a:endParaRPr/>
          </a:p>
        </p:txBody>
      </p:sp>
      <p:pic>
        <p:nvPicPr>
          <p:cNvPr descr="OpenMainframe_Logo_Pantone.png" id="304" name="Google Shape;304;p46"/>
          <p:cNvPicPr preferRelativeResize="0"/>
          <p:nvPr/>
        </p:nvPicPr>
        <p:blipFill rotWithShape="1">
          <a:blip r:embed="rId3">
            <a:alphaModFix/>
          </a:blip>
          <a:srcRect b="30187" l="0" r="80655" t="0"/>
          <a:stretch/>
        </p:blipFill>
        <p:spPr>
          <a:xfrm>
            <a:off x="8306753" y="100724"/>
            <a:ext cx="469852" cy="518218"/>
          </a:xfrm>
          <a:prstGeom prst="rect">
            <a:avLst/>
          </a:prstGeom>
          <a:noFill/>
          <a:ln>
            <a:noFill/>
          </a:ln>
        </p:spPr>
      </p:pic>
      <p:sp>
        <p:nvSpPr>
          <p:cNvPr id="305" name="Google Shape;305;p46"/>
          <p:cNvSpPr/>
          <p:nvPr/>
        </p:nvSpPr>
        <p:spPr>
          <a:xfrm>
            <a:off x="0" y="5112913"/>
            <a:ext cx="9144000" cy="50700"/>
          </a:xfrm>
          <a:prstGeom prst="rect">
            <a:avLst/>
          </a:prstGeom>
          <a:solidFill>
            <a:srgbClr val="3664A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 Background">
  <p:cSld name="1_Title and Content_1_1">
    <p:spTree>
      <p:nvGrpSpPr>
        <p:cNvPr id="306" name="Shape 306"/>
        <p:cNvGrpSpPr/>
        <p:nvPr/>
      </p:nvGrpSpPr>
      <p:grpSpPr>
        <a:xfrm>
          <a:off x="0" y="0"/>
          <a:ext cx="0" cy="0"/>
          <a:chOff x="0" y="0"/>
          <a:chExt cx="0" cy="0"/>
        </a:xfrm>
      </p:grpSpPr>
      <p:sp>
        <p:nvSpPr>
          <p:cNvPr id="307" name="Google Shape;307;p47"/>
          <p:cNvSpPr/>
          <p:nvPr/>
        </p:nvSpPr>
        <p:spPr>
          <a:xfrm>
            <a:off x="0" y="74"/>
            <a:ext cx="9144000" cy="5143500"/>
          </a:xfrm>
          <a:prstGeom prst="rect">
            <a:avLst/>
          </a:prstGeom>
          <a:solidFill>
            <a:srgbClr val="3664AD">
              <a:alpha val="275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pic>
        <p:nvPicPr>
          <p:cNvPr id="308" name="Google Shape;308;p47"/>
          <p:cNvPicPr preferRelativeResize="0"/>
          <p:nvPr/>
        </p:nvPicPr>
        <p:blipFill rotWithShape="1">
          <a:blip r:embed="rId2">
            <a:alphaModFix amt="6000"/>
          </a:blip>
          <a:srcRect b="0" l="17594" r="0" t="0"/>
          <a:stretch/>
        </p:blipFill>
        <p:spPr>
          <a:xfrm>
            <a:off x="0" y="-3175"/>
            <a:ext cx="7535078" cy="5143500"/>
          </a:xfrm>
          <a:prstGeom prst="rect">
            <a:avLst/>
          </a:prstGeom>
          <a:noFill/>
          <a:ln>
            <a:noFill/>
          </a:ln>
        </p:spPr>
      </p:pic>
      <p:sp>
        <p:nvSpPr>
          <p:cNvPr id="309" name="Google Shape;309;p47"/>
          <p:cNvSpPr txBox="1"/>
          <p:nvPr>
            <p:ph idx="12" type="sldNum"/>
          </p:nvPr>
        </p:nvSpPr>
        <p:spPr>
          <a:xfrm>
            <a:off x="8227785" y="4803546"/>
            <a:ext cx="580500" cy="273900"/>
          </a:xfrm>
          <a:prstGeom prst="rect">
            <a:avLst/>
          </a:prstGeom>
          <a:noFill/>
          <a:ln>
            <a:noFill/>
          </a:ln>
        </p:spPr>
        <p:txBody>
          <a:bodyPr anchorCtr="0" anchor="ctr" bIns="45700" lIns="91425" spcFirstLastPara="1" rIns="91425" wrap="square" tIns="45700">
            <a:noAutofit/>
          </a:bodyPr>
          <a:lstStyle>
            <a:lvl1pPr indent="0" lvl="0" marL="0" rtl="0" algn="l">
              <a:lnSpc>
                <a:spcPct val="100000"/>
              </a:lnSpc>
              <a:spcBef>
                <a:spcPts val="0"/>
              </a:spcBef>
              <a:spcAft>
                <a:spcPts val="0"/>
              </a:spcAft>
              <a:buClr>
                <a:srgbClr val="000000"/>
              </a:buClr>
              <a:buSzPts val="1400"/>
              <a:buFont typeface="Arial"/>
              <a:buNone/>
              <a:defRPr/>
            </a:lvl1pPr>
            <a:lvl2pPr indent="0" lvl="1" marL="0" rtl="0" algn="l">
              <a:lnSpc>
                <a:spcPct val="100000"/>
              </a:lnSpc>
              <a:spcBef>
                <a:spcPts val="0"/>
              </a:spcBef>
              <a:spcAft>
                <a:spcPts val="0"/>
              </a:spcAft>
              <a:buClr>
                <a:srgbClr val="000000"/>
              </a:buClr>
              <a:buSzPts val="1400"/>
              <a:buFont typeface="Arial"/>
              <a:buNone/>
              <a:defRPr/>
            </a:lvl2pPr>
            <a:lvl3pPr indent="0" lvl="2" marL="0" rtl="0" algn="l">
              <a:lnSpc>
                <a:spcPct val="100000"/>
              </a:lnSpc>
              <a:spcBef>
                <a:spcPts val="0"/>
              </a:spcBef>
              <a:spcAft>
                <a:spcPts val="0"/>
              </a:spcAft>
              <a:buClr>
                <a:srgbClr val="000000"/>
              </a:buClr>
              <a:buSzPts val="1400"/>
              <a:buFont typeface="Arial"/>
              <a:buNone/>
              <a:defRPr/>
            </a:lvl3pPr>
            <a:lvl4pPr indent="0" lvl="3" marL="0" rtl="0" algn="l">
              <a:lnSpc>
                <a:spcPct val="100000"/>
              </a:lnSpc>
              <a:spcBef>
                <a:spcPts val="0"/>
              </a:spcBef>
              <a:spcAft>
                <a:spcPts val="0"/>
              </a:spcAft>
              <a:buClr>
                <a:srgbClr val="000000"/>
              </a:buClr>
              <a:buSzPts val="1400"/>
              <a:buFont typeface="Arial"/>
              <a:buNone/>
              <a:defRPr/>
            </a:lvl4pPr>
            <a:lvl5pPr indent="0" lvl="4" marL="0" rtl="0" algn="l">
              <a:lnSpc>
                <a:spcPct val="100000"/>
              </a:lnSpc>
              <a:spcBef>
                <a:spcPts val="0"/>
              </a:spcBef>
              <a:spcAft>
                <a:spcPts val="0"/>
              </a:spcAft>
              <a:buClr>
                <a:srgbClr val="000000"/>
              </a:buClr>
              <a:buSzPts val="1400"/>
              <a:buFont typeface="Arial"/>
              <a:buNone/>
              <a:defRPr/>
            </a:lvl5pPr>
            <a:lvl6pPr indent="0" lvl="5" marL="0" rtl="0" algn="l">
              <a:lnSpc>
                <a:spcPct val="100000"/>
              </a:lnSpc>
              <a:spcBef>
                <a:spcPts val="0"/>
              </a:spcBef>
              <a:spcAft>
                <a:spcPts val="0"/>
              </a:spcAft>
              <a:buClr>
                <a:srgbClr val="000000"/>
              </a:buClr>
              <a:buSzPts val="1400"/>
              <a:buFont typeface="Arial"/>
              <a:buNone/>
              <a:defRPr/>
            </a:lvl6pPr>
            <a:lvl7pPr indent="0" lvl="6" marL="0" rtl="0" algn="l">
              <a:lnSpc>
                <a:spcPct val="100000"/>
              </a:lnSpc>
              <a:spcBef>
                <a:spcPts val="0"/>
              </a:spcBef>
              <a:spcAft>
                <a:spcPts val="0"/>
              </a:spcAft>
              <a:buClr>
                <a:srgbClr val="000000"/>
              </a:buClr>
              <a:buSzPts val="1400"/>
              <a:buFont typeface="Arial"/>
              <a:buNone/>
              <a:defRPr/>
            </a:lvl7pPr>
            <a:lvl8pPr indent="0" lvl="7" marL="0" rtl="0" algn="l">
              <a:lnSpc>
                <a:spcPct val="100000"/>
              </a:lnSpc>
              <a:spcBef>
                <a:spcPts val="0"/>
              </a:spcBef>
              <a:spcAft>
                <a:spcPts val="0"/>
              </a:spcAft>
              <a:buClr>
                <a:srgbClr val="000000"/>
              </a:buClr>
              <a:buSzPts val="1400"/>
              <a:buFont typeface="Arial"/>
              <a:buNone/>
              <a:defRPr/>
            </a:lvl8pPr>
            <a:lvl9pPr indent="0" lvl="8" marL="0" rtl="0" algn="l">
              <a:lnSpc>
                <a:spcPct val="100000"/>
              </a:lnSpc>
              <a:spcBef>
                <a:spcPts val="0"/>
              </a:spcBef>
              <a:spcAft>
                <a:spcPts val="0"/>
              </a:spcAft>
              <a:buClr>
                <a:srgbClr val="000000"/>
              </a:buClr>
              <a:buSzPts val="1400"/>
              <a:buFont typeface="Arial"/>
              <a:buNone/>
              <a:defRPr/>
            </a:lvl9pPr>
          </a:lstStyle>
          <a:p>
            <a:pPr indent="0" lvl="0" marL="0" rtl="0" algn="l">
              <a:spcBef>
                <a:spcPts val="0"/>
              </a:spcBef>
              <a:spcAft>
                <a:spcPts val="0"/>
              </a:spcAft>
              <a:buNone/>
            </a:pPr>
            <a:fld id="{00000000-1234-1234-1234-123412341234}" type="slidenum">
              <a:rPr lang="en"/>
              <a:t>‹#›</a:t>
            </a:fld>
            <a:endParaRPr/>
          </a:p>
        </p:txBody>
      </p:sp>
      <p:sp>
        <p:nvSpPr>
          <p:cNvPr id="310" name="Google Shape;310;p47"/>
          <p:cNvSpPr/>
          <p:nvPr/>
        </p:nvSpPr>
        <p:spPr>
          <a:xfrm>
            <a:off x="0" y="5112913"/>
            <a:ext cx="9144000" cy="50700"/>
          </a:xfrm>
          <a:prstGeom prst="rect">
            <a:avLst/>
          </a:prstGeom>
          <a:solidFill>
            <a:srgbClr val="3664A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2">
    <p:spTree>
      <p:nvGrpSpPr>
        <p:cNvPr id="311" name="Shape 311"/>
        <p:cNvGrpSpPr/>
        <p:nvPr/>
      </p:nvGrpSpPr>
      <p:grpSpPr>
        <a:xfrm>
          <a:off x="0" y="0"/>
          <a:ext cx="0" cy="0"/>
          <a:chOff x="0" y="0"/>
          <a:chExt cx="0" cy="0"/>
        </a:xfrm>
      </p:grpSpPr>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CUSTOM">
    <p:spTree>
      <p:nvGrpSpPr>
        <p:cNvPr id="312" name="Shape 312"/>
        <p:cNvGrpSpPr/>
        <p:nvPr/>
      </p:nvGrpSpPr>
      <p:grpSpPr>
        <a:xfrm>
          <a:off x="0" y="0"/>
          <a:ext cx="0" cy="0"/>
          <a:chOff x="0" y="0"/>
          <a:chExt cx="0" cy="0"/>
        </a:xfrm>
      </p:grpSpPr>
      <p:sp>
        <p:nvSpPr>
          <p:cNvPr id="313" name="Google Shape;313;p49"/>
          <p:cNvSpPr txBox="1"/>
          <p:nvPr>
            <p:ph type="title"/>
          </p:nvPr>
        </p:nvSpPr>
        <p:spPr>
          <a:xfrm>
            <a:off x="311700" y="231021"/>
            <a:ext cx="8520600" cy="5649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14" name="Google Shape;314;p49"/>
          <p:cNvSpPr txBox="1"/>
          <p:nvPr>
            <p:ph idx="1" type="body"/>
          </p:nvPr>
        </p:nvSpPr>
        <p:spPr>
          <a:xfrm>
            <a:off x="311150" y="1114425"/>
            <a:ext cx="8521800" cy="3533700"/>
          </a:xfrm>
          <a:prstGeom prst="rect">
            <a:avLst/>
          </a:prstGeom>
          <a:noFill/>
          <a:ln>
            <a:noFill/>
          </a:ln>
        </p:spPr>
        <p:txBody>
          <a:bodyPr anchorCtr="0" anchor="t" bIns="91425" lIns="91425" spcFirstLastPara="1" rIns="91425" wrap="square" tIns="91425">
            <a:noAutofit/>
          </a:bodyPr>
          <a:lstStyle>
            <a:lvl1pPr indent="-381000" lvl="0" marL="457200" rtl="0" algn="l">
              <a:lnSpc>
                <a:spcPct val="115000"/>
              </a:lnSpc>
              <a:spcBef>
                <a:spcPts val="600"/>
              </a:spcBef>
              <a:spcAft>
                <a:spcPts val="0"/>
              </a:spcAft>
              <a:buClr>
                <a:srgbClr val="595959"/>
              </a:buClr>
              <a:buSzPts val="2400"/>
              <a:buFont typeface="Arial"/>
              <a:buChar char="•"/>
              <a:defRPr sz="2400">
                <a:solidFill>
                  <a:srgbClr val="595959"/>
                </a:solidFill>
              </a:defRPr>
            </a:lvl1pPr>
            <a:lvl2pPr indent="-342900" lvl="1" marL="914400" rtl="0" algn="l">
              <a:lnSpc>
                <a:spcPct val="115000"/>
              </a:lnSpc>
              <a:spcBef>
                <a:spcPts val="0"/>
              </a:spcBef>
              <a:spcAft>
                <a:spcPts val="0"/>
              </a:spcAft>
              <a:buClr>
                <a:srgbClr val="595959"/>
              </a:buClr>
              <a:buSzPts val="1800"/>
              <a:buFont typeface="Arial"/>
              <a:buChar char="•"/>
              <a:defRPr sz="1800">
                <a:solidFill>
                  <a:srgbClr val="595959"/>
                </a:solidFill>
              </a:defRPr>
            </a:lvl2pPr>
            <a:lvl3pPr indent="-342900" lvl="2" marL="1371600" rtl="0" algn="l">
              <a:lnSpc>
                <a:spcPct val="115000"/>
              </a:lnSpc>
              <a:spcBef>
                <a:spcPts val="0"/>
              </a:spcBef>
              <a:spcAft>
                <a:spcPts val="0"/>
              </a:spcAft>
              <a:buClr>
                <a:srgbClr val="595959"/>
              </a:buClr>
              <a:buSzPts val="1800"/>
              <a:buFont typeface="Arial"/>
              <a:buChar char="•"/>
              <a:defRPr sz="1800">
                <a:solidFill>
                  <a:srgbClr val="595959"/>
                </a:solidFill>
              </a:defRPr>
            </a:lvl3pPr>
            <a:lvl4pPr indent="-342900" lvl="3" marL="1828800" rtl="0" algn="l">
              <a:lnSpc>
                <a:spcPct val="115000"/>
              </a:lnSpc>
              <a:spcBef>
                <a:spcPts val="0"/>
              </a:spcBef>
              <a:spcAft>
                <a:spcPts val="0"/>
              </a:spcAft>
              <a:buClr>
                <a:srgbClr val="595959"/>
              </a:buClr>
              <a:buSzPts val="1800"/>
              <a:buFont typeface="Arial"/>
              <a:buChar char="•"/>
              <a:defRPr sz="1800">
                <a:solidFill>
                  <a:srgbClr val="595959"/>
                </a:solidFill>
              </a:defRPr>
            </a:lvl4pPr>
            <a:lvl5pPr indent="-342900" lvl="4" marL="2286000" rtl="0" algn="l">
              <a:lnSpc>
                <a:spcPct val="115000"/>
              </a:lnSpc>
              <a:spcBef>
                <a:spcPts val="0"/>
              </a:spcBef>
              <a:spcAft>
                <a:spcPts val="0"/>
              </a:spcAft>
              <a:buClr>
                <a:srgbClr val="595959"/>
              </a:buClr>
              <a:buSzPts val="1800"/>
              <a:buFont typeface="Arial"/>
              <a:buChar char="•"/>
              <a:defRPr sz="1800">
                <a:solidFill>
                  <a:srgbClr val="595959"/>
                </a:solidFill>
              </a:defRPr>
            </a:lvl5pPr>
            <a:lvl6pPr indent="-342900" lvl="5" marL="2743200" rtl="0" algn="l">
              <a:lnSpc>
                <a:spcPct val="115000"/>
              </a:lnSpc>
              <a:spcBef>
                <a:spcPts val="0"/>
              </a:spcBef>
              <a:spcAft>
                <a:spcPts val="0"/>
              </a:spcAft>
              <a:buClr>
                <a:srgbClr val="595959"/>
              </a:buClr>
              <a:buSzPts val="1800"/>
              <a:buChar char="•"/>
              <a:defRPr>
                <a:solidFill>
                  <a:srgbClr val="595959"/>
                </a:solidFill>
              </a:defRPr>
            </a:lvl6pPr>
            <a:lvl7pPr indent="-342900" lvl="6" marL="3200400" rtl="0" algn="l">
              <a:lnSpc>
                <a:spcPct val="115000"/>
              </a:lnSpc>
              <a:spcBef>
                <a:spcPts val="0"/>
              </a:spcBef>
              <a:spcAft>
                <a:spcPts val="0"/>
              </a:spcAft>
              <a:buClr>
                <a:srgbClr val="595959"/>
              </a:buClr>
              <a:buSzPts val="1800"/>
              <a:buChar char="•"/>
              <a:defRPr>
                <a:solidFill>
                  <a:srgbClr val="595959"/>
                </a:solidFill>
              </a:defRPr>
            </a:lvl7pPr>
            <a:lvl8pPr indent="-342900" lvl="7" marL="3657600" rtl="0" algn="l">
              <a:lnSpc>
                <a:spcPct val="115000"/>
              </a:lnSpc>
              <a:spcBef>
                <a:spcPts val="0"/>
              </a:spcBef>
              <a:spcAft>
                <a:spcPts val="0"/>
              </a:spcAft>
              <a:buClr>
                <a:srgbClr val="595959"/>
              </a:buClr>
              <a:buSzPts val="1800"/>
              <a:buChar char="•"/>
              <a:defRPr>
                <a:solidFill>
                  <a:srgbClr val="595959"/>
                </a:solidFill>
              </a:defRPr>
            </a:lvl8pPr>
            <a:lvl9pPr indent="-342900" lvl="8" marL="4114800" rtl="0" algn="l">
              <a:lnSpc>
                <a:spcPct val="115000"/>
              </a:lnSpc>
              <a:spcBef>
                <a:spcPts val="0"/>
              </a:spcBef>
              <a:spcAft>
                <a:spcPts val="0"/>
              </a:spcAft>
              <a:buClr>
                <a:srgbClr val="595959"/>
              </a:buClr>
              <a:buSzPts val="1800"/>
              <a:buChar char="•"/>
              <a:defRPr>
                <a:solidFill>
                  <a:srgbClr val="595959"/>
                </a:solidFill>
              </a:defRPr>
            </a:lvl9pPr>
          </a:lstStyle>
          <a:p/>
        </p:txBody>
      </p:sp>
      <p:sp>
        <p:nvSpPr>
          <p:cNvPr id="315" name="Google Shape;315;p49"/>
          <p:cNvSpPr txBox="1"/>
          <p:nvPr>
            <p:ph idx="12" type="sldNum"/>
          </p:nvPr>
        </p:nvSpPr>
        <p:spPr>
          <a:xfrm>
            <a:off x="8556775" y="4868450"/>
            <a:ext cx="548700" cy="2730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1pPr>
            <a:lvl2pPr indent="0" lvl="1"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2pPr>
            <a:lvl3pPr indent="0" lvl="2"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3pPr>
            <a:lvl4pPr indent="0" lvl="3"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4pPr>
            <a:lvl5pPr indent="0" lvl="4"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5pPr>
            <a:lvl6pPr indent="0" lvl="5"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6pPr>
            <a:lvl7pPr indent="0" lvl="6"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7pPr>
            <a:lvl8pPr indent="0" lvl="7"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8pPr>
            <a:lvl9pPr indent="0" lvl="8"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Full Bleed Image ">
    <p:bg>
      <p:bgPr>
        <a:solidFill>
          <a:schemeClr val="dk1"/>
        </a:solidFill>
      </p:bgPr>
    </p:bg>
    <p:spTree>
      <p:nvGrpSpPr>
        <p:cNvPr id="316" name="Shape 316"/>
        <p:cNvGrpSpPr/>
        <p:nvPr/>
      </p:nvGrpSpPr>
      <p:grpSpPr>
        <a:xfrm>
          <a:off x="0" y="0"/>
          <a:ext cx="0" cy="0"/>
          <a:chOff x="0" y="0"/>
          <a:chExt cx="0" cy="0"/>
        </a:xfrm>
      </p:grpSpPr>
      <p:pic>
        <p:nvPicPr>
          <p:cNvPr id="317" name="Google Shape;317;p50"/>
          <p:cNvPicPr preferRelativeResize="0"/>
          <p:nvPr/>
        </p:nvPicPr>
        <p:blipFill rotWithShape="1">
          <a:blip r:embed="rId2">
            <a:alphaModFix/>
          </a:blip>
          <a:srcRect b="23073" l="39766" r="40351" t="21142"/>
          <a:stretch/>
        </p:blipFill>
        <p:spPr>
          <a:xfrm>
            <a:off x="6319575" y="0"/>
            <a:ext cx="2444324" cy="5143500"/>
          </a:xfrm>
          <a:prstGeom prst="rect">
            <a:avLst/>
          </a:prstGeom>
          <a:noFill/>
          <a:ln>
            <a:noFill/>
          </a:ln>
        </p:spPr>
      </p:pic>
      <p:sp>
        <p:nvSpPr>
          <p:cNvPr id="318" name="Google Shape;318;p50"/>
          <p:cNvSpPr txBox="1"/>
          <p:nvPr/>
        </p:nvSpPr>
        <p:spPr>
          <a:xfrm>
            <a:off x="5596800" y="4866600"/>
            <a:ext cx="35472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600">
                <a:solidFill>
                  <a:schemeClr val="lt1"/>
                </a:solidFill>
              </a:rPr>
              <a:t>IBM z16 image used with permission by International Business Machines Corporation 2022</a:t>
            </a:r>
            <a:endParaRPr sz="600">
              <a:solidFill>
                <a:schemeClr val="lt1"/>
              </a:solidFill>
            </a:endParaRPr>
          </a:p>
        </p:txBody>
      </p:sp>
      <p:sp>
        <p:nvSpPr>
          <p:cNvPr id="319" name="Google Shape;319;p50"/>
          <p:cNvSpPr txBox="1"/>
          <p:nvPr>
            <p:ph type="title"/>
          </p:nvPr>
        </p:nvSpPr>
        <p:spPr>
          <a:xfrm>
            <a:off x="509425" y="1429800"/>
            <a:ext cx="5365800" cy="2283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000"/>
              <a:buNone/>
              <a:defRPr>
                <a:solidFill>
                  <a:schemeClr val="lt1"/>
                </a:solidFill>
              </a:defRPr>
            </a:lvl1pPr>
            <a:lvl2pPr lvl="1">
              <a:spcBef>
                <a:spcPts val="0"/>
              </a:spcBef>
              <a:spcAft>
                <a:spcPts val="0"/>
              </a:spcAft>
              <a:buClr>
                <a:schemeClr val="lt1"/>
              </a:buClr>
              <a:buSzPts val="1800"/>
              <a:buNone/>
              <a:defRPr>
                <a:solidFill>
                  <a:schemeClr val="lt1"/>
                </a:solidFill>
              </a:defRPr>
            </a:lvl2pPr>
            <a:lvl3pPr lvl="2">
              <a:spcBef>
                <a:spcPts val="0"/>
              </a:spcBef>
              <a:spcAft>
                <a:spcPts val="0"/>
              </a:spcAft>
              <a:buClr>
                <a:schemeClr val="lt1"/>
              </a:buClr>
              <a:buSzPts val="1800"/>
              <a:buNone/>
              <a:defRPr>
                <a:solidFill>
                  <a:schemeClr val="lt1"/>
                </a:solidFill>
              </a:defRPr>
            </a:lvl3pPr>
            <a:lvl4pPr lvl="3">
              <a:spcBef>
                <a:spcPts val="0"/>
              </a:spcBef>
              <a:spcAft>
                <a:spcPts val="0"/>
              </a:spcAft>
              <a:buClr>
                <a:schemeClr val="lt1"/>
              </a:buClr>
              <a:buSzPts val="1800"/>
              <a:buNone/>
              <a:defRPr>
                <a:solidFill>
                  <a:schemeClr val="lt1"/>
                </a:solidFill>
              </a:defRPr>
            </a:lvl4pPr>
            <a:lvl5pPr lvl="4">
              <a:spcBef>
                <a:spcPts val="0"/>
              </a:spcBef>
              <a:spcAft>
                <a:spcPts val="0"/>
              </a:spcAft>
              <a:buClr>
                <a:schemeClr val="lt1"/>
              </a:buClr>
              <a:buSzPts val="1800"/>
              <a:buNone/>
              <a:defRPr>
                <a:solidFill>
                  <a:schemeClr val="lt1"/>
                </a:solidFill>
              </a:defRPr>
            </a:lvl5pPr>
            <a:lvl6pPr lvl="5">
              <a:spcBef>
                <a:spcPts val="0"/>
              </a:spcBef>
              <a:spcAft>
                <a:spcPts val="0"/>
              </a:spcAft>
              <a:buClr>
                <a:schemeClr val="lt1"/>
              </a:buClr>
              <a:buSzPts val="1800"/>
              <a:buNone/>
              <a:defRPr>
                <a:solidFill>
                  <a:schemeClr val="lt1"/>
                </a:solidFill>
              </a:defRPr>
            </a:lvl6pPr>
            <a:lvl7pPr lvl="6">
              <a:spcBef>
                <a:spcPts val="0"/>
              </a:spcBef>
              <a:spcAft>
                <a:spcPts val="0"/>
              </a:spcAft>
              <a:buClr>
                <a:schemeClr val="lt1"/>
              </a:buClr>
              <a:buSzPts val="1800"/>
              <a:buNone/>
              <a:defRPr>
                <a:solidFill>
                  <a:schemeClr val="lt1"/>
                </a:solidFill>
              </a:defRPr>
            </a:lvl7pPr>
            <a:lvl8pPr lvl="7">
              <a:spcBef>
                <a:spcPts val="0"/>
              </a:spcBef>
              <a:spcAft>
                <a:spcPts val="0"/>
              </a:spcAft>
              <a:buClr>
                <a:schemeClr val="lt1"/>
              </a:buClr>
              <a:buSzPts val="1800"/>
              <a:buNone/>
              <a:defRPr>
                <a:solidFill>
                  <a:schemeClr val="lt1"/>
                </a:solidFill>
              </a:defRPr>
            </a:lvl8pPr>
            <a:lvl9pPr lvl="8">
              <a:spcBef>
                <a:spcPts val="0"/>
              </a:spcBef>
              <a:spcAft>
                <a:spcPts val="0"/>
              </a:spcAft>
              <a:buClr>
                <a:schemeClr val="lt1"/>
              </a:buClr>
              <a:buSzPts val="1800"/>
              <a:buNone/>
              <a:defRPr>
                <a:solidFill>
                  <a:schemeClr val="lt1"/>
                </a:solidFill>
              </a:defRPr>
            </a:lvl9pPr>
          </a:lstStyle>
          <a:p/>
        </p:txBody>
      </p:sp>
      <p:pic>
        <p:nvPicPr>
          <p:cNvPr id="320" name="Google Shape;320;p50"/>
          <p:cNvPicPr preferRelativeResize="0"/>
          <p:nvPr/>
        </p:nvPicPr>
        <p:blipFill rotWithShape="1">
          <a:blip r:embed="rId3">
            <a:alphaModFix/>
          </a:blip>
          <a:srcRect b="22837" l="0" r="76164" t="-7893"/>
          <a:stretch/>
        </p:blipFill>
        <p:spPr>
          <a:xfrm>
            <a:off x="8306753" y="100724"/>
            <a:ext cx="469852" cy="518218"/>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21" name="Shape 321"/>
        <p:cNvGrpSpPr/>
        <p:nvPr/>
      </p:nvGrpSpPr>
      <p:grpSpPr>
        <a:xfrm>
          <a:off x="0" y="0"/>
          <a:ext cx="0" cy="0"/>
          <a:chOff x="0" y="0"/>
          <a:chExt cx="0" cy="0"/>
        </a:xfrm>
      </p:grpSpPr>
      <p:sp>
        <p:nvSpPr>
          <p:cNvPr id="322" name="Google Shape;322;p51"/>
          <p:cNvSpPr/>
          <p:nvPr/>
        </p:nvSpPr>
        <p:spPr>
          <a:xfrm>
            <a:off x="8432941" y="4431167"/>
            <a:ext cx="724200" cy="724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51"/>
          <p:cNvSpPr/>
          <p:nvPr/>
        </p:nvSpPr>
        <p:spPr>
          <a:xfrm rot="10800000">
            <a:off x="7701526" y="4431200"/>
            <a:ext cx="731400" cy="7305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5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3000"/>
              <a:buNone/>
              <a:defRPr/>
            </a:lvl1pPr>
            <a:lvl2pPr lvl="1" rtl="0" algn="l">
              <a:lnSpc>
                <a:spcPct val="100000"/>
              </a:lnSpc>
              <a:spcBef>
                <a:spcPts val="0"/>
              </a:spcBef>
              <a:spcAft>
                <a:spcPts val="0"/>
              </a:spcAft>
              <a:buSzPts val="3000"/>
              <a:buNone/>
              <a:defRPr/>
            </a:lvl2pPr>
            <a:lvl3pPr lvl="2" rtl="0" algn="l">
              <a:lnSpc>
                <a:spcPct val="100000"/>
              </a:lnSpc>
              <a:spcBef>
                <a:spcPts val="0"/>
              </a:spcBef>
              <a:spcAft>
                <a:spcPts val="0"/>
              </a:spcAft>
              <a:buSzPts val="3000"/>
              <a:buNone/>
              <a:defRPr/>
            </a:lvl3pPr>
            <a:lvl4pPr lvl="3" rtl="0" algn="l">
              <a:lnSpc>
                <a:spcPct val="100000"/>
              </a:lnSpc>
              <a:spcBef>
                <a:spcPts val="0"/>
              </a:spcBef>
              <a:spcAft>
                <a:spcPts val="0"/>
              </a:spcAft>
              <a:buSzPts val="3000"/>
              <a:buNone/>
              <a:defRPr/>
            </a:lvl4pPr>
            <a:lvl5pPr lvl="4" rtl="0" algn="l">
              <a:lnSpc>
                <a:spcPct val="100000"/>
              </a:lnSpc>
              <a:spcBef>
                <a:spcPts val="0"/>
              </a:spcBef>
              <a:spcAft>
                <a:spcPts val="0"/>
              </a:spcAft>
              <a:buSzPts val="3000"/>
              <a:buNone/>
              <a:defRPr/>
            </a:lvl5pPr>
            <a:lvl6pPr lvl="5" rtl="0" algn="l">
              <a:lnSpc>
                <a:spcPct val="100000"/>
              </a:lnSpc>
              <a:spcBef>
                <a:spcPts val="0"/>
              </a:spcBef>
              <a:spcAft>
                <a:spcPts val="0"/>
              </a:spcAft>
              <a:buSzPts val="3000"/>
              <a:buNone/>
              <a:defRPr/>
            </a:lvl6pPr>
            <a:lvl7pPr lvl="6" rtl="0" algn="l">
              <a:lnSpc>
                <a:spcPct val="100000"/>
              </a:lnSpc>
              <a:spcBef>
                <a:spcPts val="0"/>
              </a:spcBef>
              <a:spcAft>
                <a:spcPts val="0"/>
              </a:spcAft>
              <a:buSzPts val="3000"/>
              <a:buNone/>
              <a:defRPr/>
            </a:lvl7pPr>
            <a:lvl8pPr lvl="7" rtl="0" algn="l">
              <a:lnSpc>
                <a:spcPct val="100000"/>
              </a:lnSpc>
              <a:spcBef>
                <a:spcPts val="0"/>
              </a:spcBef>
              <a:spcAft>
                <a:spcPts val="0"/>
              </a:spcAft>
              <a:buSzPts val="3000"/>
              <a:buNone/>
              <a:defRPr/>
            </a:lvl8pPr>
            <a:lvl9pPr lvl="8" rtl="0" algn="l">
              <a:lnSpc>
                <a:spcPct val="100000"/>
              </a:lnSpc>
              <a:spcBef>
                <a:spcPts val="0"/>
              </a:spcBef>
              <a:spcAft>
                <a:spcPts val="0"/>
              </a:spcAft>
              <a:buSzPts val="3000"/>
              <a:buNone/>
              <a:defRPr/>
            </a:lvl9pPr>
          </a:lstStyle>
          <a:p/>
        </p:txBody>
      </p:sp>
      <p:sp>
        <p:nvSpPr>
          <p:cNvPr id="325" name="Google Shape;325;p5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326" name="Google Shape;326;p51"/>
          <p:cNvSpPr/>
          <p:nvPr/>
        </p:nvSpPr>
        <p:spPr>
          <a:xfrm>
            <a:off x="8418600" y="0"/>
            <a:ext cx="725400" cy="7254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51"/>
          <p:cNvSpPr txBox="1"/>
          <p:nvPr>
            <p:ph idx="1" type="body"/>
          </p:nvPr>
        </p:nvSpPr>
        <p:spPr>
          <a:xfrm>
            <a:off x="280350" y="1266450"/>
            <a:ext cx="8520600" cy="3339000"/>
          </a:xfrm>
          <a:prstGeom prst="rect">
            <a:avLst/>
          </a:prstGeom>
          <a:noFill/>
          <a:ln>
            <a:noFill/>
          </a:ln>
        </p:spPr>
        <p:txBody>
          <a:bodyPr anchorCtr="0" anchor="t" bIns="91425" lIns="91425" spcFirstLastPara="1" rIns="91425" wrap="square" tIns="91425">
            <a:norm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pic>
        <p:nvPicPr>
          <p:cNvPr id="328" name="Google Shape;328;p51"/>
          <p:cNvPicPr preferRelativeResize="0"/>
          <p:nvPr/>
        </p:nvPicPr>
        <p:blipFill>
          <a:blip r:embed="rId2">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bg>
      <p:bgPr>
        <a:solidFill>
          <a:srgbClr val="2B7DE1"/>
        </a:solidFill>
      </p:bgPr>
    </p:bg>
    <p:spTree>
      <p:nvGrpSpPr>
        <p:cNvPr id="329" name="Shape 329"/>
        <p:cNvGrpSpPr/>
        <p:nvPr/>
      </p:nvGrpSpPr>
      <p:grpSpPr>
        <a:xfrm>
          <a:off x="0" y="0"/>
          <a:ext cx="0" cy="0"/>
          <a:chOff x="0" y="0"/>
          <a:chExt cx="0" cy="0"/>
        </a:xfrm>
      </p:grpSpPr>
      <p:sp>
        <p:nvSpPr>
          <p:cNvPr id="330" name="Google Shape;330;p52"/>
          <p:cNvSpPr/>
          <p:nvPr/>
        </p:nvSpPr>
        <p:spPr>
          <a:xfrm>
            <a:off x="0" y="659219"/>
            <a:ext cx="9144000" cy="4530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331" name="Google Shape;331;p52"/>
          <p:cNvPicPr preferRelativeResize="0"/>
          <p:nvPr/>
        </p:nvPicPr>
        <p:blipFill rotWithShape="1">
          <a:blip r:embed="rId2">
            <a:alphaModFix/>
          </a:blip>
          <a:srcRect b="0" l="0" r="0" t="0"/>
          <a:stretch/>
        </p:blipFill>
        <p:spPr>
          <a:xfrm>
            <a:off x="4508204" y="2535865"/>
            <a:ext cx="4635797" cy="2607636"/>
          </a:xfrm>
          <a:prstGeom prst="rect">
            <a:avLst/>
          </a:prstGeom>
          <a:noFill/>
          <a:ln>
            <a:noFill/>
          </a:ln>
        </p:spPr>
      </p:pic>
      <p:sp>
        <p:nvSpPr>
          <p:cNvPr id="332" name="Google Shape;332;p52"/>
          <p:cNvSpPr txBox="1"/>
          <p:nvPr>
            <p:ph type="title"/>
          </p:nvPr>
        </p:nvSpPr>
        <p:spPr>
          <a:xfrm>
            <a:off x="296897" y="110343"/>
            <a:ext cx="8389800" cy="4905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2800"/>
              <a:buFont typeface="Arial"/>
              <a:buNone/>
              <a:defRPr sz="28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3" name="Google Shape;333;p52"/>
          <p:cNvSpPr txBox="1"/>
          <p:nvPr>
            <p:ph idx="1" type="body"/>
          </p:nvPr>
        </p:nvSpPr>
        <p:spPr>
          <a:xfrm>
            <a:off x="355601" y="977933"/>
            <a:ext cx="7376400" cy="37092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rgbClr val="EF2AC1"/>
              </a:buClr>
              <a:buSzPts val="2800"/>
              <a:buChar char="•"/>
              <a:defRPr sz="2800">
                <a:latin typeface="Arial"/>
                <a:ea typeface="Arial"/>
                <a:cs typeface="Arial"/>
                <a:sym typeface="Arial"/>
              </a:defRPr>
            </a:lvl1pPr>
            <a:lvl2pPr indent="-381000" lvl="1" marL="914400" algn="l">
              <a:lnSpc>
                <a:spcPct val="100000"/>
              </a:lnSpc>
              <a:spcBef>
                <a:spcPts val="480"/>
              </a:spcBef>
              <a:spcAft>
                <a:spcPts val="0"/>
              </a:spcAft>
              <a:buClr>
                <a:srgbClr val="EF2AC1"/>
              </a:buClr>
              <a:buSzPts val="2400"/>
              <a:buChar char="–"/>
              <a:defRPr sz="2400">
                <a:latin typeface="Arial"/>
                <a:ea typeface="Arial"/>
                <a:cs typeface="Arial"/>
                <a:sym typeface="Arial"/>
              </a:defRPr>
            </a:lvl2pPr>
            <a:lvl3pPr indent="-355600" lvl="2" marL="1371600" algn="l">
              <a:lnSpc>
                <a:spcPct val="100000"/>
              </a:lnSpc>
              <a:spcBef>
                <a:spcPts val="400"/>
              </a:spcBef>
              <a:spcAft>
                <a:spcPts val="0"/>
              </a:spcAft>
              <a:buClr>
                <a:srgbClr val="EF2AC1"/>
              </a:buClr>
              <a:buSzPts val="2000"/>
              <a:buChar char="•"/>
              <a:defRPr sz="2000">
                <a:latin typeface="Arial"/>
                <a:ea typeface="Arial"/>
                <a:cs typeface="Arial"/>
                <a:sym typeface="Arial"/>
              </a:defRPr>
            </a:lvl3pPr>
            <a:lvl4pPr indent="-355600" lvl="3" marL="1828800" algn="l">
              <a:lnSpc>
                <a:spcPct val="100000"/>
              </a:lnSpc>
              <a:spcBef>
                <a:spcPts val="400"/>
              </a:spcBef>
              <a:spcAft>
                <a:spcPts val="0"/>
              </a:spcAft>
              <a:buClr>
                <a:srgbClr val="EF2AC1"/>
              </a:buClr>
              <a:buSzPts val="2000"/>
              <a:buChar char="–"/>
              <a:defRPr>
                <a:latin typeface="Arial"/>
                <a:ea typeface="Arial"/>
                <a:cs typeface="Arial"/>
                <a:sym typeface="Arial"/>
              </a:defRPr>
            </a:lvl4pPr>
            <a:lvl5pPr indent="-355600" lvl="4" marL="2286000" algn="l">
              <a:lnSpc>
                <a:spcPct val="100000"/>
              </a:lnSpc>
              <a:spcBef>
                <a:spcPts val="400"/>
              </a:spcBef>
              <a:spcAft>
                <a:spcPts val="0"/>
              </a:spcAft>
              <a:buClr>
                <a:srgbClr val="EF2AC1"/>
              </a:buClr>
              <a:buSzPts val="2000"/>
              <a:buChar char="»"/>
              <a:defRPr>
                <a:latin typeface="Arial"/>
                <a:ea typeface="Arial"/>
                <a:cs typeface="Arial"/>
                <a:sym typeface="Aria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34" name="Google Shape;334;p52"/>
          <p:cNvSpPr/>
          <p:nvPr/>
        </p:nvSpPr>
        <p:spPr>
          <a:xfrm flipH="1" rot="10800000">
            <a:off x="-2" y="5143618"/>
            <a:ext cx="9144000" cy="45600"/>
          </a:xfrm>
          <a:prstGeom prst="rect">
            <a:avLst/>
          </a:prstGeom>
          <a:solidFill>
            <a:srgbClr val="0033A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335" name="Google Shape;335;p52"/>
          <p:cNvCxnSpPr/>
          <p:nvPr/>
        </p:nvCxnSpPr>
        <p:spPr>
          <a:xfrm>
            <a:off x="-2" y="5074699"/>
            <a:ext cx="6351300" cy="0"/>
          </a:xfrm>
          <a:prstGeom prst="straightConnector1">
            <a:avLst/>
          </a:prstGeom>
          <a:noFill/>
          <a:ln cap="flat" cmpd="sng" w="12700">
            <a:solidFill>
              <a:schemeClr val="dk1"/>
            </a:solidFill>
            <a:prstDash val="solid"/>
            <a:round/>
            <a:headEnd len="sm" w="sm" type="none"/>
            <a:tailEnd len="sm" w="sm" type="none"/>
          </a:ln>
        </p:spPr>
      </p:cxnSp>
      <p:pic>
        <p:nvPicPr>
          <p:cNvPr id="336" name="Google Shape;336;p52"/>
          <p:cNvPicPr preferRelativeResize="0"/>
          <p:nvPr/>
        </p:nvPicPr>
        <p:blipFill rotWithShape="1">
          <a:blip r:embed="rId3">
            <a:alphaModFix/>
          </a:blip>
          <a:srcRect b="45989" l="1297" r="78125" t="15306"/>
          <a:stretch/>
        </p:blipFill>
        <p:spPr>
          <a:xfrm>
            <a:off x="8581153" y="68710"/>
            <a:ext cx="458429" cy="52831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theme" Target="../theme/theme1.xml"/><Relationship Id="rId25" Type="http://schemas.openxmlformats.org/officeDocument/2006/relationships/slideLayout" Target="../slideLayouts/slideLayout25.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slideLayout" Target="../slideLayouts/slideLayout27.xml"/><Relationship Id="rId3" Type="http://schemas.openxmlformats.org/officeDocument/2006/relationships/slideLayout" Target="../slideLayouts/slideLayout28.xml"/><Relationship Id="rId4" Type="http://schemas.openxmlformats.org/officeDocument/2006/relationships/slideLayout" Target="../slideLayouts/slideLayout29.xml"/><Relationship Id="rId9" Type="http://schemas.openxmlformats.org/officeDocument/2006/relationships/slideLayout" Target="../slideLayouts/slideLayout34.xml"/><Relationship Id="rId5" Type="http://schemas.openxmlformats.org/officeDocument/2006/relationships/slideLayout" Target="../slideLayouts/slideLayout30.xml"/><Relationship Id="rId6" Type="http://schemas.openxmlformats.org/officeDocument/2006/relationships/slideLayout" Target="../slideLayouts/slideLayout31.xml"/><Relationship Id="rId7" Type="http://schemas.openxmlformats.org/officeDocument/2006/relationships/slideLayout" Target="../slideLayouts/slideLayout32.xml"/><Relationship Id="rId8" Type="http://schemas.openxmlformats.org/officeDocument/2006/relationships/slideLayout" Target="../slideLayouts/slideLayout33.xml"/><Relationship Id="rId11" Type="http://schemas.openxmlformats.org/officeDocument/2006/relationships/slideLayout" Target="../slideLayouts/slideLayout36.xml"/><Relationship Id="rId10" Type="http://schemas.openxmlformats.org/officeDocument/2006/relationships/slideLayout" Target="../slideLayouts/slideLayout35.xml"/><Relationship Id="rId13" Type="http://schemas.openxmlformats.org/officeDocument/2006/relationships/theme" Target="../theme/theme2.xml"/><Relationship Id="rId12" Type="http://schemas.openxmlformats.org/officeDocument/2006/relationships/slideLayout" Target="../slideLayouts/slideLayout37.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slideLayout" Target="../slideLayouts/slideLayout39.xml"/><Relationship Id="rId3" Type="http://schemas.openxmlformats.org/officeDocument/2006/relationships/slideLayout" Target="../slideLayouts/slideLayout40.xml"/><Relationship Id="rId4" Type="http://schemas.openxmlformats.org/officeDocument/2006/relationships/slideLayout" Target="../slideLayouts/slideLayout41.xml"/><Relationship Id="rId9" Type="http://schemas.openxmlformats.org/officeDocument/2006/relationships/slideLayout" Target="../slideLayouts/slideLayout46.xml"/><Relationship Id="rId5" Type="http://schemas.openxmlformats.org/officeDocument/2006/relationships/slideLayout" Target="../slideLayouts/slideLayout42.xml"/><Relationship Id="rId6" Type="http://schemas.openxmlformats.org/officeDocument/2006/relationships/slideLayout" Target="../slideLayouts/slideLayout43.xml"/><Relationship Id="rId7" Type="http://schemas.openxmlformats.org/officeDocument/2006/relationships/slideLayout" Target="../slideLayouts/slideLayout44.xml"/><Relationship Id="rId8" Type="http://schemas.openxmlformats.org/officeDocument/2006/relationships/slideLayout" Target="../slideLayouts/slideLayout45.xml"/><Relationship Id="rId11" Type="http://schemas.openxmlformats.org/officeDocument/2006/relationships/slideLayout" Target="../slideLayouts/slideLayout48.xml"/><Relationship Id="rId10" Type="http://schemas.openxmlformats.org/officeDocument/2006/relationships/slideLayout" Target="../slideLayouts/slideLayout47.xml"/><Relationship Id="rId13" Type="http://schemas.openxmlformats.org/officeDocument/2006/relationships/theme" Target="../theme/theme3.xml"/><Relationship Id="rId12"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33992" y="148858"/>
            <a:ext cx="7893900" cy="44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262626"/>
              </a:buClr>
              <a:buSzPts val="3000"/>
              <a:buFont typeface="Gill Sans"/>
              <a:buNone/>
              <a:defRPr b="0" i="0" sz="3000" u="none" cap="none" strike="noStrike">
                <a:solidFill>
                  <a:srgbClr val="262626"/>
                </a:solidFill>
                <a:latin typeface="Gill Sans"/>
                <a:ea typeface="Gill Sans"/>
                <a:cs typeface="Gill Sans"/>
                <a:sym typeface="Gill Sans"/>
              </a:defRPr>
            </a:lvl1pPr>
            <a:lvl2pPr lvl="1">
              <a:spcBef>
                <a:spcPts val="0"/>
              </a:spcBef>
              <a:spcAft>
                <a:spcPts val="0"/>
              </a:spcAft>
              <a:buSzPts val="1800"/>
              <a:buFont typeface="Arial"/>
              <a:buNone/>
              <a:defRPr sz="1800"/>
            </a:lvl2pPr>
            <a:lvl3pPr lvl="2">
              <a:spcBef>
                <a:spcPts val="0"/>
              </a:spcBef>
              <a:spcAft>
                <a:spcPts val="0"/>
              </a:spcAft>
              <a:buSzPts val="1800"/>
              <a:buFont typeface="Arial"/>
              <a:buNone/>
              <a:defRPr sz="1800"/>
            </a:lvl3pPr>
            <a:lvl4pPr lvl="3">
              <a:spcBef>
                <a:spcPts val="0"/>
              </a:spcBef>
              <a:spcAft>
                <a:spcPts val="0"/>
              </a:spcAft>
              <a:buSzPts val="1800"/>
              <a:buFont typeface="Arial"/>
              <a:buNone/>
              <a:defRPr sz="1800"/>
            </a:lvl4pPr>
            <a:lvl5pPr lvl="4">
              <a:spcBef>
                <a:spcPts val="0"/>
              </a:spcBef>
              <a:spcAft>
                <a:spcPts val="0"/>
              </a:spcAft>
              <a:buSzPts val="1800"/>
              <a:buFont typeface="Arial"/>
              <a:buNone/>
              <a:defRPr sz="1800"/>
            </a:lvl5pPr>
            <a:lvl6pPr lvl="5">
              <a:spcBef>
                <a:spcPts val="0"/>
              </a:spcBef>
              <a:spcAft>
                <a:spcPts val="0"/>
              </a:spcAft>
              <a:buSzPts val="1800"/>
              <a:buFont typeface="Arial"/>
              <a:buNone/>
              <a:defRPr sz="1800"/>
            </a:lvl6pPr>
            <a:lvl7pPr lvl="6">
              <a:spcBef>
                <a:spcPts val="0"/>
              </a:spcBef>
              <a:spcAft>
                <a:spcPts val="0"/>
              </a:spcAft>
              <a:buSzPts val="1800"/>
              <a:buFont typeface="Arial"/>
              <a:buNone/>
              <a:defRPr sz="1800"/>
            </a:lvl7pPr>
            <a:lvl8pPr lvl="7">
              <a:spcBef>
                <a:spcPts val="0"/>
              </a:spcBef>
              <a:spcAft>
                <a:spcPts val="0"/>
              </a:spcAft>
              <a:buSzPts val="1800"/>
              <a:buFont typeface="Arial"/>
              <a:buNone/>
              <a:defRPr sz="1800"/>
            </a:lvl8pPr>
            <a:lvl9pPr lvl="8">
              <a:spcBef>
                <a:spcPts val="0"/>
              </a:spcBef>
              <a:spcAft>
                <a:spcPts val="0"/>
              </a:spcAft>
              <a:buSzPts val="1800"/>
              <a:buFont typeface="Arial"/>
              <a:buNone/>
              <a:defRPr sz="1800"/>
            </a:lvl9pPr>
          </a:lstStyle>
          <a:p/>
        </p:txBody>
      </p:sp>
      <p:sp>
        <p:nvSpPr>
          <p:cNvPr id="7" name="Google Shape;7;p1"/>
          <p:cNvSpPr txBox="1"/>
          <p:nvPr>
            <p:ph idx="1" type="body"/>
          </p:nvPr>
        </p:nvSpPr>
        <p:spPr>
          <a:xfrm>
            <a:off x="317500" y="943429"/>
            <a:ext cx="8369400" cy="3143100"/>
          </a:xfrm>
          <a:prstGeom prst="rect">
            <a:avLst/>
          </a:prstGeom>
          <a:noFill/>
          <a:ln>
            <a:noFill/>
          </a:ln>
        </p:spPr>
        <p:txBody>
          <a:bodyPr anchorCtr="0" anchor="t" bIns="91425" lIns="91425" spcFirstLastPara="1" rIns="91425" wrap="square" tIns="91425">
            <a:noAutofit/>
          </a:bodyPr>
          <a:lstStyle>
            <a:lvl1pPr indent="-355600" lvl="0" marL="457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2" type="sldNum"/>
          </p:nvPr>
        </p:nvSpPr>
        <p:spPr>
          <a:xfrm>
            <a:off x="8227785" y="4803546"/>
            <a:ext cx="580500" cy="2739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1pPr>
            <a:lvl2pPr indent="0" lvl="1"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2pPr>
            <a:lvl3pPr indent="0" lvl="2"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3pPr>
            <a:lvl4pPr indent="0" lvl="3"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4pPr>
            <a:lvl5pPr indent="0" lvl="4"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5pPr>
            <a:lvl6pPr indent="0" lvl="5"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6pPr>
            <a:lvl7pPr indent="0" lvl="6"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7pPr>
            <a:lvl8pPr indent="0" lvl="7"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8pPr>
            <a:lvl9pPr indent="0" lvl="8"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Lst>
  <p:transition spd="med">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5" name="Shape 175"/>
        <p:cNvGrpSpPr/>
        <p:nvPr/>
      </p:nvGrpSpPr>
      <p:grpSpPr>
        <a:xfrm>
          <a:off x="0" y="0"/>
          <a:ext cx="0" cy="0"/>
          <a:chOff x="0" y="0"/>
          <a:chExt cx="0" cy="0"/>
        </a:xfrm>
      </p:grpSpPr>
      <p:sp>
        <p:nvSpPr>
          <p:cNvPr id="176" name="Google Shape;176;p27"/>
          <p:cNvSpPr txBox="1"/>
          <p:nvPr>
            <p:ph type="title"/>
          </p:nvPr>
        </p:nvSpPr>
        <p:spPr>
          <a:xfrm>
            <a:off x="333992" y="148858"/>
            <a:ext cx="7893900" cy="44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262626"/>
              </a:buClr>
              <a:buSzPts val="3000"/>
              <a:buFont typeface="Gill Sans"/>
              <a:buNone/>
              <a:defRPr b="0" i="0" sz="3000" u="none" cap="none" strike="noStrike">
                <a:solidFill>
                  <a:srgbClr val="262626"/>
                </a:solidFill>
                <a:latin typeface="Gill Sans"/>
                <a:ea typeface="Gill Sans"/>
                <a:cs typeface="Gill Sans"/>
                <a:sym typeface="Gill Sans"/>
              </a:defRPr>
            </a:lvl1pPr>
            <a:lvl2pPr lvl="1">
              <a:spcBef>
                <a:spcPts val="0"/>
              </a:spcBef>
              <a:spcAft>
                <a:spcPts val="0"/>
              </a:spcAft>
              <a:buSzPts val="1800"/>
              <a:buFont typeface="Arial"/>
              <a:buNone/>
              <a:defRPr sz="1800"/>
            </a:lvl2pPr>
            <a:lvl3pPr lvl="2">
              <a:spcBef>
                <a:spcPts val="0"/>
              </a:spcBef>
              <a:spcAft>
                <a:spcPts val="0"/>
              </a:spcAft>
              <a:buSzPts val="1800"/>
              <a:buFont typeface="Arial"/>
              <a:buNone/>
              <a:defRPr sz="1800"/>
            </a:lvl3pPr>
            <a:lvl4pPr lvl="3">
              <a:spcBef>
                <a:spcPts val="0"/>
              </a:spcBef>
              <a:spcAft>
                <a:spcPts val="0"/>
              </a:spcAft>
              <a:buSzPts val="1800"/>
              <a:buFont typeface="Arial"/>
              <a:buNone/>
              <a:defRPr sz="1800"/>
            </a:lvl4pPr>
            <a:lvl5pPr lvl="4">
              <a:spcBef>
                <a:spcPts val="0"/>
              </a:spcBef>
              <a:spcAft>
                <a:spcPts val="0"/>
              </a:spcAft>
              <a:buSzPts val="1800"/>
              <a:buFont typeface="Arial"/>
              <a:buNone/>
              <a:defRPr sz="1800"/>
            </a:lvl5pPr>
            <a:lvl6pPr lvl="5">
              <a:spcBef>
                <a:spcPts val="0"/>
              </a:spcBef>
              <a:spcAft>
                <a:spcPts val="0"/>
              </a:spcAft>
              <a:buSzPts val="1800"/>
              <a:buFont typeface="Arial"/>
              <a:buNone/>
              <a:defRPr sz="1800"/>
            </a:lvl6pPr>
            <a:lvl7pPr lvl="6">
              <a:spcBef>
                <a:spcPts val="0"/>
              </a:spcBef>
              <a:spcAft>
                <a:spcPts val="0"/>
              </a:spcAft>
              <a:buSzPts val="1800"/>
              <a:buFont typeface="Arial"/>
              <a:buNone/>
              <a:defRPr sz="1800"/>
            </a:lvl7pPr>
            <a:lvl8pPr lvl="7">
              <a:spcBef>
                <a:spcPts val="0"/>
              </a:spcBef>
              <a:spcAft>
                <a:spcPts val="0"/>
              </a:spcAft>
              <a:buSzPts val="1800"/>
              <a:buFont typeface="Arial"/>
              <a:buNone/>
              <a:defRPr sz="1800"/>
            </a:lvl8pPr>
            <a:lvl9pPr lvl="8">
              <a:spcBef>
                <a:spcPts val="0"/>
              </a:spcBef>
              <a:spcAft>
                <a:spcPts val="0"/>
              </a:spcAft>
              <a:buSzPts val="1800"/>
              <a:buFont typeface="Arial"/>
              <a:buNone/>
              <a:defRPr sz="1800"/>
            </a:lvl9pPr>
          </a:lstStyle>
          <a:p/>
        </p:txBody>
      </p:sp>
      <p:sp>
        <p:nvSpPr>
          <p:cNvPr id="177" name="Google Shape;177;p27"/>
          <p:cNvSpPr txBox="1"/>
          <p:nvPr>
            <p:ph idx="1" type="body"/>
          </p:nvPr>
        </p:nvSpPr>
        <p:spPr>
          <a:xfrm>
            <a:off x="317500" y="943429"/>
            <a:ext cx="8369400" cy="3143100"/>
          </a:xfrm>
          <a:prstGeom prst="rect">
            <a:avLst/>
          </a:prstGeom>
          <a:noFill/>
          <a:ln>
            <a:noFill/>
          </a:ln>
        </p:spPr>
        <p:txBody>
          <a:bodyPr anchorCtr="0" anchor="t" bIns="91425" lIns="91425" spcFirstLastPara="1" rIns="91425" wrap="square" tIns="91425">
            <a:noAutofit/>
          </a:bodyPr>
          <a:lstStyle>
            <a:lvl1pPr indent="-355600" lvl="0" marL="457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78" name="Google Shape;178;p27"/>
          <p:cNvSpPr txBox="1"/>
          <p:nvPr>
            <p:ph idx="12" type="sldNum"/>
          </p:nvPr>
        </p:nvSpPr>
        <p:spPr>
          <a:xfrm>
            <a:off x="8227785" y="4803546"/>
            <a:ext cx="580500" cy="2739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1pPr>
            <a:lvl2pPr indent="0" lvl="1"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2pPr>
            <a:lvl3pPr indent="0" lvl="2"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3pPr>
            <a:lvl4pPr indent="0" lvl="3"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4pPr>
            <a:lvl5pPr indent="0" lvl="4"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5pPr>
            <a:lvl6pPr indent="0" lvl="5"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6pPr>
            <a:lvl7pPr indent="0" lvl="6"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7pPr>
            <a:lvl8pPr indent="0" lvl="7"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8pPr>
            <a:lvl9pPr indent="0" lvl="8"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6" name="Shape 256"/>
        <p:cNvGrpSpPr/>
        <p:nvPr/>
      </p:nvGrpSpPr>
      <p:grpSpPr>
        <a:xfrm>
          <a:off x="0" y="0"/>
          <a:ext cx="0" cy="0"/>
          <a:chOff x="0" y="0"/>
          <a:chExt cx="0" cy="0"/>
        </a:xfrm>
      </p:grpSpPr>
      <p:sp>
        <p:nvSpPr>
          <p:cNvPr id="257" name="Google Shape;257;p40"/>
          <p:cNvSpPr txBox="1"/>
          <p:nvPr>
            <p:ph type="title"/>
          </p:nvPr>
        </p:nvSpPr>
        <p:spPr>
          <a:xfrm>
            <a:off x="333992" y="148858"/>
            <a:ext cx="7893900" cy="44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262626"/>
              </a:buClr>
              <a:buSzPts val="3000"/>
              <a:buFont typeface="Gill Sans"/>
              <a:buNone/>
              <a:defRPr b="0" i="0" sz="3000" u="none" cap="none" strike="noStrike">
                <a:solidFill>
                  <a:srgbClr val="262626"/>
                </a:solidFill>
                <a:latin typeface="Gill Sans"/>
                <a:ea typeface="Gill Sans"/>
                <a:cs typeface="Gill Sans"/>
                <a:sym typeface="Gill Sans"/>
              </a:defRPr>
            </a:lvl1pPr>
            <a:lvl2pPr lvl="1">
              <a:spcBef>
                <a:spcPts val="0"/>
              </a:spcBef>
              <a:spcAft>
                <a:spcPts val="0"/>
              </a:spcAft>
              <a:buSzPts val="1800"/>
              <a:buFont typeface="Arial"/>
              <a:buNone/>
              <a:defRPr sz="1800"/>
            </a:lvl2pPr>
            <a:lvl3pPr lvl="2">
              <a:spcBef>
                <a:spcPts val="0"/>
              </a:spcBef>
              <a:spcAft>
                <a:spcPts val="0"/>
              </a:spcAft>
              <a:buSzPts val="1800"/>
              <a:buFont typeface="Arial"/>
              <a:buNone/>
              <a:defRPr sz="1800"/>
            </a:lvl3pPr>
            <a:lvl4pPr lvl="3">
              <a:spcBef>
                <a:spcPts val="0"/>
              </a:spcBef>
              <a:spcAft>
                <a:spcPts val="0"/>
              </a:spcAft>
              <a:buSzPts val="1800"/>
              <a:buFont typeface="Arial"/>
              <a:buNone/>
              <a:defRPr sz="1800"/>
            </a:lvl4pPr>
            <a:lvl5pPr lvl="4">
              <a:spcBef>
                <a:spcPts val="0"/>
              </a:spcBef>
              <a:spcAft>
                <a:spcPts val="0"/>
              </a:spcAft>
              <a:buSzPts val="1800"/>
              <a:buFont typeface="Arial"/>
              <a:buNone/>
              <a:defRPr sz="1800"/>
            </a:lvl5pPr>
            <a:lvl6pPr lvl="5">
              <a:spcBef>
                <a:spcPts val="0"/>
              </a:spcBef>
              <a:spcAft>
                <a:spcPts val="0"/>
              </a:spcAft>
              <a:buSzPts val="1800"/>
              <a:buFont typeface="Arial"/>
              <a:buNone/>
              <a:defRPr sz="1800"/>
            </a:lvl6pPr>
            <a:lvl7pPr lvl="6">
              <a:spcBef>
                <a:spcPts val="0"/>
              </a:spcBef>
              <a:spcAft>
                <a:spcPts val="0"/>
              </a:spcAft>
              <a:buSzPts val="1800"/>
              <a:buFont typeface="Arial"/>
              <a:buNone/>
              <a:defRPr sz="1800"/>
            </a:lvl7pPr>
            <a:lvl8pPr lvl="7">
              <a:spcBef>
                <a:spcPts val="0"/>
              </a:spcBef>
              <a:spcAft>
                <a:spcPts val="0"/>
              </a:spcAft>
              <a:buSzPts val="1800"/>
              <a:buFont typeface="Arial"/>
              <a:buNone/>
              <a:defRPr sz="1800"/>
            </a:lvl8pPr>
            <a:lvl9pPr lvl="8">
              <a:spcBef>
                <a:spcPts val="0"/>
              </a:spcBef>
              <a:spcAft>
                <a:spcPts val="0"/>
              </a:spcAft>
              <a:buSzPts val="1800"/>
              <a:buFont typeface="Arial"/>
              <a:buNone/>
              <a:defRPr sz="1800"/>
            </a:lvl9pPr>
          </a:lstStyle>
          <a:p/>
        </p:txBody>
      </p:sp>
      <p:sp>
        <p:nvSpPr>
          <p:cNvPr id="258" name="Google Shape;258;p40"/>
          <p:cNvSpPr txBox="1"/>
          <p:nvPr>
            <p:ph idx="1" type="body"/>
          </p:nvPr>
        </p:nvSpPr>
        <p:spPr>
          <a:xfrm>
            <a:off x="317500" y="943429"/>
            <a:ext cx="8369400" cy="3143100"/>
          </a:xfrm>
          <a:prstGeom prst="rect">
            <a:avLst/>
          </a:prstGeom>
          <a:noFill/>
          <a:ln>
            <a:noFill/>
          </a:ln>
        </p:spPr>
        <p:txBody>
          <a:bodyPr anchorCtr="0" anchor="t" bIns="91425" lIns="91425" spcFirstLastPara="1" rIns="91425" wrap="square" tIns="91425">
            <a:noAutofit/>
          </a:bodyPr>
          <a:lstStyle>
            <a:lvl1pPr indent="-355600" lvl="0" marL="457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59" name="Google Shape;259;p40"/>
          <p:cNvSpPr txBox="1"/>
          <p:nvPr>
            <p:ph idx="12" type="sldNum"/>
          </p:nvPr>
        </p:nvSpPr>
        <p:spPr>
          <a:xfrm>
            <a:off x="8227785" y="4803546"/>
            <a:ext cx="580500" cy="2739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1pPr>
            <a:lvl2pPr indent="0" lvl="1"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2pPr>
            <a:lvl3pPr indent="0" lvl="2"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3pPr>
            <a:lvl4pPr indent="0" lvl="3"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4pPr>
            <a:lvl5pPr indent="0" lvl="4"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5pPr>
            <a:lvl6pPr indent="0" lvl="5"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6pPr>
            <a:lvl7pPr indent="0" lvl="6"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7pPr>
            <a:lvl8pPr indent="0" lvl="7"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8pPr>
            <a:lvl9pPr indent="0" lvl="8"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xml"/><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51.png"/><Relationship Id="rId6" Type="http://schemas.openxmlformats.org/officeDocument/2006/relationships/image" Target="../media/image49.png"/><Relationship Id="rId7" Type="http://schemas.openxmlformats.org/officeDocument/2006/relationships/image" Target="../media/image5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4.xml"/><Relationship Id="rId3" Type="http://schemas.openxmlformats.org/officeDocument/2006/relationships/hyperlink" Target="https://www.openmainframeproject.org/join" TargetMode="External"/><Relationship Id="rId4" Type="http://schemas.openxmlformats.org/officeDocument/2006/relationships/image" Target="../media/image5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www.linuxfoundation.org/" TargetMode="External"/><Relationship Id="rId4" Type="http://schemas.openxmlformats.org/officeDocument/2006/relationships/hyperlink" Target="https://charter.openmainframeproject.org"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6.xml"/><Relationship Id="rId3" Type="http://schemas.openxmlformats.org/officeDocument/2006/relationships/hyperlink" Target="https://openmainframeproject.org/our-projects/" TargetMode="External"/><Relationship Id="rId4" Type="http://schemas.openxmlformats.org/officeDocument/2006/relationships/image" Target="../media/image5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charter.openmainframeproject.org"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charter.openmainframeproject.org" TargetMode="External"/><Relationship Id="rId4" Type="http://schemas.openxmlformats.org/officeDocument/2006/relationships/hyperlink" Target="https://members.openmainframeproject.org"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3.xml"/><Relationship Id="rId3" Type="http://schemas.openxmlformats.org/officeDocument/2006/relationships/image" Target="../media/image5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s://charter.openmainframeproject.org"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members.openmainframeproject.org"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s://github.com/orgs/openmainframeproject/projects/21" TargetMode="External"/><Relationship Id="rId4" Type="http://schemas.openxmlformats.org/officeDocument/2006/relationships/hyperlink" Target="https://github.com/openmainframeproject/tac/issues/new/choose"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hyperlink" Target="https://tac.openmainframeproject.org/meetings/"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hyperlink" Target="mailto:omp-board@lists.openmainframeproject.org" TargetMode="External"/><Relationship Id="rId4" Type="http://schemas.openxmlformats.org/officeDocument/2006/relationships/hyperlink" Target="mailto:omp-technical@lists.openmainframeproject.org" TargetMode="External"/><Relationship Id="rId5" Type="http://schemas.openxmlformats.org/officeDocument/2006/relationships/hyperlink" Target="mailto:omp-budget@lists.openmainframeproject.org" TargetMode="External"/><Relationship Id="rId6" Type="http://schemas.openxmlformats.org/officeDocument/2006/relationships/hyperlink" Target="https://slack.openmainframeproject.org" TargetMode="External"/><Relationship Id="rId7" Type="http://schemas.openxmlformats.org/officeDocument/2006/relationships/hyperlink" Target="https://members.openmainframeproject.org"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hyperlink" Target="https://myorg.lfx.dev" TargetMode="External"/><Relationship Id="rId4" Type="http://schemas.openxmlformats.org/officeDocument/2006/relationships/hyperlink" Target="https://jira.linuxfoundation.org/plugins/servlet/desk/portal/4/create/464"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hyperlink" Target="https://charter.openmainframeproject.org" TargetMode="External"/><Relationship Id="rId4" Type="http://schemas.openxmlformats.org/officeDocument/2006/relationships/hyperlink" Target="https://www.linuxfoundation.org/legal/antitrust-policy" TargetMode="External"/><Relationship Id="rId9" Type="http://schemas.openxmlformats.org/officeDocument/2006/relationships/hyperlink" Target="https://overviewdeck.openmainframeproject.org" TargetMode="External"/><Relationship Id="rId5" Type="http://schemas.openxmlformats.org/officeDocument/2006/relationships/hyperlink" Target="https://github.com/Openmainframeproject/foundation" TargetMode="External"/><Relationship Id="rId6" Type="http://schemas.openxmlformats.org/officeDocument/2006/relationships/hyperlink" Target="https://github.com/openmainframeproject/foundation/blob/main/elections.md" TargetMode="External"/><Relationship Id="rId7" Type="http://schemas.openxmlformats.org/officeDocument/2006/relationships/hyperlink" Target="https://github.com/openmainframeproject/foundation/tree/main/project_charters" TargetMode="External"/><Relationship Id="rId8" Type="http://schemas.openxmlformats.org/officeDocument/2006/relationships/hyperlink" Target="https://landscape.openmainframeproject.org"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mailto:jmertic@linuxfoundation.org" TargetMode="External"/><Relationship Id="rId4" Type="http://schemas.openxmlformats.org/officeDocument/2006/relationships/hyperlink" Target="mailto:maemalynn@linuxfoundation.org" TargetMode="External"/><Relationship Id="rId9" Type="http://schemas.openxmlformats.org/officeDocument/2006/relationships/image" Target="../media/image57.jpg"/><Relationship Id="rId5" Type="http://schemas.openxmlformats.org/officeDocument/2006/relationships/hyperlink" Target="mailto:yortiz@linuxfoundation.org" TargetMode="External"/><Relationship Id="rId6" Type="http://schemas.openxmlformats.org/officeDocument/2006/relationships/hyperlink" Target="mailto:garyschillinger@gmail.com" TargetMode="External"/><Relationship Id="rId7" Type="http://schemas.openxmlformats.org/officeDocument/2006/relationships/hyperlink" Target="http://dgiles@linuxfoundation.org" TargetMode="External"/><Relationship Id="rId8" Type="http://schemas.openxmlformats.org/officeDocument/2006/relationships/image" Target="../media/image64.jpg"/><Relationship Id="rId11" Type="http://schemas.openxmlformats.org/officeDocument/2006/relationships/image" Target="../media/image59.jpg"/><Relationship Id="rId10" Type="http://schemas.openxmlformats.org/officeDocument/2006/relationships/hyperlink" Target="https://members.openmainframeproject.org" TargetMode="External"/><Relationship Id="rId13" Type="http://schemas.openxmlformats.org/officeDocument/2006/relationships/image" Target="../media/image60.png"/><Relationship Id="rId12" Type="http://schemas.openxmlformats.org/officeDocument/2006/relationships/image" Target="../media/image58.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hyperlink" Target="https://aswf.io/about/members/" TargetMode="External"/><Relationship Id="rId4" Type="http://schemas.openxmlformats.org/officeDocument/2006/relationships/hyperlink" Target="https://openmainframeproject.org/about/leadership/" TargetMode="External"/><Relationship Id="rId5" Type="http://schemas.openxmlformats.org/officeDocument/2006/relationships/hyperlink" Target="https://www.linuxfoundation.org/about/leadership" TargetMode="External"/><Relationship Id="rId6" Type="http://schemas.openxmlformats.org/officeDocument/2006/relationships/hyperlink" Target="https://openmainframeproject.org/about/governing-board/" TargetMode="External"/><Relationship Id="rId7" Type="http://schemas.openxmlformats.org/officeDocument/2006/relationships/hyperlink" Target="https://www.openmainframeproject.org/about/technical-advisory-council/" TargetMode="External"/><Relationship Id="rId8" Type="http://schemas.openxmlformats.org/officeDocument/2006/relationships/hyperlink" Target="https://tac.openmainframeproject.org/engagement/#mailing-lists-and-slack-channels-for-hosted-projects"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hyperlink" Target="https://members.openmainframeproject.or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3"/>
          <p:cNvSpPr txBox="1"/>
          <p:nvPr>
            <p:ph type="ctrTitle"/>
          </p:nvPr>
        </p:nvSpPr>
        <p:spPr>
          <a:xfrm>
            <a:off x="4553842" y="1913399"/>
            <a:ext cx="4185600" cy="131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900"/>
              <a:t>Technical</a:t>
            </a:r>
            <a:r>
              <a:rPr lang="en" sz="3900"/>
              <a:t> Advisory </a:t>
            </a:r>
            <a:r>
              <a:rPr lang="en" sz="3900"/>
              <a:t>Council</a:t>
            </a:r>
            <a:r>
              <a:rPr lang="en" sz="3900"/>
              <a:t> (TAC) Overview</a:t>
            </a:r>
            <a:endParaRPr sz="39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4"/>
          <p:cNvSpPr txBox="1"/>
          <p:nvPr>
            <p:ph type="ctrTitle"/>
          </p:nvPr>
        </p:nvSpPr>
        <p:spPr>
          <a:xfrm>
            <a:off x="4568175" y="1796525"/>
            <a:ext cx="4392300" cy="131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100"/>
              <a:t>Open Mainframe Project</a:t>
            </a:r>
            <a:r>
              <a:rPr lang="en" sz="3100"/>
              <a:t> </a:t>
            </a:r>
            <a:r>
              <a:rPr lang="en" sz="3000"/>
              <a:t>Overview and Governance</a:t>
            </a:r>
            <a:endParaRPr sz="3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5"/>
          <p:cNvSpPr txBox="1"/>
          <p:nvPr/>
        </p:nvSpPr>
        <p:spPr>
          <a:xfrm>
            <a:off x="58975" y="1295400"/>
            <a:ext cx="3959700" cy="344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300">
                <a:latin typeface="Gill Sans"/>
                <a:ea typeface="Gill Sans"/>
                <a:cs typeface="Gill Sans"/>
                <a:sym typeface="Gill Sans"/>
              </a:rPr>
              <a:t>The Open Mainframe Project was founded in 2015, as a focal point for deployment and use of Linux and Open Source in a mainframe computing environment.</a:t>
            </a:r>
            <a:endParaRPr sz="1300">
              <a:latin typeface="Gill Sans"/>
              <a:ea typeface="Gill Sans"/>
              <a:cs typeface="Gill Sans"/>
              <a:sym typeface="Gill Sans"/>
            </a:endParaRPr>
          </a:p>
          <a:p>
            <a:pPr indent="0" lvl="0" marL="0" rtl="0" algn="l">
              <a:spcBef>
                <a:spcPts val="1000"/>
              </a:spcBef>
              <a:spcAft>
                <a:spcPts val="0"/>
              </a:spcAft>
              <a:buNone/>
            </a:pPr>
            <a:r>
              <a:rPr lang="en" sz="1300">
                <a:latin typeface="Gill Sans"/>
                <a:ea typeface="Gill Sans"/>
                <a:cs typeface="Gill Sans"/>
                <a:sym typeface="Gill Sans"/>
              </a:rPr>
              <a:t>Open Source is the collective thread within leading organizations that look to leverage their technology infrastructure as a competitive advantage. The mainframe design principles of security, stability, scalability, and performance are important to these leading organizations, and having the mainframe interoperable in a hybrid infrastructure enables leading organizations to realize its benefits. Open Mainframe Project believes this is best achieved as a community through open source.</a:t>
            </a:r>
            <a:endParaRPr sz="1300">
              <a:latin typeface="Gill Sans"/>
              <a:ea typeface="Gill Sans"/>
              <a:cs typeface="Gill Sans"/>
              <a:sym typeface="Gill Sans"/>
            </a:endParaRPr>
          </a:p>
          <a:p>
            <a:pPr indent="0" lvl="0" marL="0" rtl="0" algn="l">
              <a:spcBef>
                <a:spcPts val="1000"/>
              </a:spcBef>
              <a:spcAft>
                <a:spcPts val="1000"/>
              </a:spcAft>
              <a:buNone/>
            </a:pPr>
            <a:r>
              <a:rPr lang="en" sz="1300">
                <a:latin typeface="Gill Sans"/>
                <a:ea typeface="Gill Sans"/>
                <a:cs typeface="Gill Sans"/>
                <a:sym typeface="Gill Sans"/>
              </a:rPr>
              <a:t>Open Mainframe Project hosts 17 projects and working groups and is supported by 40 organizations.</a:t>
            </a:r>
            <a:endParaRPr sz="1300">
              <a:latin typeface="Gill Sans"/>
              <a:ea typeface="Gill Sans"/>
              <a:cs typeface="Gill Sans"/>
              <a:sym typeface="Gill Sans"/>
            </a:endParaRPr>
          </a:p>
        </p:txBody>
      </p:sp>
      <p:sp>
        <p:nvSpPr>
          <p:cNvPr id="353" name="Google Shape;353;p55"/>
          <p:cNvSpPr txBox="1"/>
          <p:nvPr/>
        </p:nvSpPr>
        <p:spPr>
          <a:xfrm>
            <a:off x="4094925" y="185525"/>
            <a:ext cx="4881600" cy="153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Gill Sans"/>
                <a:ea typeface="Gill Sans"/>
                <a:cs typeface="Gill Sans"/>
                <a:sym typeface="Gill Sans"/>
              </a:rPr>
              <a:t>Vision</a:t>
            </a:r>
            <a:endParaRPr b="1" sz="1200">
              <a:latin typeface="Gill Sans"/>
              <a:ea typeface="Gill Sans"/>
              <a:cs typeface="Gill Sans"/>
              <a:sym typeface="Gill Sans"/>
            </a:endParaRPr>
          </a:p>
          <a:p>
            <a:pPr indent="0" lvl="0" marL="0" rtl="0" algn="ctr">
              <a:spcBef>
                <a:spcPts val="0"/>
              </a:spcBef>
              <a:spcAft>
                <a:spcPts val="0"/>
              </a:spcAft>
              <a:buNone/>
            </a:pPr>
            <a:r>
              <a:rPr lang="en" sz="1200">
                <a:latin typeface="Gill Sans"/>
                <a:ea typeface="Gill Sans"/>
                <a:cs typeface="Gill Sans"/>
                <a:sym typeface="Gill Sans"/>
              </a:rPr>
              <a:t>The mainframe is an active, integrated, and essential part of modern enterprise IT, consumable by mainstream developers and users, and driven by a vibrant open source community.</a:t>
            </a:r>
            <a:endParaRPr sz="1200">
              <a:latin typeface="Gill Sans"/>
              <a:ea typeface="Gill Sans"/>
              <a:cs typeface="Gill Sans"/>
              <a:sym typeface="Gill Sans"/>
            </a:endParaRPr>
          </a:p>
          <a:p>
            <a:pPr indent="0" lvl="0" marL="0" rtl="0" algn="ctr">
              <a:spcBef>
                <a:spcPts val="0"/>
              </a:spcBef>
              <a:spcAft>
                <a:spcPts val="0"/>
              </a:spcAft>
              <a:buNone/>
            </a:pPr>
            <a:r>
              <a:t/>
            </a:r>
            <a:endParaRPr b="1" sz="1200">
              <a:latin typeface="Gill Sans"/>
              <a:ea typeface="Gill Sans"/>
              <a:cs typeface="Gill Sans"/>
              <a:sym typeface="Gill Sans"/>
            </a:endParaRPr>
          </a:p>
          <a:p>
            <a:pPr indent="0" lvl="0" marL="0" rtl="0" algn="ctr">
              <a:spcBef>
                <a:spcPts val="0"/>
              </a:spcBef>
              <a:spcAft>
                <a:spcPts val="0"/>
              </a:spcAft>
              <a:buNone/>
            </a:pPr>
            <a:r>
              <a:rPr b="1" lang="en">
                <a:latin typeface="Gill Sans"/>
                <a:ea typeface="Gill Sans"/>
                <a:cs typeface="Gill Sans"/>
                <a:sym typeface="Gill Sans"/>
              </a:rPr>
              <a:t>Mission</a:t>
            </a:r>
            <a:endParaRPr sz="1200">
              <a:latin typeface="Gill Sans"/>
              <a:ea typeface="Gill Sans"/>
              <a:cs typeface="Gill Sans"/>
              <a:sym typeface="Gill Sans"/>
            </a:endParaRPr>
          </a:p>
          <a:p>
            <a:pPr indent="0" lvl="0" marL="0" rtl="0" algn="ctr">
              <a:spcBef>
                <a:spcPts val="0"/>
              </a:spcBef>
              <a:spcAft>
                <a:spcPts val="0"/>
              </a:spcAft>
              <a:buNone/>
            </a:pPr>
            <a:r>
              <a:rPr lang="en" sz="1200">
                <a:latin typeface="Gill Sans"/>
                <a:ea typeface="Gill Sans"/>
                <a:cs typeface="Gill Sans"/>
                <a:sym typeface="Gill Sans"/>
              </a:rPr>
              <a:t>To achieve the vision of the Open Mainframe Project by…</a:t>
            </a:r>
            <a:endParaRPr sz="1200">
              <a:latin typeface="Gill Sans"/>
              <a:ea typeface="Gill Sans"/>
              <a:cs typeface="Gill Sans"/>
              <a:sym typeface="Gill Sans"/>
            </a:endParaRPr>
          </a:p>
        </p:txBody>
      </p:sp>
      <p:sp>
        <p:nvSpPr>
          <p:cNvPr id="354" name="Google Shape;354;p55"/>
          <p:cNvSpPr txBox="1"/>
          <p:nvPr/>
        </p:nvSpPr>
        <p:spPr>
          <a:xfrm>
            <a:off x="4094925" y="2301350"/>
            <a:ext cx="2488800" cy="1031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100">
                <a:solidFill>
                  <a:schemeClr val="dk1"/>
                </a:solidFill>
                <a:latin typeface="Gill Sans"/>
                <a:ea typeface="Gill Sans"/>
                <a:cs typeface="Gill Sans"/>
                <a:sym typeface="Gill Sans"/>
              </a:rPr>
              <a:t>Setting a high bar for application development on the mainframe</a:t>
            </a:r>
            <a:endParaRPr b="1" sz="1100">
              <a:solidFill>
                <a:schemeClr val="dk1"/>
              </a:solidFill>
              <a:latin typeface="Gill Sans"/>
              <a:ea typeface="Gill Sans"/>
              <a:cs typeface="Gill Sans"/>
              <a:sym typeface="Gill Sans"/>
            </a:endParaRPr>
          </a:p>
          <a:p>
            <a:pPr indent="0" lvl="0" marL="0" rtl="0" algn="ctr">
              <a:spcBef>
                <a:spcPts val="0"/>
              </a:spcBef>
              <a:spcAft>
                <a:spcPts val="0"/>
              </a:spcAft>
              <a:buNone/>
            </a:pPr>
            <a:r>
              <a:rPr lang="en" sz="1100">
                <a:solidFill>
                  <a:schemeClr val="dk1"/>
                </a:solidFill>
                <a:latin typeface="Gill Sans"/>
                <a:ea typeface="Gill Sans"/>
                <a:cs typeface="Gill Sans"/>
                <a:sym typeface="Gill Sans"/>
              </a:rPr>
              <a:t>through documentation, API development, and a security-first approach.</a:t>
            </a:r>
            <a:endParaRPr sz="1100">
              <a:latin typeface="Gill Sans"/>
              <a:ea typeface="Gill Sans"/>
              <a:cs typeface="Gill Sans"/>
              <a:sym typeface="Gill Sans"/>
            </a:endParaRPr>
          </a:p>
        </p:txBody>
      </p:sp>
      <p:sp>
        <p:nvSpPr>
          <p:cNvPr id="355" name="Google Shape;355;p55"/>
          <p:cNvSpPr txBox="1"/>
          <p:nvPr/>
        </p:nvSpPr>
        <p:spPr>
          <a:xfrm>
            <a:off x="6553425" y="2301350"/>
            <a:ext cx="2488800" cy="1031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solidFill>
                  <a:schemeClr val="dk1"/>
                </a:solidFill>
                <a:latin typeface="Gill Sans"/>
                <a:ea typeface="Gill Sans"/>
                <a:cs typeface="Gill Sans"/>
                <a:sym typeface="Gill Sans"/>
              </a:rPr>
              <a:t>Showcase the mainframe of today</a:t>
            </a:r>
            <a:endParaRPr b="1" sz="1100">
              <a:solidFill>
                <a:schemeClr val="dk1"/>
              </a:solidFill>
              <a:latin typeface="Gill Sans"/>
              <a:ea typeface="Gill Sans"/>
              <a:cs typeface="Gill Sans"/>
              <a:sym typeface="Gill Sans"/>
            </a:endParaRPr>
          </a:p>
          <a:p>
            <a:pPr indent="0" lvl="0" marL="0" rtl="0" algn="ctr">
              <a:spcBef>
                <a:spcPts val="0"/>
              </a:spcBef>
              <a:spcAft>
                <a:spcPts val="0"/>
              </a:spcAft>
              <a:buNone/>
            </a:pPr>
            <a:r>
              <a:rPr lang="en" sz="1100">
                <a:solidFill>
                  <a:schemeClr val="dk1"/>
                </a:solidFill>
                <a:latin typeface="Gill Sans"/>
                <a:ea typeface="Gill Sans"/>
                <a:cs typeface="Gill Sans"/>
                <a:sym typeface="Gill Sans"/>
              </a:rPr>
              <a:t> to both the mainframe ecosystem as well as the broad enterprise IT community.</a:t>
            </a:r>
            <a:endParaRPr sz="1100">
              <a:latin typeface="Gill Sans"/>
              <a:ea typeface="Gill Sans"/>
              <a:cs typeface="Gill Sans"/>
              <a:sym typeface="Gill Sans"/>
            </a:endParaRPr>
          </a:p>
        </p:txBody>
      </p:sp>
      <p:sp>
        <p:nvSpPr>
          <p:cNvPr id="356" name="Google Shape;356;p55"/>
          <p:cNvSpPr txBox="1"/>
          <p:nvPr/>
        </p:nvSpPr>
        <p:spPr>
          <a:xfrm>
            <a:off x="4094925" y="3824200"/>
            <a:ext cx="2488800" cy="1031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100">
                <a:solidFill>
                  <a:schemeClr val="dk1"/>
                </a:solidFill>
                <a:latin typeface="Gill Sans"/>
                <a:ea typeface="Gill Sans"/>
                <a:cs typeface="Gill Sans"/>
                <a:sym typeface="Gill Sans"/>
              </a:rPr>
              <a:t>Enable the mainframe to be more consumable by developers</a:t>
            </a:r>
            <a:endParaRPr b="1" sz="1100">
              <a:solidFill>
                <a:schemeClr val="dk1"/>
              </a:solidFill>
              <a:latin typeface="Gill Sans"/>
              <a:ea typeface="Gill Sans"/>
              <a:cs typeface="Gill Sans"/>
              <a:sym typeface="Gill Sans"/>
            </a:endParaRPr>
          </a:p>
          <a:p>
            <a:pPr indent="0" lvl="0" marL="0" rtl="0" algn="ctr">
              <a:spcBef>
                <a:spcPts val="0"/>
              </a:spcBef>
              <a:spcAft>
                <a:spcPts val="0"/>
              </a:spcAft>
              <a:buNone/>
            </a:pPr>
            <a:r>
              <a:rPr lang="en" sz="1100">
                <a:solidFill>
                  <a:schemeClr val="dk1"/>
                </a:solidFill>
                <a:latin typeface="Gill Sans"/>
                <a:ea typeface="Gill Sans"/>
                <a:cs typeface="Gill Sans"/>
                <a:sym typeface="Gill Sans"/>
              </a:rPr>
              <a:t> with a transparent experience in leveraging the value propositions of the mainframe.</a:t>
            </a:r>
            <a:endParaRPr sz="1100">
              <a:solidFill>
                <a:schemeClr val="dk1"/>
              </a:solidFill>
              <a:latin typeface="Gill Sans"/>
              <a:ea typeface="Gill Sans"/>
              <a:cs typeface="Gill Sans"/>
              <a:sym typeface="Gill Sans"/>
            </a:endParaRPr>
          </a:p>
        </p:txBody>
      </p:sp>
      <p:sp>
        <p:nvSpPr>
          <p:cNvPr id="357" name="Google Shape;357;p55"/>
          <p:cNvSpPr txBox="1"/>
          <p:nvPr/>
        </p:nvSpPr>
        <p:spPr>
          <a:xfrm>
            <a:off x="6553425" y="3824200"/>
            <a:ext cx="2488800" cy="861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100">
                <a:solidFill>
                  <a:schemeClr val="dk1"/>
                </a:solidFill>
                <a:latin typeface="Gill Sans"/>
                <a:ea typeface="Gill Sans"/>
                <a:cs typeface="Gill Sans"/>
                <a:sym typeface="Gill Sans"/>
              </a:rPr>
              <a:t>Ensure the mainframe aligns well in the changing enterprise IT landscape</a:t>
            </a:r>
            <a:endParaRPr b="1" sz="1100">
              <a:solidFill>
                <a:schemeClr val="dk1"/>
              </a:solidFill>
              <a:latin typeface="Gill Sans"/>
              <a:ea typeface="Gill Sans"/>
              <a:cs typeface="Gill Sans"/>
              <a:sym typeface="Gill Sans"/>
            </a:endParaRPr>
          </a:p>
          <a:p>
            <a:pPr indent="0" lvl="0" marL="0" rtl="0" algn="ctr">
              <a:spcBef>
                <a:spcPts val="0"/>
              </a:spcBef>
              <a:spcAft>
                <a:spcPts val="0"/>
              </a:spcAft>
              <a:buNone/>
            </a:pPr>
            <a:r>
              <a:rPr lang="en" sz="1100">
                <a:solidFill>
                  <a:schemeClr val="dk1"/>
                </a:solidFill>
                <a:latin typeface="Gill Sans"/>
                <a:ea typeface="Gill Sans"/>
                <a:cs typeface="Gill Sans"/>
                <a:sym typeface="Gill Sans"/>
              </a:rPr>
              <a:t> of cloud-native and DevOps.</a:t>
            </a:r>
            <a:endParaRPr sz="1100">
              <a:solidFill>
                <a:schemeClr val="dk1"/>
              </a:solidFill>
              <a:latin typeface="Gill Sans"/>
              <a:ea typeface="Gill Sans"/>
              <a:cs typeface="Gill Sans"/>
              <a:sym typeface="Gill Sans"/>
            </a:endParaRPr>
          </a:p>
        </p:txBody>
      </p:sp>
      <p:grpSp>
        <p:nvGrpSpPr>
          <p:cNvPr id="358" name="Google Shape;358;p55"/>
          <p:cNvGrpSpPr/>
          <p:nvPr/>
        </p:nvGrpSpPr>
        <p:grpSpPr>
          <a:xfrm>
            <a:off x="5038925" y="1770425"/>
            <a:ext cx="546300" cy="546300"/>
            <a:chOff x="790925" y="2833675"/>
            <a:chExt cx="546300" cy="546300"/>
          </a:xfrm>
        </p:grpSpPr>
        <p:sp>
          <p:nvSpPr>
            <p:cNvPr id="359" name="Google Shape;359;p55"/>
            <p:cNvSpPr/>
            <p:nvPr/>
          </p:nvSpPr>
          <p:spPr>
            <a:xfrm>
              <a:off x="790925" y="2833675"/>
              <a:ext cx="546300" cy="5463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60" name="Google Shape;360;p55"/>
            <p:cNvPicPr preferRelativeResize="0"/>
            <p:nvPr/>
          </p:nvPicPr>
          <p:blipFill>
            <a:blip r:embed="rId3">
              <a:alphaModFix/>
            </a:blip>
            <a:stretch>
              <a:fillRect/>
            </a:stretch>
          </p:blipFill>
          <p:spPr>
            <a:xfrm>
              <a:off x="960250" y="3014522"/>
              <a:ext cx="207651" cy="184599"/>
            </a:xfrm>
            <a:prstGeom prst="rect">
              <a:avLst/>
            </a:prstGeom>
            <a:noFill/>
            <a:ln>
              <a:noFill/>
            </a:ln>
          </p:spPr>
        </p:pic>
      </p:grpSp>
      <p:grpSp>
        <p:nvGrpSpPr>
          <p:cNvPr id="361" name="Google Shape;361;p55"/>
          <p:cNvGrpSpPr/>
          <p:nvPr/>
        </p:nvGrpSpPr>
        <p:grpSpPr>
          <a:xfrm>
            <a:off x="7524675" y="1770425"/>
            <a:ext cx="546300" cy="546300"/>
            <a:chOff x="2966775" y="2833675"/>
            <a:chExt cx="546300" cy="546300"/>
          </a:xfrm>
        </p:grpSpPr>
        <p:sp>
          <p:nvSpPr>
            <p:cNvPr id="362" name="Google Shape;362;p55"/>
            <p:cNvSpPr/>
            <p:nvPr/>
          </p:nvSpPr>
          <p:spPr>
            <a:xfrm>
              <a:off x="2966775" y="2833675"/>
              <a:ext cx="546300" cy="5463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63" name="Google Shape;363;p55"/>
            <p:cNvPicPr preferRelativeResize="0"/>
            <p:nvPr/>
          </p:nvPicPr>
          <p:blipFill>
            <a:blip r:embed="rId4">
              <a:alphaModFix/>
            </a:blip>
            <a:stretch>
              <a:fillRect/>
            </a:stretch>
          </p:blipFill>
          <p:spPr>
            <a:xfrm>
              <a:off x="3138191" y="3016397"/>
              <a:ext cx="203460" cy="180851"/>
            </a:xfrm>
            <a:prstGeom prst="rect">
              <a:avLst/>
            </a:prstGeom>
            <a:noFill/>
            <a:ln>
              <a:noFill/>
            </a:ln>
          </p:spPr>
        </p:pic>
      </p:grpSp>
      <p:grpSp>
        <p:nvGrpSpPr>
          <p:cNvPr id="364" name="Google Shape;364;p55"/>
          <p:cNvGrpSpPr/>
          <p:nvPr/>
        </p:nvGrpSpPr>
        <p:grpSpPr>
          <a:xfrm>
            <a:off x="5038917" y="3277900"/>
            <a:ext cx="546300" cy="546300"/>
            <a:chOff x="5373650" y="2863650"/>
            <a:chExt cx="546300" cy="546300"/>
          </a:xfrm>
        </p:grpSpPr>
        <p:sp>
          <p:nvSpPr>
            <p:cNvPr id="365" name="Google Shape;365;p55"/>
            <p:cNvSpPr/>
            <p:nvPr/>
          </p:nvSpPr>
          <p:spPr>
            <a:xfrm>
              <a:off x="5373650" y="2863650"/>
              <a:ext cx="546300" cy="5463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66" name="Google Shape;366;p55"/>
            <p:cNvPicPr preferRelativeResize="0"/>
            <p:nvPr/>
          </p:nvPicPr>
          <p:blipFill>
            <a:blip r:embed="rId5">
              <a:alphaModFix/>
            </a:blip>
            <a:stretch>
              <a:fillRect/>
            </a:stretch>
          </p:blipFill>
          <p:spPr>
            <a:xfrm>
              <a:off x="5545788" y="3056000"/>
              <a:ext cx="202000" cy="161600"/>
            </a:xfrm>
            <a:prstGeom prst="rect">
              <a:avLst/>
            </a:prstGeom>
            <a:noFill/>
            <a:ln>
              <a:noFill/>
            </a:ln>
          </p:spPr>
        </p:pic>
      </p:grpSp>
      <p:grpSp>
        <p:nvGrpSpPr>
          <p:cNvPr id="367" name="Google Shape;367;p55"/>
          <p:cNvGrpSpPr/>
          <p:nvPr/>
        </p:nvGrpSpPr>
        <p:grpSpPr>
          <a:xfrm>
            <a:off x="7524675" y="3277900"/>
            <a:ext cx="546300" cy="546300"/>
            <a:chOff x="7724550" y="2897000"/>
            <a:chExt cx="546300" cy="546300"/>
          </a:xfrm>
        </p:grpSpPr>
        <p:sp>
          <p:nvSpPr>
            <p:cNvPr id="368" name="Google Shape;368;p55"/>
            <p:cNvSpPr/>
            <p:nvPr/>
          </p:nvSpPr>
          <p:spPr>
            <a:xfrm>
              <a:off x="7724550" y="2897000"/>
              <a:ext cx="546300" cy="5463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69" name="Google Shape;369;p55"/>
            <p:cNvPicPr preferRelativeResize="0"/>
            <p:nvPr/>
          </p:nvPicPr>
          <p:blipFill>
            <a:blip r:embed="rId6">
              <a:alphaModFix/>
            </a:blip>
            <a:stretch>
              <a:fillRect/>
            </a:stretch>
          </p:blipFill>
          <p:spPr>
            <a:xfrm>
              <a:off x="7896700" y="3089345"/>
              <a:ext cx="202000" cy="161605"/>
            </a:xfrm>
            <a:prstGeom prst="rect">
              <a:avLst/>
            </a:prstGeom>
            <a:noFill/>
            <a:ln>
              <a:noFill/>
            </a:ln>
          </p:spPr>
        </p:pic>
      </p:grpSp>
      <p:pic>
        <p:nvPicPr>
          <p:cNvPr id="370" name="Google Shape;370;p55"/>
          <p:cNvPicPr preferRelativeResize="0"/>
          <p:nvPr/>
        </p:nvPicPr>
        <p:blipFill>
          <a:blip r:embed="rId7">
            <a:alphaModFix/>
          </a:blip>
          <a:stretch>
            <a:fillRect/>
          </a:stretch>
        </p:blipFill>
        <p:spPr>
          <a:xfrm>
            <a:off x="135252" y="119023"/>
            <a:ext cx="3599252" cy="1100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374" name="Shape 374"/>
        <p:cNvGrpSpPr/>
        <p:nvPr/>
      </p:nvGrpSpPr>
      <p:grpSpPr>
        <a:xfrm>
          <a:off x="0" y="0"/>
          <a:ext cx="0" cy="0"/>
          <a:chOff x="0" y="0"/>
          <a:chExt cx="0" cy="0"/>
        </a:xfrm>
      </p:grpSpPr>
      <p:sp>
        <p:nvSpPr>
          <p:cNvPr id="375" name="Google Shape;375;p56"/>
          <p:cNvSpPr/>
          <p:nvPr/>
        </p:nvSpPr>
        <p:spPr>
          <a:xfrm>
            <a:off x="0" y="722400"/>
            <a:ext cx="9144000" cy="43785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56"/>
          <p:cNvSpPr txBox="1"/>
          <p:nvPr>
            <p:ph type="title"/>
          </p:nvPr>
        </p:nvSpPr>
        <p:spPr>
          <a:xfrm>
            <a:off x="211018"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Member Organizations</a:t>
            </a:r>
            <a:endParaRPr/>
          </a:p>
        </p:txBody>
      </p:sp>
      <p:sp>
        <p:nvSpPr>
          <p:cNvPr id="377" name="Google Shape;377;p56"/>
          <p:cNvSpPr txBox="1"/>
          <p:nvPr/>
        </p:nvSpPr>
        <p:spPr>
          <a:xfrm>
            <a:off x="-5325" y="4743300"/>
            <a:ext cx="9144000" cy="400200"/>
          </a:xfrm>
          <a:prstGeom prst="rect">
            <a:avLst/>
          </a:prstGeom>
          <a:solidFill>
            <a:srgbClr val="3664A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Gill Sans"/>
                <a:ea typeface="Gill Sans"/>
                <a:cs typeface="Gill Sans"/>
                <a:sym typeface="Gill Sans"/>
              </a:rPr>
              <a:t>Learn more about membership at </a:t>
            </a:r>
            <a:r>
              <a:rPr lang="en" u="sng">
                <a:solidFill>
                  <a:schemeClr val="lt1"/>
                </a:solidFill>
                <a:latin typeface="Gill Sans"/>
                <a:ea typeface="Gill Sans"/>
                <a:cs typeface="Gill Sans"/>
                <a:sym typeface="Gill Sans"/>
                <a:hlinkClick r:id="rId3">
                  <a:extLst>
                    <a:ext uri="{A12FA001-AC4F-418D-AE19-62706E023703}">
                      <ahyp:hlinkClr val="tx"/>
                    </a:ext>
                  </a:extLst>
                </a:hlinkClick>
              </a:rPr>
              <a:t>openmainframeproject.org/join</a:t>
            </a:r>
            <a:endParaRPr>
              <a:solidFill>
                <a:schemeClr val="lt1"/>
              </a:solidFill>
              <a:latin typeface="Gill Sans"/>
              <a:ea typeface="Gill Sans"/>
              <a:cs typeface="Gill Sans"/>
              <a:sym typeface="Gill Sans"/>
            </a:endParaRPr>
          </a:p>
        </p:txBody>
      </p:sp>
      <p:pic>
        <p:nvPicPr>
          <p:cNvPr id="378" name="Google Shape;378;p56" title="Screenshot 2026-01-13 at 4.06.31 PM.png"/>
          <p:cNvPicPr preferRelativeResize="0"/>
          <p:nvPr/>
        </p:nvPicPr>
        <p:blipFill>
          <a:blip r:embed="rId4">
            <a:alphaModFix/>
          </a:blip>
          <a:stretch>
            <a:fillRect/>
          </a:stretch>
        </p:blipFill>
        <p:spPr>
          <a:xfrm>
            <a:off x="-5325" y="994013"/>
            <a:ext cx="9144003" cy="336201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57"/>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802"/>
              <a:buNone/>
            </a:pPr>
            <a:r>
              <a:rPr lang="en" sz="2830"/>
              <a:t>We’re a nonprofit, but not separately incorporated</a:t>
            </a:r>
            <a:endParaRPr sz="2830"/>
          </a:p>
        </p:txBody>
      </p:sp>
      <p:sp>
        <p:nvSpPr>
          <p:cNvPr id="384" name="Google Shape;384;p57"/>
          <p:cNvSpPr txBox="1"/>
          <p:nvPr>
            <p:ph idx="1" type="body"/>
          </p:nvPr>
        </p:nvSpPr>
        <p:spPr>
          <a:xfrm>
            <a:off x="334000" y="1000204"/>
            <a:ext cx="8369400" cy="3143100"/>
          </a:xfrm>
          <a:prstGeom prst="rect">
            <a:avLst/>
          </a:prstGeom>
        </p:spPr>
        <p:txBody>
          <a:bodyPr anchorCtr="0" anchor="t" bIns="91425" lIns="91425" spcFirstLastPara="1" rIns="91425" wrap="square" tIns="91425">
            <a:noAutofit/>
          </a:bodyPr>
          <a:lstStyle/>
          <a:p>
            <a:pPr indent="-292100" lvl="0" marL="342900" rtl="0" algn="l">
              <a:spcBef>
                <a:spcPts val="400"/>
              </a:spcBef>
              <a:spcAft>
                <a:spcPts val="0"/>
              </a:spcAft>
              <a:buSzPts val="2000"/>
              <a:buChar char="•"/>
            </a:pPr>
            <a:r>
              <a:rPr lang="en"/>
              <a:t>The Open Mainframe Project is part of the </a:t>
            </a:r>
            <a:r>
              <a:rPr lang="en" u="sng">
                <a:solidFill>
                  <a:schemeClr val="hlink"/>
                </a:solidFill>
                <a:hlinkClick r:id="rId3"/>
              </a:rPr>
              <a:t>the Linux Foundation</a:t>
            </a:r>
            <a:r>
              <a:rPr lang="en"/>
              <a:t> and is not a separate legal entity</a:t>
            </a:r>
            <a:endParaRPr/>
          </a:p>
          <a:p>
            <a:pPr indent="-292100" lvl="0" marL="342900" rtl="0" algn="l">
              <a:spcBef>
                <a:spcPts val="400"/>
              </a:spcBef>
              <a:spcAft>
                <a:spcPts val="0"/>
              </a:spcAft>
              <a:buSzPts val="2000"/>
              <a:buChar char="•"/>
            </a:pPr>
            <a:r>
              <a:rPr lang="en"/>
              <a:t>Therefore, the </a:t>
            </a:r>
            <a:r>
              <a:rPr lang="en"/>
              <a:t>Open Mainframe Project </a:t>
            </a:r>
            <a:r>
              <a:rPr lang="en"/>
              <a:t>Governing Board is not a </a:t>
            </a:r>
            <a:r>
              <a:rPr lang="en"/>
              <a:t>corporate</a:t>
            </a:r>
            <a:r>
              <a:rPr lang="en"/>
              <a:t> board of directors, and is not </a:t>
            </a:r>
            <a:r>
              <a:rPr lang="en"/>
              <a:t>subject to </a:t>
            </a:r>
            <a:r>
              <a:rPr lang="en"/>
              <a:t>corporate law statutes (e.g., those that govern f</a:t>
            </a:r>
            <a:r>
              <a:rPr lang="en"/>
              <a:t>iduciary</a:t>
            </a:r>
            <a:r>
              <a:rPr lang="en"/>
              <a:t> duties and how corporate boards of directors must operate)</a:t>
            </a:r>
            <a:endParaRPr/>
          </a:p>
          <a:p>
            <a:pPr indent="-292100" lvl="0" marL="342900" rtl="0" algn="l">
              <a:spcBef>
                <a:spcPts val="400"/>
              </a:spcBef>
              <a:spcAft>
                <a:spcPts val="0"/>
              </a:spcAft>
              <a:buSzPts val="2000"/>
              <a:buChar char="•"/>
            </a:pPr>
            <a:r>
              <a:rPr lang="en"/>
              <a:t>The powers and duties of the Governing Board are set forth in the </a:t>
            </a:r>
            <a:r>
              <a:rPr lang="en" u="sng">
                <a:solidFill>
                  <a:schemeClr val="hlink"/>
                </a:solidFill>
                <a:hlinkClick r:id="rId4"/>
              </a:rPr>
              <a:t>Open Mainframe Project Charter</a:t>
            </a:r>
            <a:endParaRPr/>
          </a:p>
        </p:txBody>
      </p:sp>
      <p:sp>
        <p:nvSpPr>
          <p:cNvPr id="385" name="Google Shape;385;p57"/>
          <p:cNvSpPr txBox="1"/>
          <p:nvPr>
            <p:ph idx="12" type="sldNum"/>
          </p:nvPr>
        </p:nvSpPr>
        <p:spPr>
          <a:xfrm>
            <a:off x="8227785" y="4803546"/>
            <a:ext cx="5805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1F8E"/>
              </a:buClr>
              <a:buSzPts val="250"/>
              <a:buFont typeface="Gill Sans"/>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58"/>
          <p:cNvSpPr/>
          <p:nvPr/>
        </p:nvSpPr>
        <p:spPr>
          <a:xfrm>
            <a:off x="0" y="4717774"/>
            <a:ext cx="9144000" cy="425700"/>
          </a:xfrm>
          <a:prstGeom prst="rect">
            <a:avLst/>
          </a:prstGeom>
          <a:solidFill>
            <a:srgbClr val="4F81BD">
              <a:alpha val="5882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Gill Sans"/>
              <a:buNone/>
            </a:pPr>
            <a:r>
              <a:rPr b="0" i="0" lang="en" sz="1800" u="none" cap="none" strike="noStrike">
                <a:solidFill>
                  <a:srgbClr val="FFFFFF"/>
                </a:solidFill>
                <a:latin typeface="Gill Sans"/>
                <a:ea typeface="Gill Sans"/>
                <a:cs typeface="Gill Sans"/>
                <a:sym typeface="Gill Sans"/>
              </a:rPr>
              <a:t>Learn about all Open Mainframe projects at </a:t>
            </a:r>
            <a:r>
              <a:rPr lang="en" sz="1800" u="sng">
                <a:solidFill>
                  <a:schemeClr val="hlink"/>
                </a:solidFill>
                <a:latin typeface="Gill Sans"/>
                <a:ea typeface="Gill Sans"/>
                <a:cs typeface="Gill Sans"/>
                <a:sym typeface="Gill Sans"/>
                <a:hlinkClick r:id="rId3"/>
              </a:rPr>
              <a:t>https://openmainframeproject.org/our-projects/</a:t>
            </a:r>
            <a:r>
              <a:rPr b="0" i="0" lang="en" sz="1800" u="none" cap="none" strike="noStrike">
                <a:solidFill>
                  <a:srgbClr val="FFFFFF"/>
                </a:solidFill>
                <a:latin typeface="Gill Sans"/>
                <a:ea typeface="Gill Sans"/>
                <a:cs typeface="Gill Sans"/>
                <a:sym typeface="Gill Sans"/>
              </a:rPr>
              <a:t> </a:t>
            </a:r>
            <a:endParaRPr/>
          </a:p>
        </p:txBody>
      </p:sp>
      <p:sp>
        <p:nvSpPr>
          <p:cNvPr id="391" name="Google Shape;391;p58"/>
          <p:cNvSpPr txBox="1"/>
          <p:nvPr/>
        </p:nvSpPr>
        <p:spPr>
          <a:xfrm>
            <a:off x="0" y="0"/>
            <a:ext cx="4284600" cy="4717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700">
                <a:solidFill>
                  <a:srgbClr val="262626"/>
                </a:solidFill>
                <a:latin typeface="Gill Sans"/>
                <a:ea typeface="Gill Sans"/>
                <a:cs typeface="Gill Sans"/>
                <a:sym typeface="Gill Sans"/>
              </a:rPr>
              <a:t>Open Mainframe Project enables this innovation</a:t>
            </a:r>
            <a:endParaRPr sz="3000">
              <a:solidFill>
                <a:srgbClr val="262626"/>
              </a:solidFill>
              <a:latin typeface="Gill Sans"/>
              <a:ea typeface="Gill Sans"/>
              <a:cs typeface="Gill Sans"/>
              <a:sym typeface="Gill Sans"/>
            </a:endParaRPr>
          </a:p>
        </p:txBody>
      </p:sp>
      <p:pic>
        <p:nvPicPr>
          <p:cNvPr id="392" name="Google Shape;392;p58"/>
          <p:cNvPicPr preferRelativeResize="0"/>
          <p:nvPr/>
        </p:nvPicPr>
        <p:blipFill rotWithShape="1">
          <a:blip r:embed="rId4">
            <a:alphaModFix/>
          </a:blip>
          <a:srcRect b="0" l="0" r="16072" t="0"/>
          <a:stretch/>
        </p:blipFill>
        <p:spPr>
          <a:xfrm>
            <a:off x="4632825" y="0"/>
            <a:ext cx="4149048" cy="4675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9"/>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Open Mainframe Project Governance at a glance</a:t>
            </a:r>
            <a:endParaRPr/>
          </a:p>
        </p:txBody>
      </p:sp>
      <p:sp>
        <p:nvSpPr>
          <p:cNvPr id="398" name="Google Shape;398;p59"/>
          <p:cNvSpPr/>
          <p:nvPr/>
        </p:nvSpPr>
        <p:spPr>
          <a:xfrm>
            <a:off x="4711865" y="1414373"/>
            <a:ext cx="2062500" cy="549600"/>
          </a:xfrm>
          <a:prstGeom prst="roundRect">
            <a:avLst>
              <a:gd fmla="val 16667" name="adj"/>
            </a:avLst>
          </a:prstGeom>
          <a:solidFill>
            <a:srgbClr val="9164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300">
                <a:solidFill>
                  <a:schemeClr val="lt1"/>
                </a:solidFill>
              </a:rPr>
              <a:t>Open Mainframe Project</a:t>
            </a:r>
            <a:r>
              <a:rPr lang="en" sz="1300">
                <a:solidFill>
                  <a:schemeClr val="lt1"/>
                </a:solidFill>
                <a:latin typeface="Arial"/>
                <a:ea typeface="Arial"/>
                <a:cs typeface="Arial"/>
                <a:sym typeface="Arial"/>
              </a:rPr>
              <a:t>  </a:t>
            </a:r>
            <a:endParaRPr sz="1000"/>
          </a:p>
          <a:p>
            <a:pPr indent="0" lvl="0" marL="0" marR="0" rtl="0" algn="ctr">
              <a:spcBef>
                <a:spcPts val="0"/>
              </a:spcBef>
              <a:spcAft>
                <a:spcPts val="0"/>
              </a:spcAft>
              <a:buNone/>
            </a:pPr>
            <a:r>
              <a:rPr lang="en" sz="1300">
                <a:solidFill>
                  <a:schemeClr val="lt1"/>
                </a:solidFill>
                <a:latin typeface="Arial"/>
                <a:ea typeface="Arial"/>
                <a:cs typeface="Arial"/>
                <a:sym typeface="Arial"/>
              </a:rPr>
              <a:t>Governing Board</a:t>
            </a:r>
            <a:endParaRPr sz="1300">
              <a:solidFill>
                <a:schemeClr val="lt1"/>
              </a:solidFill>
              <a:latin typeface="Arial"/>
              <a:ea typeface="Arial"/>
              <a:cs typeface="Arial"/>
              <a:sym typeface="Arial"/>
            </a:endParaRPr>
          </a:p>
        </p:txBody>
      </p:sp>
      <p:sp>
        <p:nvSpPr>
          <p:cNvPr id="399" name="Google Shape;399;p59"/>
          <p:cNvSpPr/>
          <p:nvPr/>
        </p:nvSpPr>
        <p:spPr>
          <a:xfrm>
            <a:off x="5448600" y="2764475"/>
            <a:ext cx="2062500" cy="594600"/>
          </a:xfrm>
          <a:prstGeom prst="roundRect">
            <a:avLst>
              <a:gd fmla="val 16667" name="adj"/>
            </a:avLst>
          </a:prstGeom>
          <a:solidFill>
            <a:srgbClr val="9164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Marketing </a:t>
            </a:r>
            <a:r>
              <a:rPr lang="en">
                <a:solidFill>
                  <a:schemeClr val="lt1"/>
                </a:solidFill>
              </a:rPr>
              <a:t>Committee</a:t>
            </a:r>
            <a:endParaRPr sz="1400">
              <a:solidFill>
                <a:schemeClr val="lt1"/>
              </a:solidFill>
              <a:latin typeface="Arial"/>
              <a:ea typeface="Arial"/>
              <a:cs typeface="Arial"/>
              <a:sym typeface="Arial"/>
            </a:endParaRPr>
          </a:p>
        </p:txBody>
      </p:sp>
      <p:sp>
        <p:nvSpPr>
          <p:cNvPr id="400" name="Google Shape;400;p59"/>
          <p:cNvSpPr/>
          <p:nvPr/>
        </p:nvSpPr>
        <p:spPr>
          <a:xfrm>
            <a:off x="2215582" y="1414369"/>
            <a:ext cx="2062500" cy="549600"/>
          </a:xfrm>
          <a:prstGeom prst="roundRect">
            <a:avLst>
              <a:gd fmla="val 16667" name="adj"/>
            </a:avLst>
          </a:prstGeom>
          <a:solidFill>
            <a:srgbClr val="9164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Technical </a:t>
            </a:r>
            <a:r>
              <a:rPr lang="en">
                <a:solidFill>
                  <a:schemeClr val="lt1"/>
                </a:solidFill>
              </a:rPr>
              <a:t>Advisory</a:t>
            </a:r>
            <a:r>
              <a:rPr lang="en" sz="1400">
                <a:solidFill>
                  <a:schemeClr val="lt1"/>
                </a:solidFill>
                <a:latin typeface="Arial"/>
                <a:ea typeface="Arial"/>
                <a:cs typeface="Arial"/>
                <a:sym typeface="Arial"/>
              </a:rPr>
              <a:t> </a:t>
            </a:r>
            <a:r>
              <a:rPr lang="en">
                <a:solidFill>
                  <a:schemeClr val="lt1"/>
                </a:solidFill>
              </a:rPr>
              <a:t>Council</a:t>
            </a:r>
            <a:r>
              <a:rPr lang="en" sz="1400">
                <a:solidFill>
                  <a:schemeClr val="lt1"/>
                </a:solidFill>
                <a:latin typeface="Arial"/>
                <a:ea typeface="Arial"/>
                <a:cs typeface="Arial"/>
                <a:sym typeface="Arial"/>
              </a:rPr>
              <a:t> (T</a:t>
            </a:r>
            <a:r>
              <a:rPr lang="en">
                <a:solidFill>
                  <a:schemeClr val="lt1"/>
                </a:solidFill>
              </a:rPr>
              <a:t>A</a:t>
            </a:r>
            <a:r>
              <a:rPr lang="en" sz="1400">
                <a:solidFill>
                  <a:schemeClr val="lt1"/>
                </a:solidFill>
                <a:latin typeface="Arial"/>
                <a:ea typeface="Arial"/>
                <a:cs typeface="Arial"/>
                <a:sym typeface="Arial"/>
              </a:rPr>
              <a:t>C)</a:t>
            </a:r>
            <a:endParaRPr sz="1400">
              <a:solidFill>
                <a:schemeClr val="lt1"/>
              </a:solidFill>
              <a:latin typeface="Arial"/>
              <a:ea typeface="Arial"/>
              <a:cs typeface="Arial"/>
              <a:sym typeface="Arial"/>
            </a:endParaRPr>
          </a:p>
        </p:txBody>
      </p:sp>
      <p:sp>
        <p:nvSpPr>
          <p:cNvPr id="401" name="Google Shape;401;p59"/>
          <p:cNvSpPr txBox="1"/>
          <p:nvPr/>
        </p:nvSpPr>
        <p:spPr>
          <a:xfrm>
            <a:off x="153077" y="1341825"/>
            <a:ext cx="2062500" cy="769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100">
                <a:solidFill>
                  <a:schemeClr val="dk1"/>
                </a:solidFill>
                <a:latin typeface="Arial"/>
                <a:ea typeface="Arial"/>
                <a:cs typeface="Arial"/>
                <a:sym typeface="Arial"/>
              </a:rPr>
              <a:t>Cross-project collaboration</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rPr lang="en" sz="1100">
                <a:solidFill>
                  <a:schemeClr val="dk1"/>
                </a:solidFill>
              </a:rPr>
              <a:t>Project Lifecycle Management</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rPr lang="en" sz="1100">
                <a:solidFill>
                  <a:schemeClr val="dk1"/>
                </a:solidFill>
                <a:latin typeface="Arial"/>
                <a:ea typeface="Arial"/>
                <a:cs typeface="Arial"/>
                <a:sym typeface="Arial"/>
              </a:rPr>
              <a:t>Developer Voice to GB</a:t>
            </a:r>
            <a:endParaRPr sz="1100">
              <a:solidFill>
                <a:schemeClr val="dk1"/>
              </a:solidFill>
              <a:latin typeface="Arial"/>
              <a:ea typeface="Arial"/>
              <a:cs typeface="Arial"/>
              <a:sym typeface="Arial"/>
            </a:endParaRPr>
          </a:p>
        </p:txBody>
      </p:sp>
      <p:sp>
        <p:nvSpPr>
          <p:cNvPr id="402" name="Google Shape;402;p59"/>
          <p:cNvSpPr txBox="1"/>
          <p:nvPr/>
        </p:nvSpPr>
        <p:spPr>
          <a:xfrm>
            <a:off x="6914282" y="1338927"/>
            <a:ext cx="2014500" cy="769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100">
                <a:solidFill>
                  <a:schemeClr val="dk1"/>
                </a:solidFill>
                <a:latin typeface="Arial"/>
                <a:ea typeface="Arial"/>
                <a:cs typeface="Arial"/>
                <a:sym typeface="Arial"/>
              </a:rPr>
              <a:t>Strategy &amp; Priorities</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rPr lang="en" sz="1100">
                <a:solidFill>
                  <a:schemeClr val="dk1"/>
                </a:solidFill>
                <a:latin typeface="Arial"/>
                <a:ea typeface="Arial"/>
                <a:cs typeface="Arial"/>
                <a:sym typeface="Arial"/>
              </a:rPr>
              <a:t>Budget</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rPr lang="en" sz="1100">
                <a:solidFill>
                  <a:schemeClr val="dk1"/>
                </a:solidFill>
                <a:latin typeface="Arial"/>
                <a:ea typeface="Arial"/>
                <a:cs typeface="Arial"/>
                <a:sym typeface="Arial"/>
              </a:rPr>
              <a:t>Marketing Strategy &amp; Events</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rPr lang="en" sz="1100">
                <a:solidFill>
                  <a:schemeClr val="dk1"/>
                </a:solidFill>
                <a:latin typeface="Arial"/>
                <a:ea typeface="Arial"/>
                <a:cs typeface="Arial"/>
                <a:sym typeface="Arial"/>
              </a:rPr>
              <a:t>Legal &amp; overall governance</a:t>
            </a:r>
            <a:endParaRPr sz="1100">
              <a:solidFill>
                <a:schemeClr val="dk1"/>
              </a:solidFill>
              <a:latin typeface="Arial"/>
              <a:ea typeface="Arial"/>
              <a:cs typeface="Arial"/>
              <a:sym typeface="Arial"/>
            </a:endParaRPr>
          </a:p>
        </p:txBody>
      </p:sp>
      <p:sp>
        <p:nvSpPr>
          <p:cNvPr id="403" name="Google Shape;403;p59"/>
          <p:cNvSpPr txBox="1"/>
          <p:nvPr/>
        </p:nvSpPr>
        <p:spPr>
          <a:xfrm>
            <a:off x="5542163" y="3398789"/>
            <a:ext cx="2014500" cy="11079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 sz="1100">
                <a:solidFill>
                  <a:schemeClr val="dk1"/>
                </a:solidFill>
                <a:latin typeface="Arial"/>
                <a:ea typeface="Arial"/>
                <a:cs typeface="Arial"/>
                <a:sym typeface="Arial"/>
              </a:rPr>
              <a:t>Annual Marketing Plan</a:t>
            </a:r>
            <a:endParaRPr sz="1800">
              <a:solidFill>
                <a:schemeClr val="dk1"/>
              </a:solidFill>
              <a:latin typeface="Gill Sans"/>
              <a:ea typeface="Gill Sans"/>
              <a:cs typeface="Gill Sans"/>
              <a:sym typeface="Gill Sans"/>
            </a:endParaRPr>
          </a:p>
          <a:p>
            <a:pPr indent="0" lvl="0" marL="0" marR="0" rtl="0" algn="r">
              <a:spcBef>
                <a:spcPts val="0"/>
              </a:spcBef>
              <a:spcAft>
                <a:spcPts val="0"/>
              </a:spcAft>
              <a:buNone/>
            </a:pPr>
            <a:r>
              <a:rPr lang="en" sz="1100">
                <a:solidFill>
                  <a:schemeClr val="dk1"/>
                </a:solidFill>
                <a:latin typeface="Arial"/>
                <a:ea typeface="Arial"/>
                <a:cs typeface="Arial"/>
                <a:sym typeface="Arial"/>
              </a:rPr>
              <a:t>PR</a:t>
            </a:r>
            <a:endParaRPr sz="1800">
              <a:solidFill>
                <a:schemeClr val="dk1"/>
              </a:solidFill>
              <a:latin typeface="Gill Sans"/>
              <a:ea typeface="Gill Sans"/>
              <a:cs typeface="Gill Sans"/>
              <a:sym typeface="Gill Sans"/>
            </a:endParaRPr>
          </a:p>
          <a:p>
            <a:pPr indent="0" lvl="0" marL="0" marR="0" rtl="0" algn="r">
              <a:spcBef>
                <a:spcPts val="0"/>
              </a:spcBef>
              <a:spcAft>
                <a:spcPts val="0"/>
              </a:spcAft>
              <a:buNone/>
            </a:pPr>
            <a:r>
              <a:rPr lang="en" sz="1100">
                <a:solidFill>
                  <a:schemeClr val="dk1"/>
                </a:solidFill>
                <a:latin typeface="Arial"/>
                <a:ea typeface="Arial"/>
                <a:cs typeface="Arial"/>
                <a:sym typeface="Arial"/>
              </a:rPr>
              <a:t>Events</a:t>
            </a:r>
            <a:endParaRPr sz="1800">
              <a:solidFill>
                <a:schemeClr val="dk1"/>
              </a:solidFill>
              <a:latin typeface="Gill Sans"/>
              <a:ea typeface="Gill Sans"/>
              <a:cs typeface="Gill Sans"/>
              <a:sym typeface="Gill Sans"/>
            </a:endParaRPr>
          </a:p>
          <a:p>
            <a:pPr indent="0" lvl="0" marL="0" marR="0" rtl="0" algn="r">
              <a:spcBef>
                <a:spcPts val="0"/>
              </a:spcBef>
              <a:spcAft>
                <a:spcPts val="0"/>
              </a:spcAft>
              <a:buNone/>
            </a:pPr>
            <a:r>
              <a:rPr lang="en" sz="1100">
                <a:solidFill>
                  <a:schemeClr val="dk1"/>
                </a:solidFill>
                <a:latin typeface="Arial"/>
                <a:ea typeface="Arial"/>
                <a:cs typeface="Arial"/>
                <a:sym typeface="Arial"/>
              </a:rPr>
              <a:t>Content/Web</a:t>
            </a:r>
            <a:endParaRPr sz="1800">
              <a:solidFill>
                <a:schemeClr val="dk1"/>
              </a:solidFill>
              <a:latin typeface="Gill Sans"/>
              <a:ea typeface="Gill Sans"/>
              <a:cs typeface="Gill Sans"/>
              <a:sym typeface="Gill Sans"/>
            </a:endParaRPr>
          </a:p>
          <a:p>
            <a:pPr indent="0" lvl="0" marL="0" marR="0" rtl="0" algn="r">
              <a:spcBef>
                <a:spcPts val="0"/>
              </a:spcBef>
              <a:spcAft>
                <a:spcPts val="0"/>
              </a:spcAft>
              <a:buNone/>
            </a:pPr>
            <a:r>
              <a:rPr lang="en" sz="1100">
                <a:solidFill>
                  <a:schemeClr val="dk1"/>
                </a:solidFill>
                <a:latin typeface="Arial"/>
                <a:ea typeface="Arial"/>
                <a:cs typeface="Arial"/>
                <a:sym typeface="Arial"/>
              </a:rPr>
              <a:t>Branding</a:t>
            </a:r>
            <a:endParaRPr sz="1800">
              <a:solidFill>
                <a:schemeClr val="dk1"/>
              </a:solidFill>
              <a:latin typeface="Gill Sans"/>
              <a:ea typeface="Gill Sans"/>
              <a:cs typeface="Gill Sans"/>
              <a:sym typeface="Gill Sans"/>
            </a:endParaRPr>
          </a:p>
          <a:p>
            <a:pPr indent="0" lvl="0" marL="0" marR="0" rtl="0" algn="r">
              <a:spcBef>
                <a:spcPts val="0"/>
              </a:spcBef>
              <a:spcAft>
                <a:spcPts val="0"/>
              </a:spcAft>
              <a:buNone/>
            </a:pPr>
            <a:r>
              <a:rPr lang="en" sz="1100">
                <a:solidFill>
                  <a:schemeClr val="dk1"/>
                </a:solidFill>
                <a:latin typeface="Arial"/>
                <a:ea typeface="Arial"/>
                <a:cs typeface="Arial"/>
                <a:sym typeface="Arial"/>
              </a:rPr>
              <a:t>Market Development</a:t>
            </a:r>
            <a:endParaRPr sz="1100">
              <a:solidFill>
                <a:schemeClr val="dk1"/>
              </a:solidFill>
              <a:latin typeface="Arial"/>
              <a:ea typeface="Arial"/>
              <a:cs typeface="Arial"/>
              <a:sym typeface="Arial"/>
            </a:endParaRPr>
          </a:p>
        </p:txBody>
      </p:sp>
      <p:cxnSp>
        <p:nvCxnSpPr>
          <p:cNvPr id="404" name="Google Shape;404;p59"/>
          <p:cNvCxnSpPr>
            <a:stCxn id="398" idx="1"/>
            <a:endCxn id="400" idx="3"/>
          </p:cNvCxnSpPr>
          <p:nvPr/>
        </p:nvCxnSpPr>
        <p:spPr>
          <a:xfrm flipH="1">
            <a:off x="4278065" y="1689173"/>
            <a:ext cx="433800" cy="600"/>
          </a:xfrm>
          <a:prstGeom prst="bentConnector3">
            <a:avLst>
              <a:gd fmla="val 49998" name="adj1"/>
            </a:avLst>
          </a:prstGeom>
          <a:noFill/>
          <a:ln cap="flat" cmpd="sng" w="19050">
            <a:solidFill>
              <a:schemeClr val="dk1"/>
            </a:solidFill>
            <a:prstDash val="dot"/>
            <a:round/>
            <a:headEnd len="sm" w="sm" type="none"/>
            <a:tailEnd len="sm" w="sm" type="none"/>
          </a:ln>
        </p:spPr>
      </p:cxnSp>
      <p:cxnSp>
        <p:nvCxnSpPr>
          <p:cNvPr id="405" name="Google Shape;405;p59"/>
          <p:cNvCxnSpPr>
            <a:stCxn id="406" idx="0"/>
            <a:endCxn id="400" idx="2"/>
          </p:cNvCxnSpPr>
          <p:nvPr/>
        </p:nvCxnSpPr>
        <p:spPr>
          <a:xfrm rot="-5400000">
            <a:off x="2586470" y="2123480"/>
            <a:ext cx="819900" cy="501000"/>
          </a:xfrm>
          <a:prstGeom prst="bentConnector3">
            <a:avLst>
              <a:gd fmla="val 50004" name="adj1"/>
            </a:avLst>
          </a:prstGeom>
          <a:noFill/>
          <a:ln cap="flat" cmpd="sng" w="19050">
            <a:solidFill>
              <a:schemeClr val="dk1"/>
            </a:solidFill>
            <a:prstDash val="dot"/>
            <a:round/>
            <a:headEnd len="sm" w="sm" type="none"/>
            <a:tailEnd len="sm" w="sm" type="none"/>
          </a:ln>
        </p:spPr>
      </p:cxnSp>
      <p:cxnSp>
        <p:nvCxnSpPr>
          <p:cNvPr id="407" name="Google Shape;407;p59"/>
          <p:cNvCxnSpPr>
            <a:stCxn id="399" idx="0"/>
            <a:endCxn id="398" idx="2"/>
          </p:cNvCxnSpPr>
          <p:nvPr/>
        </p:nvCxnSpPr>
        <p:spPr>
          <a:xfrm flipH="1" rot="5400000">
            <a:off x="5711250" y="1995875"/>
            <a:ext cx="800400" cy="736800"/>
          </a:xfrm>
          <a:prstGeom prst="bentConnector3">
            <a:avLst>
              <a:gd fmla="val 50006" name="adj1"/>
            </a:avLst>
          </a:prstGeom>
          <a:noFill/>
          <a:ln cap="flat" cmpd="sng" w="19050">
            <a:solidFill>
              <a:schemeClr val="dk1"/>
            </a:solidFill>
            <a:prstDash val="dot"/>
            <a:round/>
            <a:headEnd len="sm" w="sm" type="none"/>
            <a:tailEnd len="sm" w="sm" type="none"/>
          </a:ln>
        </p:spPr>
      </p:cxnSp>
      <p:sp>
        <p:nvSpPr>
          <p:cNvPr id="408" name="Google Shape;408;p59"/>
          <p:cNvSpPr txBox="1"/>
          <p:nvPr/>
        </p:nvSpPr>
        <p:spPr>
          <a:xfrm>
            <a:off x="455536" y="4937760"/>
            <a:ext cx="2526600" cy="2055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sz="900">
                <a:solidFill>
                  <a:schemeClr val="lt1"/>
                </a:solidFill>
                <a:latin typeface="Gill Sans"/>
                <a:ea typeface="Gill Sans"/>
                <a:cs typeface="Gill Sans"/>
                <a:sym typeface="Gill Sans"/>
              </a:rPr>
              <a:t>The Linux Foundation Internal Use Only</a:t>
            </a:r>
            <a:endParaRPr sz="900">
              <a:solidFill>
                <a:schemeClr val="lt1"/>
              </a:solidFill>
              <a:latin typeface="Gill Sans"/>
              <a:ea typeface="Gill Sans"/>
              <a:cs typeface="Gill Sans"/>
              <a:sym typeface="Gill Sans"/>
            </a:endParaRPr>
          </a:p>
        </p:txBody>
      </p:sp>
      <p:grpSp>
        <p:nvGrpSpPr>
          <p:cNvPr id="409" name="Google Shape;409;p59"/>
          <p:cNvGrpSpPr/>
          <p:nvPr/>
        </p:nvGrpSpPr>
        <p:grpSpPr>
          <a:xfrm>
            <a:off x="661081" y="2783929"/>
            <a:ext cx="3968564" cy="1359901"/>
            <a:chOff x="661081" y="2936329"/>
            <a:chExt cx="3968564" cy="1359901"/>
          </a:xfrm>
        </p:grpSpPr>
        <p:sp>
          <p:nvSpPr>
            <p:cNvPr id="410" name="Google Shape;410;p59"/>
            <p:cNvSpPr/>
            <p:nvPr/>
          </p:nvSpPr>
          <p:spPr>
            <a:xfrm>
              <a:off x="3936045" y="2936330"/>
              <a:ext cx="693600" cy="1359900"/>
            </a:xfrm>
            <a:prstGeom prst="roundRect">
              <a:avLst>
                <a:gd fmla="val 16667" name="adj"/>
              </a:avLst>
            </a:prstGeom>
            <a:solidFill>
              <a:srgbClr val="8EBBFF">
                <a:alpha val="40390"/>
              </a:srgbClr>
            </a:solidFill>
            <a:ln cap="flat" cmpd="sng" w="12700">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Arial"/>
                <a:ea typeface="Arial"/>
                <a:cs typeface="Arial"/>
                <a:sym typeface="Arial"/>
              </a:endParaRPr>
            </a:p>
          </p:txBody>
        </p:sp>
        <p:sp>
          <p:nvSpPr>
            <p:cNvPr id="411" name="Google Shape;411;p59"/>
            <p:cNvSpPr/>
            <p:nvPr/>
          </p:nvSpPr>
          <p:spPr>
            <a:xfrm>
              <a:off x="3190670" y="2936330"/>
              <a:ext cx="693600" cy="1359900"/>
            </a:xfrm>
            <a:prstGeom prst="roundRect">
              <a:avLst>
                <a:gd fmla="val 16667" name="adj"/>
              </a:avLst>
            </a:prstGeom>
            <a:solidFill>
              <a:srgbClr val="8EBBFF">
                <a:alpha val="40390"/>
              </a:srgbClr>
            </a:solidFill>
            <a:ln cap="flat" cmpd="sng" w="12700">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Arial"/>
                <a:ea typeface="Arial"/>
                <a:cs typeface="Arial"/>
                <a:sym typeface="Arial"/>
              </a:endParaRPr>
            </a:p>
          </p:txBody>
        </p:sp>
        <p:sp>
          <p:nvSpPr>
            <p:cNvPr id="406" name="Google Shape;406;p59"/>
            <p:cNvSpPr/>
            <p:nvPr/>
          </p:nvSpPr>
          <p:spPr>
            <a:xfrm>
              <a:off x="2336120" y="2936330"/>
              <a:ext cx="819600" cy="1359900"/>
            </a:xfrm>
            <a:prstGeom prst="roundRect">
              <a:avLst>
                <a:gd fmla="val 16667" name="adj"/>
              </a:avLst>
            </a:prstGeom>
            <a:solidFill>
              <a:srgbClr val="8EBBFF">
                <a:alpha val="40390"/>
              </a:srgbClr>
            </a:solidFill>
            <a:ln cap="flat" cmpd="sng" w="12700">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Arial"/>
                <a:ea typeface="Arial"/>
                <a:cs typeface="Arial"/>
                <a:sym typeface="Arial"/>
              </a:endParaRPr>
            </a:p>
          </p:txBody>
        </p:sp>
        <p:sp>
          <p:nvSpPr>
            <p:cNvPr id="412" name="Google Shape;412;p59"/>
            <p:cNvSpPr/>
            <p:nvPr/>
          </p:nvSpPr>
          <p:spPr>
            <a:xfrm>
              <a:off x="1462345" y="2936330"/>
              <a:ext cx="819600" cy="1359900"/>
            </a:xfrm>
            <a:prstGeom prst="roundRect">
              <a:avLst>
                <a:gd fmla="val 16667" name="adj"/>
              </a:avLst>
            </a:prstGeom>
            <a:solidFill>
              <a:srgbClr val="8EBBFF">
                <a:alpha val="40390"/>
              </a:srgbClr>
            </a:solidFill>
            <a:ln cap="flat" cmpd="sng" w="12700">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Arial"/>
                <a:ea typeface="Arial"/>
                <a:cs typeface="Arial"/>
                <a:sym typeface="Arial"/>
              </a:endParaRPr>
            </a:p>
          </p:txBody>
        </p:sp>
        <p:sp>
          <p:nvSpPr>
            <p:cNvPr id="413" name="Google Shape;413;p59"/>
            <p:cNvSpPr/>
            <p:nvPr/>
          </p:nvSpPr>
          <p:spPr>
            <a:xfrm>
              <a:off x="685270" y="2936329"/>
              <a:ext cx="726600" cy="1359900"/>
            </a:xfrm>
            <a:prstGeom prst="roundRect">
              <a:avLst>
                <a:gd fmla="val 16667" name="adj"/>
              </a:avLst>
            </a:prstGeom>
            <a:solidFill>
              <a:srgbClr val="8EBBFF">
                <a:alpha val="40390"/>
              </a:srgbClr>
            </a:solidFill>
            <a:ln cap="flat" cmpd="sng" w="12700">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Arial"/>
                <a:ea typeface="Arial"/>
                <a:cs typeface="Arial"/>
                <a:sym typeface="Arial"/>
              </a:endParaRPr>
            </a:p>
          </p:txBody>
        </p:sp>
        <p:sp>
          <p:nvSpPr>
            <p:cNvPr id="414" name="Google Shape;414;p59"/>
            <p:cNvSpPr/>
            <p:nvPr/>
          </p:nvSpPr>
          <p:spPr>
            <a:xfrm>
              <a:off x="661081" y="3066071"/>
              <a:ext cx="813300" cy="5496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200">
                  <a:solidFill>
                    <a:schemeClr val="dk1"/>
                  </a:solidFill>
                </a:rPr>
                <a:t>Zowe </a:t>
              </a:r>
              <a:endParaRPr sz="1200">
                <a:solidFill>
                  <a:schemeClr val="dk1"/>
                </a:solidFill>
                <a:latin typeface="Arial"/>
                <a:ea typeface="Arial"/>
                <a:cs typeface="Arial"/>
                <a:sym typeface="Arial"/>
              </a:endParaRPr>
            </a:p>
          </p:txBody>
        </p:sp>
        <p:sp>
          <p:nvSpPr>
            <p:cNvPr id="415" name="Google Shape;415;p59"/>
            <p:cNvSpPr/>
            <p:nvPr/>
          </p:nvSpPr>
          <p:spPr>
            <a:xfrm>
              <a:off x="1498756" y="3066071"/>
              <a:ext cx="759000" cy="5496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200">
                  <a:solidFill>
                    <a:schemeClr val="dk1"/>
                  </a:solidFill>
                </a:rPr>
                <a:t>ADE</a:t>
              </a:r>
              <a:endParaRPr sz="1200">
                <a:solidFill>
                  <a:schemeClr val="dk1"/>
                </a:solidFill>
                <a:latin typeface="Arial"/>
                <a:ea typeface="Arial"/>
                <a:cs typeface="Arial"/>
                <a:sym typeface="Arial"/>
              </a:endParaRPr>
            </a:p>
          </p:txBody>
        </p:sp>
        <p:sp>
          <p:nvSpPr>
            <p:cNvPr id="416" name="Google Shape;416;p59"/>
            <p:cNvSpPr/>
            <p:nvPr/>
          </p:nvSpPr>
          <p:spPr>
            <a:xfrm>
              <a:off x="723944" y="3744703"/>
              <a:ext cx="3833100" cy="437700"/>
            </a:xfrm>
            <a:prstGeom prst="roundRect">
              <a:avLst>
                <a:gd fmla="val 16667" name="adj"/>
              </a:avLst>
            </a:prstGeom>
            <a:solidFill>
              <a:srgbClr val="168F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Developer Communities</a:t>
              </a:r>
              <a:endParaRPr sz="1400">
                <a:solidFill>
                  <a:schemeClr val="lt1"/>
                </a:solidFill>
                <a:latin typeface="Arial"/>
                <a:ea typeface="Arial"/>
                <a:cs typeface="Arial"/>
                <a:sym typeface="Arial"/>
              </a:endParaRPr>
            </a:p>
          </p:txBody>
        </p:sp>
        <p:sp>
          <p:nvSpPr>
            <p:cNvPr id="417" name="Google Shape;417;p59"/>
            <p:cNvSpPr/>
            <p:nvPr/>
          </p:nvSpPr>
          <p:spPr>
            <a:xfrm>
              <a:off x="3256589" y="3066071"/>
              <a:ext cx="558600" cy="5496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00">
                <a:solidFill>
                  <a:schemeClr val="dk1"/>
                </a:solidFill>
                <a:latin typeface="Arial"/>
                <a:ea typeface="Arial"/>
                <a:cs typeface="Arial"/>
                <a:sym typeface="Arial"/>
              </a:endParaRPr>
            </a:p>
          </p:txBody>
        </p:sp>
        <p:sp>
          <p:nvSpPr>
            <p:cNvPr id="418" name="Google Shape;418;p59"/>
            <p:cNvSpPr/>
            <p:nvPr/>
          </p:nvSpPr>
          <p:spPr>
            <a:xfrm>
              <a:off x="2387321" y="3066071"/>
              <a:ext cx="714300" cy="5496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700">
                  <a:solidFill>
                    <a:schemeClr val="dk1"/>
                  </a:solidFill>
                </a:rPr>
                <a:t>Mentorship</a:t>
              </a:r>
              <a:endParaRPr sz="700">
                <a:solidFill>
                  <a:schemeClr val="dk1"/>
                </a:solidFill>
                <a:latin typeface="Arial"/>
                <a:ea typeface="Arial"/>
                <a:cs typeface="Arial"/>
                <a:sym typeface="Arial"/>
              </a:endParaRPr>
            </a:p>
          </p:txBody>
        </p:sp>
        <p:sp>
          <p:nvSpPr>
            <p:cNvPr id="419" name="Google Shape;419;p59"/>
            <p:cNvSpPr/>
            <p:nvPr/>
          </p:nvSpPr>
          <p:spPr>
            <a:xfrm>
              <a:off x="3970126" y="3066071"/>
              <a:ext cx="586800" cy="5496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400">
                  <a:solidFill>
                    <a:schemeClr val="dk1"/>
                  </a:solidFill>
                  <a:latin typeface="Arial"/>
                  <a:ea typeface="Arial"/>
                  <a:cs typeface="Arial"/>
                  <a:sym typeface="Arial"/>
                </a:rPr>
                <a:t>etc</a:t>
              </a:r>
              <a:endParaRPr sz="1400">
                <a:solidFill>
                  <a:schemeClr val="dk1"/>
                </a:solidFill>
                <a:latin typeface="Arial"/>
                <a:ea typeface="Arial"/>
                <a:cs typeface="Arial"/>
                <a:sym typeface="Arial"/>
              </a:endParaRPr>
            </a:p>
          </p:txBody>
        </p:sp>
        <p:sp>
          <p:nvSpPr>
            <p:cNvPr id="420" name="Google Shape;420;p59"/>
            <p:cNvSpPr/>
            <p:nvPr/>
          </p:nvSpPr>
          <p:spPr>
            <a:xfrm>
              <a:off x="3128779" y="3090872"/>
              <a:ext cx="835200" cy="5541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lang="en" sz="1100">
                  <a:solidFill>
                    <a:schemeClr val="dk1"/>
                  </a:solidFill>
                </a:rPr>
                <a:t>Zorow</a:t>
              </a:r>
              <a:endParaRPr sz="1100"/>
            </a:p>
          </p:txBody>
        </p:sp>
      </p:grpSp>
      <p:sp>
        <p:nvSpPr>
          <p:cNvPr id="421" name="Google Shape;421;p59"/>
          <p:cNvSpPr txBox="1"/>
          <p:nvPr>
            <p:ph idx="12" type="sldNum"/>
          </p:nvPr>
        </p:nvSpPr>
        <p:spPr>
          <a:xfrm>
            <a:off x="8227785" y="4803546"/>
            <a:ext cx="5805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Clr>
                <a:srgbClr val="001F8E"/>
              </a:buClr>
              <a:buSzPts val="250"/>
              <a:buFont typeface="Gill Sans"/>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60"/>
          <p:cNvSpPr txBox="1"/>
          <p:nvPr>
            <p:ph type="ctrTitle"/>
          </p:nvPr>
        </p:nvSpPr>
        <p:spPr>
          <a:xfrm>
            <a:off x="4553842" y="2030274"/>
            <a:ext cx="4185600" cy="131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TAC</a:t>
            </a:r>
            <a:r>
              <a:rPr lang="en"/>
              <a:t> Responsibilities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61"/>
          <p:cNvSpPr txBox="1"/>
          <p:nvPr>
            <p:ph idx="1" type="body"/>
          </p:nvPr>
        </p:nvSpPr>
        <p:spPr>
          <a:xfrm>
            <a:off x="334000" y="1000204"/>
            <a:ext cx="8369400" cy="31431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Clr>
                <a:schemeClr val="dk1"/>
              </a:buClr>
              <a:buSzPts val="1100"/>
              <a:buFont typeface="Arial"/>
              <a:buNone/>
            </a:pPr>
            <a:r>
              <a:rPr lang="en" sz="1700"/>
              <a:t>The TAC’s responsibilities include:</a:t>
            </a:r>
            <a:endParaRPr sz="1700"/>
          </a:p>
          <a:p>
            <a:pPr indent="-336550" lvl="0" marL="457200" rtl="0" algn="l">
              <a:spcBef>
                <a:spcPts val="1000"/>
              </a:spcBef>
              <a:spcAft>
                <a:spcPts val="0"/>
              </a:spcAft>
              <a:buSzPts val="1700"/>
              <a:buChar char="●"/>
            </a:pPr>
            <a:r>
              <a:rPr lang="en" sz="1700"/>
              <a:t>Setting an overall technical vision for Open Mainframe Project</a:t>
            </a:r>
            <a:endParaRPr sz="1700"/>
          </a:p>
          <a:p>
            <a:pPr indent="-336550" lvl="0" marL="457200" rtl="0" algn="l">
              <a:spcBef>
                <a:spcPts val="400"/>
              </a:spcBef>
              <a:spcAft>
                <a:spcPts val="0"/>
              </a:spcAft>
              <a:buSzPts val="1700"/>
              <a:buChar char="●"/>
            </a:pPr>
            <a:r>
              <a:rPr lang="en" sz="1700"/>
              <a:t>Approving new projects and working groups;</a:t>
            </a:r>
            <a:endParaRPr sz="1700"/>
          </a:p>
          <a:p>
            <a:pPr indent="-336550" lvl="0" marL="457200" rtl="0" algn="l">
              <a:spcBef>
                <a:spcPts val="400"/>
              </a:spcBef>
              <a:spcAft>
                <a:spcPts val="0"/>
              </a:spcAft>
              <a:buSzPts val="1700"/>
              <a:buChar char="●"/>
            </a:pPr>
            <a:r>
              <a:rPr lang="en" sz="1700"/>
              <a:t>Overseeing the Project Lifecycle</a:t>
            </a:r>
            <a:r>
              <a:rPr lang="en" sz="1700"/>
              <a:t>;</a:t>
            </a:r>
            <a:endParaRPr sz="1700"/>
          </a:p>
          <a:p>
            <a:pPr indent="-336550" lvl="0" marL="457200" rtl="0" algn="l">
              <a:spcBef>
                <a:spcPts val="400"/>
              </a:spcBef>
              <a:spcAft>
                <a:spcPts val="0"/>
              </a:spcAft>
              <a:buSzPts val="1700"/>
              <a:buChar char="●"/>
            </a:pPr>
            <a:r>
              <a:rPr lang="en" sz="1700"/>
              <a:t>Enabling collaboration between projects and working groups;</a:t>
            </a:r>
            <a:endParaRPr sz="1700"/>
          </a:p>
          <a:p>
            <a:pPr indent="-336550" lvl="0" marL="457200" rtl="0" algn="l">
              <a:spcBef>
                <a:spcPts val="400"/>
              </a:spcBef>
              <a:spcAft>
                <a:spcPts val="0"/>
              </a:spcAft>
              <a:buSzPts val="1700"/>
              <a:buChar char="●"/>
            </a:pPr>
            <a:r>
              <a:rPr lang="en" sz="1700"/>
              <a:t>Making recommendations to the Budget Committee for any resource needs;</a:t>
            </a:r>
            <a:endParaRPr sz="1700"/>
          </a:p>
          <a:p>
            <a:pPr indent="-336550" lvl="0" marL="457200" rtl="0" algn="l">
              <a:spcBef>
                <a:spcPts val="400"/>
              </a:spcBef>
              <a:spcAft>
                <a:spcPts val="0"/>
              </a:spcAft>
              <a:buSzPts val="1700"/>
              <a:buChar char="●"/>
            </a:pPr>
            <a:r>
              <a:rPr lang="en" sz="1700"/>
              <a:t>Voting on other decisions that come before the TAC.</a:t>
            </a:r>
            <a:endParaRPr sz="1700"/>
          </a:p>
          <a:p>
            <a:pPr indent="0" lvl="0" marL="0" rtl="0" algn="l">
              <a:spcBef>
                <a:spcPts val="1000"/>
              </a:spcBef>
              <a:spcAft>
                <a:spcPts val="1000"/>
              </a:spcAft>
              <a:buNone/>
            </a:pPr>
            <a:r>
              <a:rPr lang="en" sz="1700"/>
              <a:t>Additional responsibilities are described in </a:t>
            </a:r>
            <a:r>
              <a:rPr lang="en" sz="1700" u="sng">
                <a:solidFill>
                  <a:schemeClr val="hlink"/>
                </a:solidFill>
                <a:hlinkClick r:id="rId3"/>
              </a:rPr>
              <a:t>Section 4</a:t>
            </a:r>
            <a:r>
              <a:rPr lang="en" sz="1700"/>
              <a:t> of the Open Mainframe Project Charter.</a:t>
            </a:r>
            <a:endParaRPr sz="1700"/>
          </a:p>
        </p:txBody>
      </p:sp>
      <p:sp>
        <p:nvSpPr>
          <p:cNvPr id="432" name="Google Shape;432;p61"/>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TAC</a:t>
            </a:r>
            <a:r>
              <a:rPr lang="en"/>
              <a:t> Responsibilities</a:t>
            </a:r>
            <a:endParaRPr/>
          </a:p>
        </p:txBody>
      </p:sp>
      <p:sp>
        <p:nvSpPr>
          <p:cNvPr id="433" name="Google Shape;433;p61"/>
          <p:cNvSpPr txBox="1"/>
          <p:nvPr>
            <p:ph idx="12" type="sldNum"/>
          </p:nvPr>
        </p:nvSpPr>
        <p:spPr>
          <a:xfrm>
            <a:off x="8227785" y="4803546"/>
            <a:ext cx="5805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1F8E"/>
              </a:buClr>
              <a:buSzPts val="250"/>
              <a:buFont typeface="Gill Sans"/>
              <a:buNone/>
            </a:pPr>
            <a:fld id="{00000000-1234-1234-1234-123412341234}" type="slidenum">
              <a:rPr lang="en">
                <a:solidFill>
                  <a:srgbClr val="001F8E"/>
                </a:solidFill>
                <a:latin typeface="Gill Sans"/>
                <a:ea typeface="Gill Sans"/>
                <a:cs typeface="Gill Sans"/>
                <a:sym typeface="Gill Sans"/>
              </a:rPr>
              <a:t>‹#›</a:t>
            </a:fld>
            <a:endParaRPr>
              <a:solidFill>
                <a:srgbClr val="001F8E"/>
              </a:solidFill>
              <a:latin typeface="Gill Sans"/>
              <a:ea typeface="Gill Sans"/>
              <a:cs typeface="Gill Sans"/>
              <a:sym typeface="Gill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62"/>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2300"/>
              <a:buFont typeface="Arial"/>
              <a:buNone/>
            </a:pPr>
            <a:r>
              <a:rPr lang="en" sz="2700"/>
              <a:t>What the TAC is NOT responsible for</a:t>
            </a:r>
            <a:endParaRPr sz="2700"/>
          </a:p>
        </p:txBody>
      </p:sp>
      <p:sp>
        <p:nvSpPr>
          <p:cNvPr id="439" name="Google Shape;439;p62"/>
          <p:cNvSpPr txBox="1"/>
          <p:nvPr>
            <p:ph idx="1" type="body"/>
          </p:nvPr>
        </p:nvSpPr>
        <p:spPr>
          <a:xfrm>
            <a:off x="334000" y="1000204"/>
            <a:ext cx="8369400" cy="3143100"/>
          </a:xfrm>
          <a:prstGeom prst="rect">
            <a:avLst/>
          </a:prstGeom>
        </p:spPr>
        <p:txBody>
          <a:bodyPr anchorCtr="0" anchor="t" bIns="91425" lIns="91425" spcFirstLastPara="1" rIns="91425" wrap="square" tIns="91425">
            <a:noAutofit/>
          </a:bodyPr>
          <a:lstStyle/>
          <a:p>
            <a:pPr indent="-355600" lvl="0" marL="457200" rtl="0" algn="l">
              <a:spcBef>
                <a:spcPts val="400"/>
              </a:spcBef>
              <a:spcAft>
                <a:spcPts val="0"/>
              </a:spcAft>
              <a:buSzPts val="2000"/>
              <a:buChar char="●"/>
            </a:pPr>
            <a:r>
              <a:rPr lang="en"/>
              <a:t>The TAC does </a:t>
            </a:r>
            <a:r>
              <a:rPr b="1" lang="en"/>
              <a:t>not</a:t>
            </a:r>
            <a:r>
              <a:rPr lang="en"/>
              <a:t> manage the day-to-day activities and operations of hosted projects and working groups, such as committer rights, release schedules, and roadmaps.</a:t>
            </a:r>
            <a:endParaRPr/>
          </a:p>
          <a:p>
            <a:pPr indent="-355600" lvl="0" marL="457200" rtl="0" algn="l">
              <a:spcBef>
                <a:spcPts val="400"/>
              </a:spcBef>
              <a:spcAft>
                <a:spcPts val="0"/>
              </a:spcAft>
              <a:buSzPts val="2000"/>
              <a:buChar char="●"/>
            </a:pPr>
            <a:r>
              <a:rPr lang="en"/>
              <a:t>The TAC is </a:t>
            </a:r>
            <a:r>
              <a:rPr b="1" lang="en"/>
              <a:t>not</a:t>
            </a:r>
            <a:r>
              <a:rPr lang="en"/>
              <a:t> responsible for overseeing day-to-day operations of Open Mainframe Project. This is the responsibility of the project staff.</a:t>
            </a:r>
            <a:endParaRPr/>
          </a:p>
          <a:p>
            <a:pPr indent="-355600" lvl="0" marL="457200" rtl="0" algn="l">
              <a:spcBef>
                <a:spcPts val="400"/>
              </a:spcBef>
              <a:spcAft>
                <a:spcPts val="0"/>
              </a:spcAft>
              <a:buSzPts val="2000"/>
              <a:buChar char="●"/>
            </a:pPr>
            <a:r>
              <a:rPr lang="en"/>
              <a:t>The TAC does </a:t>
            </a:r>
            <a:r>
              <a:rPr b="1" lang="en"/>
              <a:t>not</a:t>
            </a:r>
            <a:r>
              <a:rPr lang="en"/>
              <a:t> directly manage the overall budget for the Open Mainframe Project. The TAC makes resource recommendations to the Budget Committee and Governing Board, and provides feedback on the use of those resources.</a:t>
            </a:r>
            <a:endParaRPr/>
          </a:p>
        </p:txBody>
      </p:sp>
      <p:sp>
        <p:nvSpPr>
          <p:cNvPr id="440" name="Google Shape;440;p62"/>
          <p:cNvSpPr txBox="1"/>
          <p:nvPr>
            <p:ph idx="12" type="sldNum"/>
          </p:nvPr>
        </p:nvSpPr>
        <p:spPr>
          <a:xfrm>
            <a:off x="8227785" y="4803546"/>
            <a:ext cx="5805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1F8E"/>
              </a:buClr>
              <a:buSzPts val="250"/>
              <a:buFont typeface="Gill Sans"/>
              <a:buNone/>
            </a:pPr>
            <a:fld id="{00000000-1234-1234-1234-123412341234}" type="slidenum">
              <a:rPr lang="en">
                <a:solidFill>
                  <a:srgbClr val="001F8E"/>
                </a:solidFill>
                <a:latin typeface="Gill Sans"/>
                <a:ea typeface="Gill Sans"/>
                <a:cs typeface="Gill Sans"/>
                <a:sym typeface="Gill Sans"/>
              </a:rPr>
              <a:t>‹#›</a:t>
            </a:fld>
            <a:endParaRPr>
              <a:solidFill>
                <a:srgbClr val="001F8E"/>
              </a:solidFill>
              <a:latin typeface="Gill Sans"/>
              <a:ea typeface="Gill Sans"/>
              <a:cs typeface="Gill Sans"/>
              <a:sym typeface="Gill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63"/>
          <p:cNvSpPr txBox="1"/>
          <p:nvPr>
            <p:ph type="ctrTitle"/>
          </p:nvPr>
        </p:nvSpPr>
        <p:spPr>
          <a:xfrm>
            <a:off x="4581242" y="1913399"/>
            <a:ext cx="4185600" cy="131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TAC Operations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64"/>
          <p:cNvSpPr txBox="1"/>
          <p:nvPr>
            <p:ph idx="1" type="body"/>
          </p:nvPr>
        </p:nvSpPr>
        <p:spPr>
          <a:xfrm>
            <a:off x="317500" y="943429"/>
            <a:ext cx="8369400" cy="3143100"/>
          </a:xfrm>
          <a:prstGeom prst="rect">
            <a:avLst/>
          </a:prstGeom>
        </p:spPr>
        <p:txBody>
          <a:bodyPr anchorCtr="0" anchor="t" bIns="91425" lIns="91425" spcFirstLastPara="1" rIns="91425" wrap="square" tIns="91425">
            <a:noAutofit/>
          </a:bodyPr>
          <a:lstStyle/>
          <a:p>
            <a:pPr indent="-342900" lvl="0" marL="457200" rtl="0" algn="l">
              <a:spcBef>
                <a:spcPts val="400"/>
              </a:spcBef>
              <a:spcAft>
                <a:spcPts val="0"/>
              </a:spcAft>
              <a:buSzPts val="1800"/>
              <a:buChar char="●"/>
            </a:pPr>
            <a:r>
              <a:rPr lang="en" sz="1800"/>
              <a:t>The TAC voting members consist of:</a:t>
            </a:r>
            <a:endParaRPr sz="1800"/>
          </a:p>
          <a:p>
            <a:pPr indent="-342900" lvl="0" marL="914400" rtl="0" algn="l">
              <a:spcBef>
                <a:spcPts val="1000"/>
              </a:spcBef>
              <a:spcAft>
                <a:spcPts val="0"/>
              </a:spcAft>
              <a:buSzPts val="1800"/>
              <a:buChar char="●"/>
            </a:pPr>
            <a:r>
              <a:rPr lang="en" sz="1800"/>
              <a:t>One representative appointed from each Platinum member and each Platinum End-User; and</a:t>
            </a:r>
            <a:endParaRPr sz="1800"/>
          </a:p>
          <a:p>
            <a:pPr indent="-342900" lvl="0" marL="914400" rtl="0" algn="l">
              <a:spcBef>
                <a:spcPts val="400"/>
              </a:spcBef>
              <a:spcAft>
                <a:spcPts val="0"/>
              </a:spcAft>
              <a:buSzPts val="1800"/>
              <a:buChar char="●"/>
            </a:pPr>
            <a:r>
              <a:rPr lang="en" sz="1800"/>
              <a:t>One representative appointed by the TSC of each top-level project </a:t>
            </a:r>
            <a:endParaRPr sz="1800"/>
          </a:p>
          <a:p>
            <a:pPr indent="-342900" lvl="0" marL="457200" rtl="0" algn="l">
              <a:spcBef>
                <a:spcPts val="1000"/>
              </a:spcBef>
              <a:spcAft>
                <a:spcPts val="0"/>
              </a:spcAft>
              <a:buSzPts val="1800"/>
              <a:buChar char="●"/>
            </a:pPr>
            <a:r>
              <a:rPr lang="en" sz="1800"/>
              <a:t>See </a:t>
            </a:r>
            <a:r>
              <a:rPr lang="en" sz="1800" u="sng">
                <a:solidFill>
                  <a:schemeClr val="hlink"/>
                </a:solidFill>
                <a:hlinkClick r:id="rId3"/>
              </a:rPr>
              <a:t>Section 4(a)</a:t>
            </a:r>
            <a:r>
              <a:rPr lang="en" sz="1800"/>
              <a:t> of the LF Energy Foundation Charter for more information about composition.</a:t>
            </a:r>
            <a:endParaRPr sz="1800"/>
          </a:p>
          <a:p>
            <a:pPr indent="-342900" lvl="0" marL="457200" rtl="0" algn="l">
              <a:spcBef>
                <a:spcPts val="1000"/>
              </a:spcBef>
              <a:spcAft>
                <a:spcPts val="1000"/>
              </a:spcAft>
              <a:buSzPts val="1800"/>
              <a:buChar char="●"/>
            </a:pPr>
            <a:r>
              <a:rPr lang="en" sz="1800"/>
              <a:t>You can change your representative at any time by making a request at </a:t>
            </a:r>
            <a:r>
              <a:rPr lang="en" sz="1800" u="sng">
                <a:solidFill>
                  <a:schemeClr val="hlink"/>
                </a:solidFill>
                <a:hlinkClick r:id="rId4"/>
              </a:rPr>
              <a:t>members.openmainframeproject.org</a:t>
            </a:r>
            <a:r>
              <a:rPr lang="en" sz="1800"/>
              <a:t>.</a:t>
            </a:r>
            <a:endParaRPr sz="1800"/>
          </a:p>
        </p:txBody>
      </p:sp>
      <p:sp>
        <p:nvSpPr>
          <p:cNvPr id="451" name="Google Shape;451;p64"/>
          <p:cNvSpPr txBox="1"/>
          <p:nvPr>
            <p:ph type="title"/>
          </p:nvPr>
        </p:nvSpPr>
        <p:spPr>
          <a:xfrm>
            <a:off x="317492" y="2005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TAC</a:t>
            </a:r>
            <a:r>
              <a:rPr lang="en"/>
              <a:t> Composition</a:t>
            </a:r>
            <a:endParaRPr/>
          </a:p>
        </p:txBody>
      </p:sp>
      <p:sp>
        <p:nvSpPr>
          <p:cNvPr id="452" name="Google Shape;452;p64"/>
          <p:cNvSpPr txBox="1"/>
          <p:nvPr>
            <p:ph idx="12" type="sldNum"/>
          </p:nvPr>
        </p:nvSpPr>
        <p:spPr>
          <a:xfrm>
            <a:off x="8227785" y="4803546"/>
            <a:ext cx="5805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1F8E"/>
              </a:buClr>
              <a:buSzPts val="250"/>
              <a:buFont typeface="Gill Sans"/>
              <a:buNone/>
            </a:pPr>
            <a:fld id="{00000000-1234-1234-1234-123412341234}" type="slidenum">
              <a:rPr lang="en">
                <a:solidFill>
                  <a:srgbClr val="001F8E"/>
                </a:solidFill>
                <a:latin typeface="Gill Sans"/>
                <a:ea typeface="Gill Sans"/>
                <a:cs typeface="Gill Sans"/>
                <a:sym typeface="Gill Sans"/>
              </a:rPr>
              <a:t>‹#›</a:t>
            </a:fld>
            <a:endParaRPr>
              <a:solidFill>
                <a:srgbClr val="001F8E"/>
              </a:solidFill>
              <a:latin typeface="Gill Sans"/>
              <a:ea typeface="Gill Sans"/>
              <a:cs typeface="Gill Sans"/>
              <a:sym typeface="Gill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65"/>
          <p:cNvSpPr txBox="1"/>
          <p:nvPr>
            <p:ph type="title"/>
          </p:nvPr>
        </p:nvSpPr>
        <p:spPr>
          <a:xfrm>
            <a:off x="108575" y="159450"/>
            <a:ext cx="81192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Technical Advisory Council (TAC)</a:t>
            </a:r>
            <a:r>
              <a:rPr lang="en"/>
              <a:t> Representatives</a:t>
            </a:r>
            <a:endParaRPr/>
          </a:p>
        </p:txBody>
      </p:sp>
      <p:sp>
        <p:nvSpPr>
          <p:cNvPr id="459" name="Google Shape;459;p65"/>
          <p:cNvSpPr/>
          <p:nvPr/>
        </p:nvSpPr>
        <p:spPr>
          <a:xfrm>
            <a:off x="0" y="722400"/>
            <a:ext cx="9144000" cy="43785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60" name="Google Shape;460;p65" title="Screenshot 2026-01-13 at 4.04.46 PM.png"/>
          <p:cNvPicPr preferRelativeResize="0"/>
          <p:nvPr/>
        </p:nvPicPr>
        <p:blipFill>
          <a:blip r:embed="rId3">
            <a:alphaModFix/>
          </a:blip>
          <a:stretch>
            <a:fillRect/>
          </a:stretch>
        </p:blipFill>
        <p:spPr>
          <a:xfrm>
            <a:off x="0" y="1092834"/>
            <a:ext cx="9144003" cy="253603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66"/>
          <p:cNvSpPr txBox="1"/>
          <p:nvPr>
            <p:ph type="title"/>
          </p:nvPr>
        </p:nvSpPr>
        <p:spPr>
          <a:xfrm>
            <a:off x="317492" y="2335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TAC Chairperson</a:t>
            </a:r>
            <a:endParaRPr/>
          </a:p>
        </p:txBody>
      </p:sp>
      <p:sp>
        <p:nvSpPr>
          <p:cNvPr id="466" name="Google Shape;466;p66"/>
          <p:cNvSpPr txBox="1"/>
          <p:nvPr>
            <p:ph idx="1" type="body"/>
          </p:nvPr>
        </p:nvSpPr>
        <p:spPr>
          <a:xfrm>
            <a:off x="317500" y="943429"/>
            <a:ext cx="8369400" cy="3143100"/>
          </a:xfrm>
          <a:prstGeom prst="rect">
            <a:avLst/>
          </a:prstGeom>
        </p:spPr>
        <p:txBody>
          <a:bodyPr anchorCtr="0" anchor="t" bIns="91425" lIns="91425" spcFirstLastPara="1" rIns="91425" wrap="square" tIns="91425">
            <a:noAutofit/>
          </a:bodyPr>
          <a:lstStyle/>
          <a:p>
            <a:pPr indent="0" lvl="0" marL="0" rtl="0" algn="l">
              <a:lnSpc>
                <a:spcPct val="105000"/>
              </a:lnSpc>
              <a:spcBef>
                <a:spcPts val="400"/>
              </a:spcBef>
              <a:spcAft>
                <a:spcPts val="0"/>
              </a:spcAft>
              <a:buNone/>
            </a:pPr>
            <a:r>
              <a:rPr lang="en" sz="1600"/>
              <a:t>Annually in December, the TAC will elect a chairperson to serve for the subsequent year. Duties of the TAC Chairperson include:</a:t>
            </a:r>
            <a:endParaRPr sz="1600"/>
          </a:p>
          <a:p>
            <a:pPr indent="-330200" lvl="0" marL="457200" rtl="0" algn="l">
              <a:lnSpc>
                <a:spcPct val="105000"/>
              </a:lnSpc>
              <a:spcBef>
                <a:spcPts val="1000"/>
              </a:spcBef>
              <a:spcAft>
                <a:spcPts val="0"/>
              </a:spcAft>
              <a:buSzPts val="1600"/>
              <a:buChar char="•"/>
            </a:pPr>
            <a:r>
              <a:rPr lang="en" sz="1600"/>
              <a:t>Leading the strategy for setting an overall technical vision for the Open Mainframe Project</a:t>
            </a:r>
            <a:endParaRPr sz="1600"/>
          </a:p>
          <a:p>
            <a:pPr indent="-330200" lvl="0" marL="457200" rtl="0" algn="l">
              <a:lnSpc>
                <a:spcPct val="105000"/>
              </a:lnSpc>
              <a:spcBef>
                <a:spcPts val="400"/>
              </a:spcBef>
              <a:spcAft>
                <a:spcPts val="0"/>
              </a:spcAft>
              <a:buSzPts val="1600"/>
              <a:buChar char="•"/>
            </a:pPr>
            <a:r>
              <a:rPr lang="en" sz="1600"/>
              <a:t>Preparing the agenda for and leading TAC meetings, with the support of the project staff (generally meets with the staff on a regular basis to align on topics and priorities)</a:t>
            </a:r>
            <a:endParaRPr sz="1600"/>
          </a:p>
          <a:p>
            <a:pPr indent="-330200" lvl="0" marL="457200" rtl="0" algn="l">
              <a:lnSpc>
                <a:spcPct val="105000"/>
              </a:lnSpc>
              <a:spcBef>
                <a:spcPts val="400"/>
              </a:spcBef>
              <a:spcAft>
                <a:spcPts val="0"/>
              </a:spcAft>
              <a:buSzPts val="1600"/>
              <a:buChar char="•"/>
            </a:pPr>
            <a:r>
              <a:rPr lang="en" sz="1600"/>
              <a:t>Serving as a voting member of the Governing Board to represent the TAC and larger technical communities.</a:t>
            </a:r>
            <a:endParaRPr sz="1600"/>
          </a:p>
          <a:p>
            <a:pPr indent="-330200" lvl="0" marL="457200" rtl="0" algn="l">
              <a:lnSpc>
                <a:spcPct val="105000"/>
              </a:lnSpc>
              <a:spcBef>
                <a:spcPts val="400"/>
              </a:spcBef>
              <a:spcAft>
                <a:spcPts val="0"/>
              </a:spcAft>
              <a:buSzPts val="1600"/>
              <a:buChar char="•"/>
            </a:pPr>
            <a:r>
              <a:rPr lang="en" sz="1600"/>
              <a:t>Be a spokesperson for the TAC and larger technical community, as needed</a:t>
            </a:r>
            <a:endParaRPr sz="1600"/>
          </a:p>
          <a:p>
            <a:pPr indent="0" lvl="0" marL="0" rtl="0" algn="l">
              <a:lnSpc>
                <a:spcPct val="105000"/>
              </a:lnSpc>
              <a:spcBef>
                <a:spcPts val="1000"/>
              </a:spcBef>
              <a:spcAft>
                <a:spcPts val="1000"/>
              </a:spcAft>
              <a:buNone/>
            </a:pPr>
            <a:r>
              <a:rPr lang="en" sz="1600"/>
              <a:t>See </a:t>
            </a:r>
            <a:r>
              <a:rPr lang="en" sz="1600" u="sng">
                <a:solidFill>
                  <a:schemeClr val="hlink"/>
                </a:solidFill>
                <a:hlinkClick r:id="rId3"/>
              </a:rPr>
              <a:t>Section 4(e)</a:t>
            </a:r>
            <a:r>
              <a:rPr lang="en" sz="1600"/>
              <a:t> of the Open Mainframe Project Charter for more information about the chairperson role.</a:t>
            </a:r>
            <a:endParaRPr sz="1600"/>
          </a:p>
        </p:txBody>
      </p:sp>
      <p:sp>
        <p:nvSpPr>
          <p:cNvPr id="467" name="Google Shape;467;p66"/>
          <p:cNvSpPr txBox="1"/>
          <p:nvPr>
            <p:ph idx="12" type="sldNum"/>
          </p:nvPr>
        </p:nvSpPr>
        <p:spPr>
          <a:xfrm>
            <a:off x="8227785" y="4803546"/>
            <a:ext cx="5805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1F8E"/>
              </a:buClr>
              <a:buSzPts val="250"/>
              <a:buFont typeface="Gill Sans"/>
              <a:buNone/>
            </a:pPr>
            <a:fld id="{00000000-1234-1234-1234-123412341234}" type="slidenum">
              <a:rPr lang="en">
                <a:solidFill>
                  <a:srgbClr val="001F8E"/>
                </a:solidFill>
                <a:latin typeface="Gill Sans"/>
                <a:ea typeface="Gill Sans"/>
                <a:cs typeface="Gill Sans"/>
                <a:sym typeface="Gill Sans"/>
              </a:rPr>
              <a:t>‹#›</a:t>
            </a:fld>
            <a:endParaRPr>
              <a:solidFill>
                <a:srgbClr val="001F8E"/>
              </a:solidFill>
              <a:latin typeface="Gill Sans"/>
              <a:ea typeface="Gill Sans"/>
              <a:cs typeface="Gill Sans"/>
              <a:sym typeface="Gill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67"/>
          <p:cNvSpPr txBox="1"/>
          <p:nvPr>
            <p:ph type="ctrTitle"/>
          </p:nvPr>
        </p:nvSpPr>
        <p:spPr>
          <a:xfrm>
            <a:off x="4546992" y="1796524"/>
            <a:ext cx="4185600" cy="131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TAC Meetings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68"/>
          <p:cNvSpPr txBox="1"/>
          <p:nvPr>
            <p:ph idx="1" type="body"/>
          </p:nvPr>
        </p:nvSpPr>
        <p:spPr>
          <a:xfrm>
            <a:off x="317500" y="943429"/>
            <a:ext cx="8369400" cy="3143100"/>
          </a:xfrm>
          <a:prstGeom prst="rect">
            <a:avLst/>
          </a:prstGeom>
        </p:spPr>
        <p:txBody>
          <a:bodyPr anchorCtr="0" anchor="t" bIns="91425" lIns="91425" spcFirstLastPara="1" rIns="91425" wrap="square" tIns="91425">
            <a:noAutofit/>
          </a:bodyPr>
          <a:lstStyle/>
          <a:p>
            <a:pPr indent="-336550" lvl="0" marL="457200" rtl="0" algn="l">
              <a:lnSpc>
                <a:spcPct val="95000"/>
              </a:lnSpc>
              <a:spcBef>
                <a:spcPts val="400"/>
              </a:spcBef>
              <a:spcAft>
                <a:spcPts val="0"/>
              </a:spcAft>
              <a:buSzPts val="1700"/>
              <a:buChar char="●"/>
            </a:pPr>
            <a:r>
              <a:rPr lang="en" sz="1700"/>
              <a:t>The TAC has virtual meetings, generally every on the second and fourth Thursday of the month. </a:t>
            </a:r>
            <a:r>
              <a:rPr b="1" lang="en" sz="1700"/>
              <a:t>All meetings are </a:t>
            </a:r>
            <a:r>
              <a:rPr b="1" lang="en" sz="1700"/>
              <a:t>public</a:t>
            </a:r>
            <a:r>
              <a:rPr b="1" lang="en" sz="1700"/>
              <a:t> meetings unless specified otherwise.</a:t>
            </a:r>
            <a:endParaRPr b="1" sz="1700"/>
          </a:p>
          <a:p>
            <a:pPr indent="-336550" lvl="0" marL="457200" rtl="0" algn="l">
              <a:lnSpc>
                <a:spcPct val="95000"/>
              </a:lnSpc>
              <a:spcBef>
                <a:spcPts val="1000"/>
              </a:spcBef>
              <a:spcAft>
                <a:spcPts val="0"/>
              </a:spcAft>
              <a:buSzPts val="1700"/>
              <a:buChar char="●"/>
            </a:pPr>
            <a:r>
              <a:rPr lang="en" sz="1700"/>
              <a:t>Format for the meetings generally include short updates, and up to two larger topics ( such as an annual review of a project/working group, new project/working group proposal, larger discussion item, or special presentation )</a:t>
            </a:r>
            <a:endParaRPr sz="1700"/>
          </a:p>
          <a:p>
            <a:pPr indent="-323850" lvl="1" marL="914400" rtl="0" algn="l">
              <a:lnSpc>
                <a:spcPct val="95000"/>
              </a:lnSpc>
              <a:spcBef>
                <a:spcPts val="360"/>
              </a:spcBef>
              <a:spcAft>
                <a:spcPts val="0"/>
              </a:spcAft>
              <a:buSzPts val="1500"/>
              <a:buChar char="○"/>
            </a:pPr>
            <a:r>
              <a:rPr lang="en" sz="1500"/>
              <a:t>Voting will often take place at each meeting</a:t>
            </a:r>
            <a:endParaRPr sz="1500"/>
          </a:p>
          <a:p>
            <a:pPr indent="-323850" lvl="1" marL="914400" rtl="0" algn="l">
              <a:lnSpc>
                <a:spcPct val="95000"/>
              </a:lnSpc>
              <a:spcBef>
                <a:spcPts val="360"/>
              </a:spcBef>
              <a:spcAft>
                <a:spcPts val="0"/>
              </a:spcAft>
              <a:buSzPts val="1500"/>
              <a:buChar char="○"/>
            </a:pPr>
            <a:r>
              <a:rPr lang="en" sz="1500"/>
              <a:t>If you </a:t>
            </a:r>
            <a:r>
              <a:rPr lang="en" sz="1500"/>
              <a:t>cannot</a:t>
            </a:r>
            <a:r>
              <a:rPr lang="en" sz="1500"/>
              <a:t> attend a meeting and wish to have someone else represent you, please contact the project staff at </a:t>
            </a:r>
            <a:r>
              <a:rPr lang="en" sz="1500" u="sng">
                <a:solidFill>
                  <a:schemeClr val="hlink"/>
                </a:solidFill>
                <a:hlinkClick r:id="rId3"/>
              </a:rPr>
              <a:t>members.openmainframeproject.org</a:t>
            </a:r>
            <a:r>
              <a:rPr lang="en" sz="1500"/>
              <a:t>.</a:t>
            </a:r>
            <a:endParaRPr sz="1500"/>
          </a:p>
          <a:p>
            <a:pPr indent="-336550" lvl="0" marL="457200" rtl="0" algn="l">
              <a:lnSpc>
                <a:spcPct val="95000"/>
              </a:lnSpc>
              <a:spcBef>
                <a:spcPts val="1000"/>
              </a:spcBef>
              <a:spcAft>
                <a:spcPts val="0"/>
              </a:spcAft>
              <a:buSzPts val="1700"/>
              <a:buChar char="●"/>
            </a:pPr>
            <a:r>
              <a:rPr lang="en" sz="1700"/>
              <a:t>In rare and exceptional circumstances (e.g., in an emergency situation), an additional ad hoc </a:t>
            </a:r>
            <a:r>
              <a:rPr lang="en" sz="1700"/>
              <a:t>special meeting</a:t>
            </a:r>
            <a:r>
              <a:rPr lang="en" sz="1700"/>
              <a:t> of the TAC may be convened. </a:t>
            </a:r>
            <a:endParaRPr sz="1700"/>
          </a:p>
          <a:p>
            <a:pPr indent="-323850" lvl="1" marL="914400" rtl="0" algn="l">
              <a:lnSpc>
                <a:spcPct val="95000"/>
              </a:lnSpc>
              <a:spcBef>
                <a:spcPts val="360"/>
              </a:spcBef>
              <a:spcAft>
                <a:spcPts val="0"/>
              </a:spcAft>
              <a:buSzPts val="1500"/>
              <a:buChar char="○"/>
            </a:pPr>
            <a:r>
              <a:rPr lang="en" sz="1500"/>
              <a:t>To request a special meeting, please email your request to the project staff and TAC Chair, and they will decide whether a special meeting is necessary or the proposed agenda item can be discussed by email or at the next regular meeting.</a:t>
            </a:r>
            <a:endParaRPr sz="1500"/>
          </a:p>
        </p:txBody>
      </p:sp>
      <p:sp>
        <p:nvSpPr>
          <p:cNvPr id="478" name="Google Shape;478;p68"/>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Meeting Cadence</a:t>
            </a:r>
            <a:endParaRPr/>
          </a:p>
        </p:txBody>
      </p:sp>
      <p:sp>
        <p:nvSpPr>
          <p:cNvPr id="479" name="Google Shape;479;p68"/>
          <p:cNvSpPr txBox="1"/>
          <p:nvPr>
            <p:ph idx="12" type="sldNum"/>
          </p:nvPr>
        </p:nvSpPr>
        <p:spPr>
          <a:xfrm>
            <a:off x="8227785" y="4803546"/>
            <a:ext cx="5805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1F8E"/>
              </a:buClr>
              <a:buSzPts val="250"/>
              <a:buFont typeface="Gill Sans"/>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69"/>
          <p:cNvSpPr txBox="1"/>
          <p:nvPr>
            <p:ph idx="1" type="body"/>
          </p:nvPr>
        </p:nvSpPr>
        <p:spPr>
          <a:xfrm>
            <a:off x="317500" y="943429"/>
            <a:ext cx="8369400" cy="3143100"/>
          </a:xfrm>
          <a:prstGeom prst="rect">
            <a:avLst/>
          </a:prstGeom>
        </p:spPr>
        <p:txBody>
          <a:bodyPr anchorCtr="0" anchor="t" bIns="91425" lIns="91425" spcFirstLastPara="1" rIns="91425" wrap="square" tIns="91425">
            <a:noAutofit/>
          </a:bodyPr>
          <a:lstStyle/>
          <a:p>
            <a:pPr indent="-355600" lvl="0" marL="457200" rtl="0" algn="l">
              <a:spcBef>
                <a:spcPts val="400"/>
              </a:spcBef>
              <a:spcAft>
                <a:spcPts val="0"/>
              </a:spcAft>
              <a:buSzPts val="2000"/>
              <a:buChar char="●"/>
            </a:pPr>
            <a:r>
              <a:rPr lang="en"/>
              <a:t>Agenda for TAC meetings are managed at </a:t>
            </a:r>
            <a:r>
              <a:rPr lang="en" u="sng">
                <a:solidFill>
                  <a:schemeClr val="hlink"/>
                </a:solidFill>
                <a:hlinkClick r:id="rId3"/>
              </a:rPr>
              <a:t>https://github.com/orgs/openmainframeproject/projects/21</a:t>
            </a:r>
            <a:r>
              <a:rPr lang="en"/>
              <a:t> </a:t>
            </a:r>
            <a:endParaRPr/>
          </a:p>
          <a:p>
            <a:pPr indent="-355600" lvl="0" marL="457200" rtl="0" algn="l">
              <a:spcBef>
                <a:spcPts val="400"/>
              </a:spcBef>
              <a:spcAft>
                <a:spcPts val="0"/>
              </a:spcAft>
              <a:buSzPts val="2000"/>
              <a:buChar char="●"/>
            </a:pPr>
            <a:r>
              <a:rPr lang="en"/>
              <a:t>Propose a topic for a TAC meeting at </a:t>
            </a:r>
            <a:r>
              <a:rPr lang="en" u="sng">
                <a:solidFill>
                  <a:schemeClr val="hlink"/>
                </a:solidFill>
                <a:hlinkClick r:id="rId4"/>
              </a:rPr>
              <a:t>https://github.com/openmainframeproject/tac/issues/new/choose</a:t>
            </a:r>
            <a:r>
              <a:rPr lang="en"/>
              <a:t> </a:t>
            </a:r>
            <a:endParaRPr/>
          </a:p>
          <a:p>
            <a:pPr indent="-355600" lvl="0" marL="457200" rtl="0" algn="l">
              <a:spcBef>
                <a:spcPts val="400"/>
              </a:spcBef>
              <a:spcAft>
                <a:spcPts val="0"/>
              </a:spcAft>
              <a:buSzPts val="2000"/>
              <a:buChar char="●"/>
            </a:pPr>
            <a:r>
              <a:rPr lang="en"/>
              <a:t>Please submit your proposed agenda item at least 7 days prior to the meeting.</a:t>
            </a:r>
            <a:endParaRPr/>
          </a:p>
          <a:p>
            <a:pPr indent="-355600" lvl="0" marL="457200" rtl="0" algn="l">
              <a:spcBef>
                <a:spcPts val="400"/>
              </a:spcBef>
              <a:spcAft>
                <a:spcPts val="0"/>
              </a:spcAft>
              <a:buSzPts val="2000"/>
              <a:buChar char="●"/>
            </a:pPr>
            <a:r>
              <a:rPr lang="en"/>
              <a:t>Please be patient. TAC meeting agendas are often quite full, and the length of the meeting only allows the time for two larger topics per meeting, so if your topic is more than a short topic it may not scheduled for the next meeting.</a:t>
            </a:r>
            <a:endParaRPr/>
          </a:p>
        </p:txBody>
      </p:sp>
      <p:sp>
        <p:nvSpPr>
          <p:cNvPr id="485" name="Google Shape;485;p69"/>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How to propose an agenda item</a:t>
            </a:r>
            <a:endParaRPr/>
          </a:p>
        </p:txBody>
      </p:sp>
      <p:sp>
        <p:nvSpPr>
          <p:cNvPr id="486" name="Google Shape;486;p69"/>
          <p:cNvSpPr txBox="1"/>
          <p:nvPr>
            <p:ph idx="12" type="sldNum"/>
          </p:nvPr>
        </p:nvSpPr>
        <p:spPr>
          <a:xfrm>
            <a:off x="8227785" y="4803546"/>
            <a:ext cx="5805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1F8E"/>
              </a:buClr>
              <a:buSzPts val="250"/>
              <a:buFont typeface="Gill Sans"/>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70"/>
          <p:cNvSpPr txBox="1"/>
          <p:nvPr>
            <p:ph idx="1" type="body"/>
          </p:nvPr>
        </p:nvSpPr>
        <p:spPr>
          <a:xfrm>
            <a:off x="317500" y="943429"/>
            <a:ext cx="8369400" cy="3143100"/>
          </a:xfrm>
          <a:prstGeom prst="rect">
            <a:avLst/>
          </a:prstGeom>
        </p:spPr>
        <p:txBody>
          <a:bodyPr anchorCtr="0" anchor="t" bIns="91425" lIns="91425" spcFirstLastPara="1" rIns="91425" wrap="square" tIns="91425">
            <a:noAutofit/>
          </a:bodyPr>
          <a:lstStyle/>
          <a:p>
            <a:pPr indent="-361950" lvl="0" marL="457200" rtl="0" algn="l">
              <a:spcBef>
                <a:spcPts val="400"/>
              </a:spcBef>
              <a:spcAft>
                <a:spcPts val="0"/>
              </a:spcAft>
              <a:buSzPts val="2100"/>
              <a:buChar char="●"/>
            </a:pPr>
            <a:r>
              <a:rPr lang="en" sz="2100"/>
              <a:t>If we cannot accommodate your request in the upcoming meeting we may:</a:t>
            </a:r>
            <a:endParaRPr sz="2100"/>
          </a:p>
          <a:p>
            <a:pPr indent="-342900" lvl="1" marL="914400" rtl="0" algn="l">
              <a:spcBef>
                <a:spcPts val="1000"/>
              </a:spcBef>
              <a:spcAft>
                <a:spcPts val="0"/>
              </a:spcAft>
              <a:buSzPts val="1800"/>
              <a:buChar char="○"/>
            </a:pPr>
            <a:r>
              <a:rPr lang="en"/>
              <a:t>Wait until the following meeting to discuss the topic</a:t>
            </a:r>
            <a:endParaRPr/>
          </a:p>
          <a:p>
            <a:pPr indent="-342900" lvl="1" marL="914400" rtl="0" algn="l">
              <a:spcBef>
                <a:spcPts val="360"/>
              </a:spcBef>
              <a:spcAft>
                <a:spcPts val="0"/>
              </a:spcAft>
              <a:buSzPts val="1800"/>
              <a:buChar char="○"/>
            </a:pPr>
            <a:r>
              <a:rPr lang="en"/>
              <a:t>Call a special meeting to discuss your topic, or </a:t>
            </a:r>
            <a:endParaRPr/>
          </a:p>
          <a:p>
            <a:pPr indent="-342900" lvl="1" marL="914400" rtl="0" algn="l">
              <a:spcBef>
                <a:spcPts val="360"/>
              </a:spcBef>
              <a:spcAft>
                <a:spcPts val="0"/>
              </a:spcAft>
              <a:buSzPts val="1800"/>
              <a:buChar char="○"/>
            </a:pPr>
            <a:r>
              <a:rPr lang="en"/>
              <a:t>Refer the topic to the appropriate committee or task force of the TAC</a:t>
            </a:r>
            <a:endParaRPr/>
          </a:p>
          <a:p>
            <a:pPr indent="-361950" lvl="0" marL="457200" rtl="0" algn="l">
              <a:spcBef>
                <a:spcPts val="1000"/>
              </a:spcBef>
              <a:spcAft>
                <a:spcPts val="0"/>
              </a:spcAft>
              <a:buSzPts val="2100"/>
              <a:buChar char="●"/>
            </a:pPr>
            <a:r>
              <a:rPr lang="en" sz="2100"/>
              <a:t>We may ask you to provide slides 3 days before the meeting.</a:t>
            </a:r>
            <a:endParaRPr sz="2100"/>
          </a:p>
        </p:txBody>
      </p:sp>
      <p:sp>
        <p:nvSpPr>
          <p:cNvPr id="492" name="Google Shape;492;p70"/>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Proposing an agenda item (continued)</a:t>
            </a:r>
            <a:endParaRPr/>
          </a:p>
        </p:txBody>
      </p:sp>
      <p:sp>
        <p:nvSpPr>
          <p:cNvPr id="493" name="Google Shape;493;p70"/>
          <p:cNvSpPr txBox="1"/>
          <p:nvPr>
            <p:ph idx="12" type="sldNum"/>
          </p:nvPr>
        </p:nvSpPr>
        <p:spPr>
          <a:xfrm>
            <a:off x="8227785" y="4803546"/>
            <a:ext cx="5805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1F8E"/>
              </a:buClr>
              <a:buSzPts val="250"/>
              <a:buFont typeface="Gill Sans"/>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71"/>
          <p:cNvSpPr txBox="1"/>
          <p:nvPr>
            <p:ph idx="1" type="body"/>
          </p:nvPr>
        </p:nvSpPr>
        <p:spPr>
          <a:xfrm>
            <a:off x="317500" y="943429"/>
            <a:ext cx="8369400" cy="3143100"/>
          </a:xfrm>
          <a:prstGeom prst="rect">
            <a:avLst/>
          </a:prstGeom>
        </p:spPr>
        <p:txBody>
          <a:bodyPr anchorCtr="0" anchor="t" bIns="91425" lIns="91425" spcFirstLastPara="1" rIns="91425" wrap="square" tIns="91425">
            <a:noAutofit/>
          </a:bodyPr>
          <a:lstStyle/>
          <a:p>
            <a:pPr indent="-368300" lvl="0" marL="457200" rtl="0" algn="l">
              <a:spcBef>
                <a:spcPts val="400"/>
              </a:spcBef>
              <a:spcAft>
                <a:spcPts val="0"/>
              </a:spcAft>
              <a:buSzPts val="2200"/>
              <a:buChar char="•"/>
            </a:pPr>
            <a:r>
              <a:rPr lang="en" sz="2200"/>
              <a:t>Agendas for TAC meetings will be made available the </a:t>
            </a:r>
            <a:r>
              <a:rPr lang="en" sz="2200"/>
              <a:t>morning</a:t>
            </a:r>
            <a:r>
              <a:rPr lang="en" sz="2200"/>
              <a:t> the scheduled meeting</a:t>
            </a:r>
            <a:endParaRPr sz="2200"/>
          </a:p>
          <a:p>
            <a:pPr indent="-368300" lvl="0" marL="457200" rtl="0" algn="l">
              <a:spcBef>
                <a:spcPts val="400"/>
              </a:spcBef>
              <a:spcAft>
                <a:spcPts val="0"/>
              </a:spcAft>
              <a:buSzPts val="2200"/>
              <a:buChar char="•"/>
            </a:pPr>
            <a:r>
              <a:rPr lang="en" sz="2200"/>
              <a:t>Past meeting notes can be found </a:t>
            </a:r>
            <a:r>
              <a:rPr lang="en" sz="2200" u="sng">
                <a:solidFill>
                  <a:schemeClr val="hlink"/>
                </a:solidFill>
                <a:hlinkClick r:id="rId3"/>
              </a:rPr>
              <a:t>here</a:t>
            </a:r>
            <a:r>
              <a:rPr lang="en" sz="2200"/>
              <a:t>.</a:t>
            </a:r>
            <a:endParaRPr sz="2200"/>
          </a:p>
          <a:p>
            <a:pPr indent="-368300" lvl="0" marL="457200" rtl="0" algn="l">
              <a:spcBef>
                <a:spcPts val="400"/>
              </a:spcBef>
              <a:spcAft>
                <a:spcPts val="0"/>
              </a:spcAft>
              <a:buSzPts val="2200"/>
              <a:buChar char="•"/>
            </a:pPr>
            <a:r>
              <a:rPr lang="en" sz="2200"/>
              <a:t>No meeting of the TAC is recorded unless the </a:t>
            </a:r>
            <a:r>
              <a:rPr lang="en" sz="2200"/>
              <a:t>TAC</a:t>
            </a:r>
            <a:r>
              <a:rPr lang="en" sz="2200"/>
              <a:t> provides </a:t>
            </a:r>
            <a:r>
              <a:rPr lang="en" sz="2200"/>
              <a:t>explicit</a:t>
            </a:r>
            <a:r>
              <a:rPr lang="en" sz="2200"/>
              <a:t> consent to do so. </a:t>
            </a:r>
            <a:endParaRPr sz="2200"/>
          </a:p>
        </p:txBody>
      </p:sp>
      <p:sp>
        <p:nvSpPr>
          <p:cNvPr id="499" name="Google Shape;499;p71"/>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TAC</a:t>
            </a:r>
            <a:r>
              <a:rPr lang="en"/>
              <a:t> Materials</a:t>
            </a:r>
            <a:endParaRPr/>
          </a:p>
        </p:txBody>
      </p:sp>
      <p:sp>
        <p:nvSpPr>
          <p:cNvPr id="500" name="Google Shape;500;p71"/>
          <p:cNvSpPr txBox="1"/>
          <p:nvPr>
            <p:ph idx="12" type="sldNum"/>
          </p:nvPr>
        </p:nvSpPr>
        <p:spPr>
          <a:xfrm>
            <a:off x="8227785" y="4803546"/>
            <a:ext cx="5805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1F8E"/>
              </a:buClr>
              <a:buSzPts val="250"/>
              <a:buFont typeface="Gill Sans"/>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72"/>
          <p:cNvSpPr txBox="1"/>
          <p:nvPr>
            <p:ph idx="1" type="body"/>
          </p:nvPr>
        </p:nvSpPr>
        <p:spPr>
          <a:xfrm>
            <a:off x="317500" y="943424"/>
            <a:ext cx="8369400" cy="39648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Clr>
                <a:schemeClr val="dk1"/>
              </a:buClr>
              <a:buSzPts val="1100"/>
              <a:buFont typeface="Arial"/>
              <a:buNone/>
            </a:pPr>
            <a:r>
              <a:rPr lang="en"/>
              <a:t>Relevant Mailing Lists</a:t>
            </a:r>
            <a:endParaRPr/>
          </a:p>
          <a:p>
            <a:pPr indent="-355600" lvl="0" marL="457200" rtl="0" algn="l">
              <a:spcBef>
                <a:spcPts val="400"/>
              </a:spcBef>
              <a:spcAft>
                <a:spcPts val="0"/>
              </a:spcAft>
              <a:buSzPts val="2000"/>
              <a:buChar char="●"/>
            </a:pPr>
            <a:r>
              <a:rPr lang="en"/>
              <a:t>Governing Board: </a:t>
            </a:r>
            <a:r>
              <a:rPr lang="en" u="sng">
                <a:solidFill>
                  <a:schemeClr val="hlink"/>
                </a:solidFill>
                <a:hlinkClick r:id="rId3"/>
              </a:rPr>
              <a:t>omp-board@lists.openmainframeproject.org</a:t>
            </a:r>
            <a:endParaRPr/>
          </a:p>
          <a:p>
            <a:pPr indent="-355600" lvl="0" marL="457200" rtl="0" algn="l">
              <a:spcBef>
                <a:spcPts val="400"/>
              </a:spcBef>
              <a:spcAft>
                <a:spcPts val="0"/>
              </a:spcAft>
              <a:buSzPts val="2000"/>
              <a:buChar char="●"/>
            </a:pPr>
            <a:r>
              <a:rPr lang="en"/>
              <a:t>TAC: </a:t>
            </a:r>
            <a:r>
              <a:rPr lang="en" u="sng">
                <a:solidFill>
                  <a:schemeClr val="hlink"/>
                </a:solidFill>
                <a:hlinkClick r:id="rId4"/>
              </a:rPr>
              <a:t>omp-technical@lists.openmainframeproject.org</a:t>
            </a:r>
            <a:endParaRPr/>
          </a:p>
          <a:p>
            <a:pPr indent="-355600" lvl="0" marL="457200" rtl="0" algn="l">
              <a:spcBef>
                <a:spcPts val="400"/>
              </a:spcBef>
              <a:spcAft>
                <a:spcPts val="0"/>
              </a:spcAft>
              <a:buSzPts val="2000"/>
              <a:buChar char="●"/>
            </a:pPr>
            <a:r>
              <a:rPr lang="en"/>
              <a:t>Budget Committee: </a:t>
            </a:r>
            <a:r>
              <a:rPr lang="en" u="sng">
                <a:solidFill>
                  <a:schemeClr val="hlink"/>
                </a:solidFill>
                <a:hlinkClick r:id="rId5"/>
              </a:rPr>
              <a:t>omp-budget@lists.openmainframeproject.org</a:t>
            </a:r>
            <a:endParaRPr/>
          </a:p>
          <a:p>
            <a:pPr indent="0" lvl="0" marL="0" rtl="0" algn="l">
              <a:spcBef>
                <a:spcPts val="400"/>
              </a:spcBef>
              <a:spcAft>
                <a:spcPts val="0"/>
              </a:spcAft>
              <a:buNone/>
            </a:pPr>
            <a:r>
              <a:t/>
            </a:r>
            <a:endParaRPr/>
          </a:p>
          <a:p>
            <a:pPr indent="0" lvl="0" marL="0" rtl="0" algn="l">
              <a:spcBef>
                <a:spcPts val="400"/>
              </a:spcBef>
              <a:spcAft>
                <a:spcPts val="0"/>
              </a:spcAft>
              <a:buNone/>
            </a:pPr>
            <a:r>
              <a:rPr lang="en"/>
              <a:t>Slack Channel</a:t>
            </a:r>
            <a:endParaRPr/>
          </a:p>
          <a:p>
            <a:pPr indent="-355600" lvl="0" marL="457200" rtl="0" algn="l">
              <a:spcBef>
                <a:spcPts val="400"/>
              </a:spcBef>
              <a:spcAft>
                <a:spcPts val="0"/>
              </a:spcAft>
              <a:buSzPts val="2000"/>
              <a:buChar char="●"/>
            </a:pPr>
            <a:r>
              <a:rPr lang="en"/>
              <a:t>You can </a:t>
            </a:r>
            <a:r>
              <a:rPr lang="en" u="sng">
                <a:solidFill>
                  <a:schemeClr val="hlink"/>
                </a:solidFill>
                <a:hlinkClick r:id="rId6"/>
              </a:rPr>
              <a:t>join Open Mainframe Project slack here</a:t>
            </a:r>
            <a:r>
              <a:rPr lang="en"/>
              <a:t>. </a:t>
            </a:r>
            <a:endParaRPr/>
          </a:p>
          <a:p>
            <a:pPr indent="-355600" lvl="0" marL="457200" rtl="0" algn="l">
              <a:spcBef>
                <a:spcPts val="400"/>
              </a:spcBef>
              <a:spcAft>
                <a:spcPts val="0"/>
              </a:spcAft>
              <a:buSzPts val="2000"/>
              <a:buChar char="●"/>
            </a:pPr>
            <a:r>
              <a:rPr lang="en"/>
              <a:t>To join the Governing Board slack channel, make a request at </a:t>
            </a:r>
            <a:r>
              <a:rPr lang="en" u="sng">
                <a:solidFill>
                  <a:schemeClr val="hlink"/>
                </a:solidFill>
                <a:hlinkClick r:id="rId7"/>
              </a:rPr>
              <a:t>members.openmainframeproject.org</a:t>
            </a:r>
            <a:r>
              <a:rPr lang="en"/>
              <a:t>.</a:t>
            </a:r>
            <a:endParaRPr/>
          </a:p>
          <a:p>
            <a:pPr indent="0" lvl="0" marL="0" rtl="0" algn="l">
              <a:spcBef>
                <a:spcPts val="400"/>
              </a:spcBef>
              <a:spcAft>
                <a:spcPts val="0"/>
              </a:spcAft>
              <a:buNone/>
            </a:pPr>
            <a:r>
              <a:t/>
            </a:r>
            <a:endParaRPr/>
          </a:p>
        </p:txBody>
      </p:sp>
      <p:sp>
        <p:nvSpPr>
          <p:cNvPr id="506" name="Google Shape;506;p72"/>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Discussion Channels</a:t>
            </a:r>
            <a:endParaRPr/>
          </a:p>
        </p:txBody>
      </p:sp>
      <p:sp>
        <p:nvSpPr>
          <p:cNvPr id="507" name="Google Shape;507;p72"/>
          <p:cNvSpPr txBox="1"/>
          <p:nvPr>
            <p:ph idx="12" type="sldNum"/>
          </p:nvPr>
        </p:nvSpPr>
        <p:spPr>
          <a:xfrm>
            <a:off x="8227785" y="4803546"/>
            <a:ext cx="5805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1F8E"/>
              </a:buClr>
              <a:buSzPts val="250"/>
              <a:buFont typeface="Gill Sans"/>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73"/>
          <p:cNvSpPr txBox="1"/>
          <p:nvPr>
            <p:ph idx="1" type="body"/>
          </p:nvPr>
        </p:nvSpPr>
        <p:spPr>
          <a:xfrm>
            <a:off x="334000" y="1087250"/>
            <a:ext cx="8441700" cy="31431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None/>
            </a:pPr>
            <a:r>
              <a:rPr lang="en" sz="1800" u="sng">
                <a:solidFill>
                  <a:schemeClr val="hlink"/>
                </a:solidFill>
                <a:hlinkClick r:id="rId3"/>
              </a:rPr>
              <a:t>LFX Organization Dashboard</a:t>
            </a:r>
            <a:r>
              <a:rPr lang="en" sz="1800"/>
              <a:t> provides access to key membership materials, including…</a:t>
            </a:r>
            <a:endParaRPr sz="1800"/>
          </a:p>
          <a:p>
            <a:pPr indent="-330200" lvl="1" marL="914400" rtl="0" algn="l">
              <a:spcBef>
                <a:spcPts val="360"/>
              </a:spcBef>
              <a:spcAft>
                <a:spcPts val="0"/>
              </a:spcAft>
              <a:buSzPts val="1600"/>
              <a:buChar char="–"/>
            </a:pPr>
            <a:r>
              <a:rPr lang="en" sz="1600"/>
              <a:t>Member contacts, which you can change at any time ( look under ‘Users’ &gt; and then under the ‘Key People’ tab )</a:t>
            </a:r>
            <a:endParaRPr sz="1600"/>
          </a:p>
          <a:p>
            <a:pPr indent="-330200" lvl="1" marL="914400" rtl="0" algn="l">
              <a:spcBef>
                <a:spcPts val="360"/>
              </a:spcBef>
              <a:spcAft>
                <a:spcPts val="0"/>
              </a:spcAft>
              <a:buSzPts val="1600"/>
              <a:buChar char="–"/>
            </a:pPr>
            <a:r>
              <a:rPr lang="en" sz="1600"/>
              <a:t>Membership details ( look under ‘Membership’ &gt; ‘Open Mainframe Project’ ), including…</a:t>
            </a:r>
            <a:endParaRPr sz="1600"/>
          </a:p>
          <a:p>
            <a:pPr indent="-317500" lvl="2" marL="1371600" rtl="0" algn="l">
              <a:spcBef>
                <a:spcPts val="320"/>
              </a:spcBef>
              <a:spcAft>
                <a:spcPts val="0"/>
              </a:spcAft>
              <a:buSzPts val="1400"/>
              <a:buChar char="•"/>
            </a:pPr>
            <a:r>
              <a:rPr lang="en" sz="1400"/>
              <a:t>Membership Overview Deck and High Level Overview Deck ( look under the ‘Resources’ tab )</a:t>
            </a:r>
            <a:endParaRPr sz="1400"/>
          </a:p>
          <a:p>
            <a:pPr indent="-317500" lvl="2" marL="1371600" rtl="0" algn="l">
              <a:spcBef>
                <a:spcPts val="320"/>
              </a:spcBef>
              <a:spcAft>
                <a:spcPts val="0"/>
              </a:spcAft>
              <a:buSzPts val="1400"/>
              <a:buChar char="•"/>
            </a:pPr>
            <a:r>
              <a:rPr lang="en" sz="1400"/>
              <a:t>Your fully executed membership agreement ( look under the ‘Membership’ tab )</a:t>
            </a:r>
            <a:endParaRPr sz="1400"/>
          </a:p>
          <a:p>
            <a:pPr indent="-317500" lvl="2" marL="1371600" rtl="0" algn="l">
              <a:spcBef>
                <a:spcPts val="320"/>
              </a:spcBef>
              <a:spcAft>
                <a:spcPts val="0"/>
              </a:spcAft>
              <a:buSzPts val="1400"/>
              <a:buChar char="•"/>
            </a:pPr>
            <a:r>
              <a:rPr lang="en" sz="1400"/>
              <a:t>Details on how to leverage membership benefits ( look under the ‘Benefits’ tab )</a:t>
            </a:r>
            <a:endParaRPr sz="1400"/>
          </a:p>
          <a:p>
            <a:pPr indent="-317500" lvl="2" marL="1371600" rtl="0" algn="l">
              <a:spcBef>
                <a:spcPts val="320"/>
              </a:spcBef>
              <a:spcAft>
                <a:spcPts val="0"/>
              </a:spcAft>
              <a:buSzPts val="1400"/>
              <a:buChar char="•"/>
            </a:pPr>
            <a:r>
              <a:rPr lang="en" sz="1400"/>
              <a:t>Insights on contributors from your organization ( look under the ‘Project Contributors’ tab )</a:t>
            </a:r>
            <a:br>
              <a:rPr lang="en" sz="1400"/>
            </a:br>
            <a:endParaRPr sz="1400"/>
          </a:p>
          <a:p>
            <a:pPr indent="0" lvl="0" marL="0" rtl="0" algn="l">
              <a:spcBef>
                <a:spcPts val="400"/>
              </a:spcBef>
              <a:spcAft>
                <a:spcPts val="0"/>
              </a:spcAft>
              <a:buNone/>
            </a:pPr>
            <a:r>
              <a:rPr b="1" lang="en" sz="1800"/>
              <a:t>ACTION: Request access to LFX Organizational Dashboard </a:t>
            </a:r>
            <a:r>
              <a:rPr b="1" lang="en" sz="1800" u="sng">
                <a:solidFill>
                  <a:schemeClr val="hlink"/>
                </a:solidFill>
                <a:hlinkClick r:id="rId4"/>
              </a:rPr>
              <a:t>here</a:t>
            </a:r>
            <a:r>
              <a:rPr b="1" lang="en" sz="1800"/>
              <a:t>.</a:t>
            </a:r>
            <a:endParaRPr b="1" sz="1800"/>
          </a:p>
        </p:txBody>
      </p:sp>
      <p:sp>
        <p:nvSpPr>
          <p:cNvPr id="513" name="Google Shape;513;p73"/>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LFX Organization Dashboard</a:t>
            </a:r>
            <a:endParaRPr/>
          </a:p>
        </p:txBody>
      </p:sp>
      <p:sp>
        <p:nvSpPr>
          <p:cNvPr id="514" name="Google Shape;514;p73"/>
          <p:cNvSpPr txBox="1"/>
          <p:nvPr>
            <p:ph idx="12" type="sldNum"/>
          </p:nvPr>
        </p:nvSpPr>
        <p:spPr>
          <a:xfrm>
            <a:off x="8227785" y="4803546"/>
            <a:ext cx="5805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1F8E"/>
              </a:buClr>
              <a:buSzPts val="250"/>
              <a:buFont typeface="Gill Sans"/>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74"/>
          <p:cNvSpPr txBox="1"/>
          <p:nvPr>
            <p:ph type="ctrTitle"/>
          </p:nvPr>
        </p:nvSpPr>
        <p:spPr>
          <a:xfrm>
            <a:off x="4560692" y="1796524"/>
            <a:ext cx="4185600" cy="131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Policies and Other Resources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75"/>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300"/>
              <a:t>Important</a:t>
            </a:r>
            <a:r>
              <a:rPr lang="en" sz="2300"/>
              <a:t> Open Mainframe Project Policies and Resources</a:t>
            </a:r>
            <a:endParaRPr sz="2300"/>
          </a:p>
        </p:txBody>
      </p:sp>
      <p:sp>
        <p:nvSpPr>
          <p:cNvPr id="525" name="Google Shape;525;p75"/>
          <p:cNvSpPr txBox="1"/>
          <p:nvPr>
            <p:ph idx="1" type="body"/>
          </p:nvPr>
        </p:nvSpPr>
        <p:spPr>
          <a:xfrm>
            <a:off x="317500" y="943429"/>
            <a:ext cx="8369400" cy="3143100"/>
          </a:xfrm>
          <a:prstGeom prst="rect">
            <a:avLst/>
          </a:prstGeom>
        </p:spPr>
        <p:txBody>
          <a:bodyPr anchorCtr="0" anchor="t" bIns="91425" lIns="91425" spcFirstLastPara="1" rIns="91425" wrap="square" tIns="91425">
            <a:noAutofit/>
          </a:bodyPr>
          <a:lstStyle/>
          <a:p>
            <a:pPr indent="-349250" lvl="0" marL="457200" rtl="0" algn="l">
              <a:spcBef>
                <a:spcPts val="400"/>
              </a:spcBef>
              <a:spcAft>
                <a:spcPts val="0"/>
              </a:spcAft>
              <a:buSzPts val="1900"/>
              <a:buChar char="●"/>
            </a:pPr>
            <a:r>
              <a:rPr lang="en" sz="1900" u="sng">
                <a:solidFill>
                  <a:schemeClr val="hlink"/>
                </a:solidFill>
                <a:hlinkClick r:id="rId3"/>
              </a:rPr>
              <a:t>Open Mainframe Project Charter</a:t>
            </a:r>
            <a:endParaRPr sz="1900"/>
          </a:p>
          <a:p>
            <a:pPr indent="-349250" lvl="0" marL="457200" rtl="0" algn="l">
              <a:spcBef>
                <a:spcPts val="400"/>
              </a:spcBef>
              <a:spcAft>
                <a:spcPts val="0"/>
              </a:spcAft>
              <a:buSzPts val="1900"/>
              <a:buChar char="●"/>
            </a:pPr>
            <a:r>
              <a:rPr lang="en" sz="1900" u="sng">
                <a:solidFill>
                  <a:schemeClr val="hlink"/>
                </a:solidFill>
                <a:hlinkClick r:id="rId4"/>
              </a:rPr>
              <a:t>Linux Foundation Antitrust Policy</a:t>
            </a:r>
            <a:endParaRPr sz="1900"/>
          </a:p>
          <a:p>
            <a:pPr indent="-349250" lvl="0" marL="457200" rtl="0" algn="l">
              <a:spcBef>
                <a:spcPts val="400"/>
              </a:spcBef>
              <a:spcAft>
                <a:spcPts val="0"/>
              </a:spcAft>
              <a:buSzPts val="1900"/>
              <a:buChar char="●"/>
            </a:pPr>
            <a:r>
              <a:rPr lang="en" sz="1900" u="sng">
                <a:solidFill>
                  <a:schemeClr val="hlink"/>
                </a:solidFill>
                <a:hlinkClick r:id="rId5"/>
              </a:rPr>
              <a:t>Project GitHub repository</a:t>
            </a:r>
            <a:r>
              <a:rPr lang="en" sz="1900"/>
              <a:t> with many other public facing policies and materials including…</a:t>
            </a:r>
            <a:endParaRPr sz="1900"/>
          </a:p>
          <a:p>
            <a:pPr indent="-330200" lvl="1" marL="914400" rtl="0" algn="l">
              <a:spcBef>
                <a:spcPts val="360"/>
              </a:spcBef>
              <a:spcAft>
                <a:spcPts val="0"/>
              </a:spcAft>
              <a:buSzPts val="1600"/>
              <a:buChar char="○"/>
            </a:pPr>
            <a:r>
              <a:rPr lang="en" sz="1600" u="sng">
                <a:solidFill>
                  <a:schemeClr val="hlink"/>
                </a:solidFill>
                <a:hlinkClick r:id="rId6"/>
              </a:rPr>
              <a:t>Elections Process</a:t>
            </a:r>
            <a:endParaRPr sz="1600"/>
          </a:p>
          <a:p>
            <a:pPr indent="-330200" lvl="1" marL="914400" rtl="0" algn="l">
              <a:spcBef>
                <a:spcPts val="360"/>
              </a:spcBef>
              <a:spcAft>
                <a:spcPts val="0"/>
              </a:spcAft>
              <a:buSzPts val="1600"/>
              <a:buChar char="○"/>
            </a:pPr>
            <a:r>
              <a:rPr lang="en" sz="1600" u="sng">
                <a:solidFill>
                  <a:schemeClr val="hlink"/>
                </a:solidFill>
                <a:hlinkClick r:id="rId7"/>
              </a:rPr>
              <a:t>Open Mainframe Project hosted project charters</a:t>
            </a:r>
            <a:r>
              <a:rPr lang="en" sz="1600"/>
              <a:t>, which define each project’s intellectual property and licensing policies.</a:t>
            </a:r>
            <a:endParaRPr sz="1600"/>
          </a:p>
          <a:p>
            <a:pPr indent="-349250" lvl="0" marL="457200" rtl="0" algn="l">
              <a:spcBef>
                <a:spcPts val="400"/>
              </a:spcBef>
              <a:spcAft>
                <a:spcPts val="0"/>
              </a:spcAft>
              <a:buSzPts val="1900"/>
              <a:buChar char="●"/>
            </a:pPr>
            <a:r>
              <a:rPr lang="en" sz="1900" u="sng">
                <a:solidFill>
                  <a:schemeClr val="hlink"/>
                </a:solidFill>
                <a:hlinkClick r:id="rId8"/>
              </a:rPr>
              <a:t>OMP Landscape</a:t>
            </a:r>
            <a:endParaRPr sz="1900"/>
          </a:p>
          <a:p>
            <a:pPr indent="-349250" lvl="0" marL="457200" rtl="0" algn="l">
              <a:spcBef>
                <a:spcPts val="400"/>
              </a:spcBef>
              <a:spcAft>
                <a:spcPts val="0"/>
              </a:spcAft>
              <a:buSzPts val="1900"/>
              <a:buChar char="●"/>
            </a:pPr>
            <a:r>
              <a:rPr lang="en" sz="1900" u="sng">
                <a:solidFill>
                  <a:schemeClr val="hlink"/>
                </a:solidFill>
                <a:hlinkClick r:id="rId9"/>
              </a:rPr>
              <a:t>High Level Overview</a:t>
            </a:r>
            <a:endParaRPr sz="1900"/>
          </a:p>
        </p:txBody>
      </p:sp>
      <p:sp>
        <p:nvSpPr>
          <p:cNvPr id="526" name="Google Shape;526;p75"/>
          <p:cNvSpPr txBox="1"/>
          <p:nvPr>
            <p:ph idx="12" type="sldNum"/>
          </p:nvPr>
        </p:nvSpPr>
        <p:spPr>
          <a:xfrm>
            <a:off x="8227785" y="4803546"/>
            <a:ext cx="5805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1F8E"/>
              </a:buClr>
              <a:buSzPts val="250"/>
              <a:buFont typeface="Gill Sans"/>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76"/>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Open Mainframe Project </a:t>
            </a:r>
            <a:r>
              <a:rPr lang="en"/>
              <a:t>staff</a:t>
            </a:r>
            <a:endParaRPr/>
          </a:p>
        </p:txBody>
      </p:sp>
      <p:sp>
        <p:nvSpPr>
          <p:cNvPr id="532" name="Google Shape;532;p76"/>
          <p:cNvSpPr txBox="1"/>
          <p:nvPr>
            <p:ph idx="12" type="sldNum"/>
          </p:nvPr>
        </p:nvSpPr>
        <p:spPr>
          <a:xfrm>
            <a:off x="8227785" y="4803546"/>
            <a:ext cx="5805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1F8E"/>
              </a:buClr>
              <a:buSzPts val="250"/>
              <a:buFont typeface="Gill Sans"/>
              <a:buNone/>
            </a:pPr>
            <a:fld id="{00000000-1234-1234-1234-123412341234}" type="slidenum">
              <a:rPr lang="en"/>
              <a:t>‹#›</a:t>
            </a:fld>
            <a:endParaRPr/>
          </a:p>
        </p:txBody>
      </p:sp>
      <p:sp>
        <p:nvSpPr>
          <p:cNvPr id="533" name="Google Shape;533;p76"/>
          <p:cNvSpPr txBox="1"/>
          <p:nvPr>
            <p:ph idx="1" type="body"/>
          </p:nvPr>
        </p:nvSpPr>
        <p:spPr>
          <a:xfrm>
            <a:off x="163525" y="932025"/>
            <a:ext cx="3788400" cy="3808200"/>
          </a:xfrm>
          <a:prstGeom prst="rect">
            <a:avLst/>
          </a:prstGeom>
        </p:spPr>
        <p:txBody>
          <a:bodyPr anchorCtr="0" anchor="t" bIns="91425" lIns="91425" spcFirstLastPara="1" rIns="91425" wrap="square" tIns="91425">
            <a:normAutofit/>
          </a:bodyPr>
          <a:lstStyle/>
          <a:p>
            <a:pPr indent="-336550" lvl="0" marL="457200" rtl="0" algn="l">
              <a:lnSpc>
                <a:spcPct val="138000"/>
              </a:lnSpc>
              <a:spcBef>
                <a:spcPts val="400"/>
              </a:spcBef>
              <a:spcAft>
                <a:spcPts val="0"/>
              </a:spcAft>
              <a:buClr>
                <a:srgbClr val="000000"/>
              </a:buClr>
              <a:buSzPts val="1700"/>
              <a:buChar char="●"/>
            </a:pPr>
            <a:r>
              <a:rPr lang="en" sz="1700" u="sng">
                <a:solidFill>
                  <a:schemeClr val="hlink"/>
                </a:solidFill>
                <a:hlinkClick r:id="rId3"/>
              </a:rPr>
              <a:t>John Mertic</a:t>
            </a:r>
            <a:r>
              <a:rPr lang="en" sz="1700">
                <a:solidFill>
                  <a:srgbClr val="000000"/>
                </a:solidFill>
              </a:rPr>
              <a:t>, Executive </a:t>
            </a:r>
            <a:r>
              <a:rPr lang="en" sz="1700">
                <a:solidFill>
                  <a:srgbClr val="000000"/>
                </a:solidFill>
              </a:rPr>
              <a:t>Director</a:t>
            </a:r>
            <a:endParaRPr sz="1700">
              <a:solidFill>
                <a:srgbClr val="000000"/>
              </a:solidFill>
            </a:endParaRPr>
          </a:p>
          <a:p>
            <a:pPr indent="-336550" lvl="0" marL="457200" rtl="0" algn="l">
              <a:lnSpc>
                <a:spcPct val="138000"/>
              </a:lnSpc>
              <a:spcBef>
                <a:spcPts val="0"/>
              </a:spcBef>
              <a:spcAft>
                <a:spcPts val="0"/>
              </a:spcAft>
              <a:buClr>
                <a:srgbClr val="000000"/>
              </a:buClr>
              <a:buSzPts val="1700"/>
              <a:buChar char="●"/>
            </a:pPr>
            <a:r>
              <a:rPr lang="en" sz="1700" u="sng">
                <a:solidFill>
                  <a:schemeClr val="hlink"/>
                </a:solidFill>
                <a:hlinkClick r:id="rId4"/>
              </a:rPr>
              <a:t>Maemalynn Meanor</a:t>
            </a:r>
            <a:r>
              <a:rPr lang="en" sz="1700">
                <a:solidFill>
                  <a:srgbClr val="000000"/>
                </a:solidFill>
              </a:rPr>
              <a:t>, Director of PR &amp; Communications</a:t>
            </a:r>
            <a:endParaRPr sz="1700">
              <a:solidFill>
                <a:srgbClr val="000000"/>
              </a:solidFill>
            </a:endParaRPr>
          </a:p>
          <a:p>
            <a:pPr indent="-336550" lvl="0" marL="457200" rtl="0" algn="l">
              <a:lnSpc>
                <a:spcPct val="138000"/>
              </a:lnSpc>
              <a:spcBef>
                <a:spcPts val="0"/>
              </a:spcBef>
              <a:spcAft>
                <a:spcPts val="0"/>
              </a:spcAft>
              <a:buClr>
                <a:srgbClr val="000000"/>
              </a:buClr>
              <a:buSzPts val="1700"/>
              <a:buChar char="●"/>
            </a:pPr>
            <a:r>
              <a:rPr lang="en" sz="1700" u="sng">
                <a:solidFill>
                  <a:schemeClr val="hlink"/>
                </a:solidFill>
                <a:hlinkClick r:id="rId5"/>
              </a:rPr>
              <a:t>Yarille Ortiz</a:t>
            </a:r>
            <a:r>
              <a:rPr lang="en" sz="1700">
                <a:solidFill>
                  <a:srgbClr val="000000"/>
                </a:solidFill>
              </a:rPr>
              <a:t>, Project Coordinator</a:t>
            </a:r>
            <a:endParaRPr sz="1700">
              <a:solidFill>
                <a:srgbClr val="000000"/>
              </a:solidFill>
            </a:endParaRPr>
          </a:p>
          <a:p>
            <a:pPr indent="-336550" lvl="0" marL="457200" rtl="0" algn="l">
              <a:lnSpc>
                <a:spcPct val="138000"/>
              </a:lnSpc>
              <a:spcBef>
                <a:spcPts val="0"/>
              </a:spcBef>
              <a:spcAft>
                <a:spcPts val="0"/>
              </a:spcAft>
              <a:buClr>
                <a:srgbClr val="000000"/>
              </a:buClr>
              <a:buSzPts val="1700"/>
              <a:buChar char="●"/>
            </a:pPr>
            <a:r>
              <a:rPr lang="en" sz="1700" u="sng">
                <a:solidFill>
                  <a:schemeClr val="hlink"/>
                </a:solidFill>
                <a:hlinkClick r:id="rId6"/>
              </a:rPr>
              <a:t>Gary Schillinger</a:t>
            </a:r>
            <a:r>
              <a:rPr lang="en" sz="1700"/>
              <a:t>, Podcast Producer</a:t>
            </a:r>
            <a:endParaRPr sz="1700">
              <a:solidFill>
                <a:srgbClr val="000000"/>
              </a:solidFill>
            </a:endParaRPr>
          </a:p>
          <a:p>
            <a:pPr indent="-336550" lvl="0" marL="457200" rtl="0" algn="l">
              <a:lnSpc>
                <a:spcPct val="138000"/>
              </a:lnSpc>
              <a:spcBef>
                <a:spcPts val="0"/>
              </a:spcBef>
              <a:spcAft>
                <a:spcPts val="0"/>
              </a:spcAft>
              <a:buClr>
                <a:srgbClr val="000000"/>
              </a:buClr>
              <a:buSzPts val="1700"/>
              <a:buChar char="●"/>
            </a:pPr>
            <a:r>
              <a:rPr lang="en" sz="1700" u="sng">
                <a:solidFill>
                  <a:schemeClr val="hlink"/>
                </a:solidFill>
                <a:hlinkClick r:id="rId7"/>
              </a:rPr>
              <a:t>Deb Giles</a:t>
            </a:r>
            <a:r>
              <a:rPr lang="en" sz="1700">
                <a:solidFill>
                  <a:srgbClr val="000000"/>
                </a:solidFill>
              </a:rPr>
              <a:t>, Open </a:t>
            </a:r>
            <a:r>
              <a:rPr lang="en" sz="1700">
                <a:solidFill>
                  <a:srgbClr val="000000"/>
                </a:solidFill>
              </a:rPr>
              <a:t>Mainframe</a:t>
            </a:r>
            <a:r>
              <a:rPr lang="en" sz="1700">
                <a:solidFill>
                  <a:srgbClr val="000000"/>
                </a:solidFill>
              </a:rPr>
              <a:t> Summit and Events</a:t>
            </a:r>
            <a:endParaRPr sz="1700">
              <a:solidFill>
                <a:srgbClr val="000000"/>
              </a:solidFill>
            </a:endParaRPr>
          </a:p>
        </p:txBody>
      </p:sp>
      <p:pic>
        <p:nvPicPr>
          <p:cNvPr id="534" name="Google Shape;534;p76"/>
          <p:cNvPicPr preferRelativeResize="0"/>
          <p:nvPr/>
        </p:nvPicPr>
        <p:blipFill rotWithShape="1">
          <a:blip r:embed="rId8">
            <a:alphaModFix/>
          </a:blip>
          <a:srcRect b="0" l="16667" r="16667" t="0"/>
          <a:stretch/>
        </p:blipFill>
        <p:spPr>
          <a:xfrm>
            <a:off x="4034175" y="1002975"/>
            <a:ext cx="1667448" cy="1667451"/>
          </a:xfrm>
          <a:prstGeom prst="rect">
            <a:avLst/>
          </a:prstGeom>
          <a:noFill/>
          <a:ln>
            <a:noFill/>
          </a:ln>
        </p:spPr>
      </p:pic>
      <p:pic>
        <p:nvPicPr>
          <p:cNvPr id="535" name="Google Shape;535;p76"/>
          <p:cNvPicPr preferRelativeResize="0"/>
          <p:nvPr/>
        </p:nvPicPr>
        <p:blipFill rotWithShape="1">
          <a:blip r:embed="rId9">
            <a:alphaModFix/>
          </a:blip>
          <a:srcRect b="0" l="0" r="0" t="0"/>
          <a:stretch/>
        </p:blipFill>
        <p:spPr>
          <a:xfrm>
            <a:off x="5701625" y="2667450"/>
            <a:ext cx="1667450" cy="1667450"/>
          </a:xfrm>
          <a:prstGeom prst="rect">
            <a:avLst/>
          </a:prstGeom>
          <a:noFill/>
          <a:ln>
            <a:noFill/>
          </a:ln>
        </p:spPr>
      </p:pic>
      <p:sp>
        <p:nvSpPr>
          <p:cNvPr id="536" name="Google Shape;536;p76"/>
          <p:cNvSpPr txBox="1"/>
          <p:nvPr/>
        </p:nvSpPr>
        <p:spPr>
          <a:xfrm>
            <a:off x="4177650" y="4415425"/>
            <a:ext cx="4715400" cy="55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Gill Sans"/>
                <a:ea typeface="Gill Sans"/>
                <a:cs typeface="Gill Sans"/>
                <a:sym typeface="Gill Sans"/>
              </a:rPr>
              <a:t>Contact us at </a:t>
            </a:r>
            <a:r>
              <a:rPr lang="en" u="sng">
                <a:solidFill>
                  <a:schemeClr val="hlink"/>
                </a:solidFill>
                <a:latin typeface="Gill Sans"/>
                <a:ea typeface="Gill Sans"/>
                <a:cs typeface="Gill Sans"/>
                <a:sym typeface="Gill Sans"/>
                <a:hlinkClick r:id="rId10"/>
              </a:rPr>
              <a:t>members.openmainframeproject.org</a:t>
            </a:r>
            <a:endParaRPr>
              <a:latin typeface="Gill Sans"/>
              <a:ea typeface="Gill Sans"/>
              <a:cs typeface="Gill Sans"/>
              <a:sym typeface="Gill Sans"/>
            </a:endParaRPr>
          </a:p>
        </p:txBody>
      </p:sp>
      <p:pic>
        <p:nvPicPr>
          <p:cNvPr id="537" name="Google Shape;537;p76"/>
          <p:cNvPicPr preferRelativeResize="0"/>
          <p:nvPr/>
        </p:nvPicPr>
        <p:blipFill rotWithShape="1">
          <a:blip r:embed="rId11">
            <a:alphaModFix/>
          </a:blip>
          <a:srcRect b="0" l="0" r="0" t="0"/>
          <a:stretch/>
        </p:blipFill>
        <p:spPr>
          <a:xfrm>
            <a:off x="5707575" y="1005950"/>
            <a:ext cx="1661500" cy="1661500"/>
          </a:xfrm>
          <a:prstGeom prst="rect">
            <a:avLst/>
          </a:prstGeom>
          <a:noFill/>
          <a:ln>
            <a:noFill/>
          </a:ln>
        </p:spPr>
      </p:pic>
      <p:pic>
        <p:nvPicPr>
          <p:cNvPr id="538" name="Google Shape;538;p76"/>
          <p:cNvPicPr preferRelativeResize="0"/>
          <p:nvPr/>
        </p:nvPicPr>
        <p:blipFill rotWithShape="1">
          <a:blip r:embed="rId12">
            <a:alphaModFix/>
          </a:blip>
          <a:srcRect b="0" l="0" r="0" t="0"/>
          <a:stretch/>
        </p:blipFill>
        <p:spPr>
          <a:xfrm>
            <a:off x="4034175" y="2670425"/>
            <a:ext cx="1667450" cy="1667450"/>
          </a:xfrm>
          <a:prstGeom prst="rect">
            <a:avLst/>
          </a:prstGeom>
          <a:noFill/>
          <a:ln>
            <a:noFill/>
          </a:ln>
        </p:spPr>
      </p:pic>
      <p:pic>
        <p:nvPicPr>
          <p:cNvPr id="539" name="Google Shape;539;p76"/>
          <p:cNvPicPr preferRelativeResize="0"/>
          <p:nvPr/>
        </p:nvPicPr>
        <p:blipFill>
          <a:blip r:embed="rId13">
            <a:alphaModFix/>
          </a:blip>
          <a:stretch>
            <a:fillRect/>
          </a:stretch>
        </p:blipFill>
        <p:spPr>
          <a:xfrm>
            <a:off x="7369075" y="1005950"/>
            <a:ext cx="1661500" cy="16615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77"/>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n" sz="2600"/>
              <a:t>Who’s Who in the </a:t>
            </a:r>
            <a:r>
              <a:rPr lang="en" sz="2600"/>
              <a:t>Academy Software Foundation</a:t>
            </a:r>
            <a:endParaRPr sz="2600"/>
          </a:p>
        </p:txBody>
      </p:sp>
      <p:sp>
        <p:nvSpPr>
          <p:cNvPr id="545" name="Google Shape;545;p77"/>
          <p:cNvSpPr txBox="1"/>
          <p:nvPr>
            <p:ph idx="1" type="body"/>
          </p:nvPr>
        </p:nvSpPr>
        <p:spPr>
          <a:xfrm>
            <a:off x="334000" y="1117079"/>
            <a:ext cx="8369400" cy="3143100"/>
          </a:xfrm>
          <a:prstGeom prst="rect">
            <a:avLst/>
          </a:prstGeom>
        </p:spPr>
        <p:txBody>
          <a:bodyPr anchorCtr="0" anchor="t" bIns="91425" lIns="91425" spcFirstLastPara="1" rIns="91425" wrap="square" tIns="91425">
            <a:noAutofit/>
          </a:bodyPr>
          <a:lstStyle/>
          <a:p>
            <a:pPr indent="-355600" lvl="0" marL="457200" rtl="0" algn="l">
              <a:spcBef>
                <a:spcPts val="400"/>
              </a:spcBef>
              <a:spcAft>
                <a:spcPts val="0"/>
              </a:spcAft>
              <a:buSzPts val="2000"/>
              <a:buChar char="●"/>
            </a:pPr>
            <a:r>
              <a:rPr lang="en" u="sng">
                <a:solidFill>
                  <a:schemeClr val="hlink"/>
                </a:solidFill>
                <a:hlinkClick r:id="rId3"/>
              </a:rPr>
              <a:t>Open Mainframe Project Members</a:t>
            </a:r>
            <a:endParaRPr/>
          </a:p>
          <a:p>
            <a:pPr indent="-355600" lvl="0" marL="457200" rtl="0" algn="l">
              <a:spcBef>
                <a:spcPts val="400"/>
              </a:spcBef>
              <a:spcAft>
                <a:spcPts val="0"/>
              </a:spcAft>
              <a:buSzPts val="2000"/>
              <a:buChar char="●"/>
            </a:pPr>
            <a:r>
              <a:rPr lang="en"/>
              <a:t>Staff: </a:t>
            </a:r>
            <a:r>
              <a:rPr lang="en" u="sng">
                <a:solidFill>
                  <a:schemeClr val="hlink"/>
                </a:solidFill>
                <a:hlinkClick r:id="rId4"/>
              </a:rPr>
              <a:t>Open Mainframe Project Staff</a:t>
            </a:r>
            <a:r>
              <a:rPr lang="en"/>
              <a:t>, </a:t>
            </a:r>
            <a:r>
              <a:rPr lang="en" u="sng">
                <a:solidFill>
                  <a:schemeClr val="hlink"/>
                </a:solidFill>
                <a:hlinkClick r:id="rId5"/>
              </a:rPr>
              <a:t>Linux Foundation Leadership</a:t>
            </a:r>
            <a:endParaRPr/>
          </a:p>
          <a:p>
            <a:pPr indent="-355600" lvl="0" marL="457200" rtl="0" algn="l">
              <a:spcBef>
                <a:spcPts val="400"/>
              </a:spcBef>
              <a:spcAft>
                <a:spcPts val="0"/>
              </a:spcAft>
              <a:buSzPts val="2000"/>
              <a:buChar char="●"/>
            </a:pPr>
            <a:r>
              <a:rPr lang="en" u="sng">
                <a:solidFill>
                  <a:schemeClr val="hlink"/>
                </a:solidFill>
                <a:hlinkClick r:id="rId6"/>
              </a:rPr>
              <a:t>Governing Board Members</a:t>
            </a:r>
            <a:endParaRPr/>
          </a:p>
          <a:p>
            <a:pPr indent="-355600" lvl="0" marL="457200" rtl="0" algn="l">
              <a:spcBef>
                <a:spcPts val="400"/>
              </a:spcBef>
              <a:spcAft>
                <a:spcPts val="0"/>
              </a:spcAft>
              <a:buSzPts val="2000"/>
              <a:buChar char="●"/>
            </a:pPr>
            <a:r>
              <a:rPr lang="en" u="sng">
                <a:solidFill>
                  <a:schemeClr val="hlink"/>
                </a:solidFill>
                <a:hlinkClick r:id="rId7"/>
              </a:rPr>
              <a:t>Technical Advisory Council Members</a:t>
            </a:r>
            <a:endParaRPr/>
          </a:p>
          <a:p>
            <a:pPr indent="-355600" lvl="0" marL="457200" rtl="0" algn="l">
              <a:spcBef>
                <a:spcPts val="400"/>
              </a:spcBef>
              <a:spcAft>
                <a:spcPts val="0"/>
              </a:spcAft>
              <a:buSzPts val="2000"/>
              <a:buChar char="●"/>
            </a:pPr>
            <a:r>
              <a:rPr lang="en" u="sng">
                <a:solidFill>
                  <a:schemeClr val="hlink"/>
                </a:solidFill>
                <a:hlinkClick r:id="rId8"/>
              </a:rPr>
              <a:t>Open Mainframe Project Project and Working Group Leads</a:t>
            </a:r>
            <a:endParaRPr/>
          </a:p>
        </p:txBody>
      </p:sp>
      <p:sp>
        <p:nvSpPr>
          <p:cNvPr id="546" name="Google Shape;546;p77"/>
          <p:cNvSpPr txBox="1"/>
          <p:nvPr>
            <p:ph idx="12" type="sldNum"/>
          </p:nvPr>
        </p:nvSpPr>
        <p:spPr>
          <a:xfrm>
            <a:off x="8227785" y="4803546"/>
            <a:ext cx="5805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1F8E"/>
              </a:buClr>
              <a:buSzPts val="250"/>
              <a:buFont typeface="Gill Sans"/>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78"/>
          <p:cNvSpPr txBox="1"/>
          <p:nvPr>
            <p:ph type="ctrTitle"/>
          </p:nvPr>
        </p:nvSpPr>
        <p:spPr>
          <a:xfrm>
            <a:off x="4553842" y="1643174"/>
            <a:ext cx="4185600" cy="131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Thank you!</a:t>
            </a:r>
            <a:endParaRPr/>
          </a:p>
        </p:txBody>
      </p:sp>
      <p:sp>
        <p:nvSpPr>
          <p:cNvPr id="552" name="Google Shape;552;p78"/>
          <p:cNvSpPr txBox="1"/>
          <p:nvPr>
            <p:ph idx="1" type="subTitle"/>
          </p:nvPr>
        </p:nvSpPr>
        <p:spPr>
          <a:xfrm>
            <a:off x="4553850" y="2959875"/>
            <a:ext cx="4279200" cy="1238700"/>
          </a:xfrm>
          <a:prstGeom prst="rect">
            <a:avLst/>
          </a:prstGeom>
        </p:spPr>
        <p:txBody>
          <a:bodyPr anchorCtr="0" anchor="t" bIns="91425" lIns="91425" spcFirstLastPara="1" rIns="91425" wrap="square" tIns="91425">
            <a:noAutofit/>
          </a:bodyPr>
          <a:lstStyle/>
          <a:p>
            <a:pPr indent="0" lvl="0" marL="0" rtl="0" algn="l">
              <a:spcBef>
                <a:spcPts val="360"/>
              </a:spcBef>
              <a:spcAft>
                <a:spcPts val="0"/>
              </a:spcAft>
              <a:buNone/>
            </a:pPr>
            <a:r>
              <a:rPr lang="en"/>
              <a:t>If you have any questions, feel free to contact the staff at: </a:t>
            </a:r>
            <a:r>
              <a:rPr lang="en" u="sng">
                <a:solidFill>
                  <a:schemeClr val="hlink"/>
                </a:solidFill>
                <a:hlinkClick r:id="rId3"/>
              </a:rPr>
              <a:t>members.openmainframeproject.org</a:t>
            </a:r>
            <a:r>
              <a:rPr lang="en"/>
              <a: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pen Mainframe Project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pen Mainframe Project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