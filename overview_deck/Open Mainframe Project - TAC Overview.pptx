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2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8.png"/><Relationship Id="rId4"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59.png"/><Relationship Id="rId5" Type="http://schemas.openxmlformats.org/officeDocument/2006/relationships/image" Target="../media/image52.png"/><Relationship Id="rId6" Type="http://schemas.openxmlformats.org/officeDocument/2006/relationships/image" Target="../media/image50.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0.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6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