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1.png"/><Relationship Id="rId4"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10.png"/><Relationship Id="rId4" Type="http://schemas.openxmlformats.org/officeDocument/2006/relationships/image" Target="../media/image3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3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3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3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44.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5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56.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