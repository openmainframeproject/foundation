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8.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5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0.png"/><Relationship Id="rId4" Type="http://schemas.openxmlformats.org/officeDocument/2006/relationships/image" Target="../media/image5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50.png"/><Relationship Id="rId6" Type="http://schemas.openxmlformats.org/officeDocument/2006/relationships/image" Target="../media/image49.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0.jpg"/><Relationship Id="rId11" Type="http://schemas.openxmlformats.org/officeDocument/2006/relationships/image" Target="../media/image59.jpg"/><Relationship Id="rId10" Type="http://schemas.openxmlformats.org/officeDocument/2006/relationships/hyperlink" Target="https://members.openmainframeproject.org" TargetMode="External"/><Relationship Id="rId13" Type="http://schemas.openxmlformats.org/officeDocument/2006/relationships/image" Target="../media/image58.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