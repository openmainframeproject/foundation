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g"/><Relationship Id="rId3"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 Id="rId3" Type="http://schemas.openxmlformats.org/officeDocument/2006/relationships/image" Target="../media/image5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36.png"/><Relationship Id="rId4"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4.png"/><Relationship Id="rId4" Type="http://schemas.openxmlformats.org/officeDocument/2006/relationships/image" Target="../media/image2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40.png"/><Relationship Id="rId4"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3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51.png"/><Relationship Id="rId6" Type="http://schemas.openxmlformats.org/officeDocument/2006/relationships/image" Target="../media/image46.png"/><Relationship Id="rId7" Type="http://schemas.openxmlformats.org/officeDocument/2006/relationships/image" Target="../media/image5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2.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2.jpg"/><Relationship Id="rId10" Type="http://schemas.openxmlformats.org/officeDocument/2006/relationships/hyperlink" Target="https://members.openmainframeproject.org" TargetMode="External"/><Relationship Id="rId13" Type="http://schemas.openxmlformats.org/officeDocument/2006/relationships/image" Target="../media/image61.png"/><Relationship Id="rId12"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