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 Id="rId3" Type="http://schemas.openxmlformats.org/officeDocument/2006/relationships/image" Target="../media/image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 Id="rId3" Type="http://schemas.openxmlformats.org/officeDocument/2006/relationships/image" Target="../media/image5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10.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23.png"/><Relationship Id="rId4" Type="http://schemas.openxmlformats.org/officeDocument/2006/relationships/image" Target="../media/image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35.png"/><Relationship Id="rId4" Type="http://schemas.openxmlformats.org/officeDocument/2006/relationships/image" Target="../media/image1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1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1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0.png"/><Relationship Id="rId4" Type="http://schemas.openxmlformats.org/officeDocument/2006/relationships/image" Target="../media/image1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3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36.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2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3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7.png"/><Relationship Id="rId3" Type="http://schemas.openxmlformats.org/officeDocument/2006/relationships/image" Target="../media/image3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2.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4.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3.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5.png"/><Relationship Id="rId4" Type="http://schemas.openxmlformats.org/officeDocument/2006/relationships/image" Target="../media/image49.png"/><Relationship Id="rId5" Type="http://schemas.openxmlformats.org/officeDocument/2006/relationships/image" Target="../media/image52.png"/><Relationship Id="rId6" Type="http://schemas.openxmlformats.org/officeDocument/2006/relationships/image" Target="../media/image58.png"/><Relationship Id="rId7" Type="http://schemas.openxmlformats.org/officeDocument/2006/relationships/image" Target="../media/image5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6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6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7.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7.jpg"/><Relationship Id="rId11" Type="http://schemas.openxmlformats.org/officeDocument/2006/relationships/image" Target="../media/image59.jpg"/><Relationship Id="rId10" Type="http://schemas.openxmlformats.org/officeDocument/2006/relationships/hyperlink" Target="https://members.openmainframeproject.org" TargetMode="External"/><Relationship Id="rId13" Type="http://schemas.openxmlformats.org/officeDocument/2006/relationships/image" Target="../media/image63.png"/><Relationship Id="rId12" Type="http://schemas.openxmlformats.org/officeDocument/2006/relationships/image" Target="../media/image60.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