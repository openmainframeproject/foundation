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jpg"/><Relationship Id="rId3"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 Id="rId3" Type="http://schemas.openxmlformats.org/officeDocument/2006/relationships/image" Target="../media/image5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2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7.png"/><Relationship Id="rId4" Type="http://schemas.openxmlformats.org/officeDocument/2006/relationships/image" Target="../media/image2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4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4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7.png"/><Relationship Id="rId4" Type="http://schemas.openxmlformats.org/officeDocument/2006/relationships/image" Target="../media/image53.png"/><Relationship Id="rId5" Type="http://schemas.openxmlformats.org/officeDocument/2006/relationships/image" Target="../media/image56.png"/><Relationship Id="rId6" Type="http://schemas.openxmlformats.org/officeDocument/2006/relationships/image" Target="../media/image48.png"/><Relationship Id="rId7" Type="http://schemas.openxmlformats.org/officeDocument/2006/relationships/image" Target="../media/image5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