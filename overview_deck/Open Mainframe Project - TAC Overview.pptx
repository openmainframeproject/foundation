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1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3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9.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2.png"/><Relationship Id="rId4" Type="http://schemas.openxmlformats.org/officeDocument/2006/relationships/image" Target="../media/image5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5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3.png"/><Relationship Id="rId4" Type="http://schemas.openxmlformats.org/officeDocument/2006/relationships/image" Target="../media/image5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62.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48.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3.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