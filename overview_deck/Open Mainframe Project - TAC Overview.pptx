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2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 Id="rId4"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0.png"/><Relationship Id="rId4"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1.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8.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