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 Id="rId3" Type="http://schemas.openxmlformats.org/officeDocument/2006/relationships/image" Target="../media/image6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9.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 Id="rId3" Type="http://schemas.openxmlformats.org/officeDocument/2006/relationships/image" Target="../media/image33.png"/><Relationship Id="rId4"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3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25.png"/><Relationship Id="rId4" Type="http://schemas.openxmlformats.org/officeDocument/2006/relationships/image" Target="../media/image3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3.png"/><Relationship Id="rId3" Type="http://schemas.openxmlformats.org/officeDocument/2006/relationships/image" Target="../media/image3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3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3.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4.png"/><Relationship Id="rId4" Type="http://schemas.openxmlformats.org/officeDocument/2006/relationships/image" Target="../media/image46.png"/><Relationship Id="rId5" Type="http://schemas.openxmlformats.org/officeDocument/2006/relationships/image" Target="../media/image45.png"/><Relationship Id="rId6" Type="http://schemas.openxmlformats.org/officeDocument/2006/relationships/image" Target="../media/image47.png"/><Relationship Id="rId7" Type="http://schemas.openxmlformats.org/officeDocument/2006/relationships/image" Target="../media/image5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3.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2.jpg"/><Relationship Id="rId11" Type="http://schemas.openxmlformats.org/officeDocument/2006/relationships/image" Target="../media/image56.jpg"/><Relationship Id="rId10" Type="http://schemas.openxmlformats.org/officeDocument/2006/relationships/hyperlink" Target="https://members.openmainframeproject.org" TargetMode="External"/><Relationship Id="rId13" Type="http://schemas.openxmlformats.org/officeDocument/2006/relationships/image" Target="../media/image59.png"/><Relationship Id="rId12" Type="http://schemas.openxmlformats.org/officeDocument/2006/relationships/image" Target="../media/image5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