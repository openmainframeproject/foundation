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png"/><Relationship Id="rId3" Type="http://schemas.openxmlformats.org/officeDocument/2006/relationships/image" Target="../media/image4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0.png"/><Relationship Id="rId4"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0.png"/><Relationship Id="rId4" Type="http://schemas.openxmlformats.org/officeDocument/2006/relationships/image" Target="../media/image2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7.png"/><Relationship Id="rId4" Type="http://schemas.openxmlformats.org/officeDocument/2006/relationships/image" Target="../media/image2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2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2.png"/><Relationship Id="rId4" Type="http://schemas.openxmlformats.org/officeDocument/2006/relationships/image" Target="../media/image44.png"/><Relationship Id="rId5" Type="http://schemas.openxmlformats.org/officeDocument/2006/relationships/image" Target="../media/image53.png"/><Relationship Id="rId6" Type="http://schemas.openxmlformats.org/officeDocument/2006/relationships/image" Target="../media/image49.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5.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61.jpg"/><Relationship Id="rId10" Type="http://schemas.openxmlformats.org/officeDocument/2006/relationships/hyperlink" Target="https://members.openmainframeproject.org" TargetMode="External"/><Relationship Id="rId13" Type="http://schemas.openxmlformats.org/officeDocument/2006/relationships/image" Target="../media/image56.png"/><Relationship Id="rId12"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