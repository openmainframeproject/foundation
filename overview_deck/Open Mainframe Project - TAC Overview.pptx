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png"/><Relationship Id="rId3" Type="http://schemas.openxmlformats.org/officeDocument/2006/relationships/image" Target="../media/image3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1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7.png"/><Relationship Id="rId4"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12.png"/><Relationship Id="rId4" Type="http://schemas.openxmlformats.org/officeDocument/2006/relationships/image" Target="../media/image3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3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8.png"/><Relationship Id="rId4" Type="http://schemas.openxmlformats.org/officeDocument/2006/relationships/image" Target="../media/image3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3.png"/><Relationship Id="rId4" Type="http://schemas.openxmlformats.org/officeDocument/2006/relationships/image" Target="../media/image51.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8.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64.jpg"/><Relationship Id="rId10" Type="http://schemas.openxmlformats.org/officeDocument/2006/relationships/hyperlink" Target="https://members.openmainframeproject.org" TargetMode="External"/><Relationship Id="rId13" Type="http://schemas.openxmlformats.org/officeDocument/2006/relationships/image" Target="../media/image62.png"/><Relationship Id="rId12" Type="http://schemas.openxmlformats.org/officeDocument/2006/relationships/image" Target="../media/image6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