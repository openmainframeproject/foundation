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 Id="rId3" Type="http://schemas.openxmlformats.org/officeDocument/2006/relationships/image" Target="../media/image1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 Id="rId3" Type="http://schemas.openxmlformats.org/officeDocument/2006/relationships/image" Target="../media/image6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g"/><Relationship Id="rId3" Type="http://schemas.openxmlformats.org/officeDocument/2006/relationships/image" Target="../media/image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8.png"/><Relationship Id="rId4"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image" Target="../media/image2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8.png"/><Relationship Id="rId4" Type="http://schemas.openxmlformats.org/officeDocument/2006/relationships/image" Target="../media/image2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3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7.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1.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7.jpg"/><Relationship Id="rId11" Type="http://schemas.openxmlformats.org/officeDocument/2006/relationships/image" Target="../media/image54.jpg"/><Relationship Id="rId10" Type="http://schemas.openxmlformats.org/officeDocument/2006/relationships/hyperlink" Target="https://members.openmainframeproject.org" TargetMode="External"/><Relationship Id="rId13" Type="http://schemas.openxmlformats.org/officeDocument/2006/relationships/image" Target="../media/image60.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