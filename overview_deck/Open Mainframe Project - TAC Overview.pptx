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 Id="rId3" Type="http://schemas.openxmlformats.org/officeDocument/2006/relationships/image" Target="../media/image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4.png"/><Relationship Id="rId4"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47.png"/><Relationship Id="rId4" Type="http://schemas.openxmlformats.org/officeDocument/2006/relationships/image" Target="../media/image2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2.png"/><Relationship Id="rId4" Type="http://schemas.openxmlformats.org/officeDocument/2006/relationships/image" Target="../media/image46.png"/><Relationship Id="rId5" Type="http://schemas.openxmlformats.org/officeDocument/2006/relationships/image" Target="../media/image45.png"/><Relationship Id="rId6" Type="http://schemas.openxmlformats.org/officeDocument/2006/relationships/image" Target="../media/image49.png"/><Relationship Id="rId7" Type="http://schemas.openxmlformats.org/officeDocument/2006/relationships/image" Target="../media/image5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9.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1.jpg"/><Relationship Id="rId11" Type="http://schemas.openxmlformats.org/officeDocument/2006/relationships/image" Target="../media/image56.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