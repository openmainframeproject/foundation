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jp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png"/><Relationship Id="rId3" Type="http://schemas.openxmlformats.org/officeDocument/2006/relationships/image" Target="../media/image6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6.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6.png"/><Relationship Id="rId4"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4.png"/><Relationship Id="rId4" Type="http://schemas.openxmlformats.org/officeDocument/2006/relationships/image" Target="../media/image3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3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19.png"/><Relationship Id="rId4" Type="http://schemas.openxmlformats.org/officeDocument/2006/relationships/image" Target="../media/image3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3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5.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5.png"/><Relationship Id="rId4" Type="http://schemas.openxmlformats.org/officeDocument/2006/relationships/image" Target="../media/image51.png"/><Relationship Id="rId5" Type="http://schemas.openxmlformats.org/officeDocument/2006/relationships/image" Target="../media/image49.png"/><Relationship Id="rId6" Type="http://schemas.openxmlformats.org/officeDocument/2006/relationships/image" Target="../media/image52.png"/><Relationship Id="rId7" Type="http://schemas.openxmlformats.org/officeDocument/2006/relationships/image" Target="../media/image4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5.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3.jpg"/><Relationship Id="rId11" Type="http://schemas.openxmlformats.org/officeDocument/2006/relationships/image" Target="../media/image59.jpg"/><Relationship Id="rId10" Type="http://schemas.openxmlformats.org/officeDocument/2006/relationships/hyperlink" Target="https://members.openmainframeproject.org" TargetMode="External"/><Relationship Id="rId13" Type="http://schemas.openxmlformats.org/officeDocument/2006/relationships/image" Target="../media/image60.png"/><Relationship Id="rId12"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