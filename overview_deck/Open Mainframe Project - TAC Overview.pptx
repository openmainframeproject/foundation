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1.jp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5.png"/><Relationship Id="rId3" Type="http://schemas.openxmlformats.org/officeDocument/2006/relationships/image" Target="../media/image63.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22.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9.png"/><Relationship Id="rId4" Type="http://schemas.openxmlformats.org/officeDocument/2006/relationships/image" Target="../media/image1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8.png"/><Relationship Id="rId4" Type="http://schemas.openxmlformats.org/officeDocument/2006/relationships/image" Target="../media/image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1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0.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1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30.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40.png"/><Relationship Id="rId4" Type="http://schemas.openxmlformats.org/officeDocument/2006/relationships/image" Target="../media/image1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2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 Id="rId3" Type="http://schemas.openxmlformats.org/officeDocument/2006/relationships/image" Target="../media/image39.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3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2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 Id="rId3" Type="http://schemas.openxmlformats.org/officeDocument/2006/relationships/image" Target="../media/image41.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3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0.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 Id="rId3" Type="http://schemas.openxmlformats.org/officeDocument/2006/relationships/image" Target="../media/image3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7.png"/><Relationship Id="rId4" Type="http://schemas.openxmlformats.org/officeDocument/2006/relationships/image" Target="../media/image49.png"/><Relationship Id="rId5" Type="http://schemas.openxmlformats.org/officeDocument/2006/relationships/image" Target="../media/image60.png"/><Relationship Id="rId6" Type="http://schemas.openxmlformats.org/officeDocument/2006/relationships/image" Target="../media/image48.png"/><Relationship Id="rId7" Type="http://schemas.openxmlformats.org/officeDocument/2006/relationships/image" Target="../media/image6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7.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6.jpg"/><Relationship Id="rId11" Type="http://schemas.openxmlformats.org/officeDocument/2006/relationships/image" Target="../media/image54.jpg"/><Relationship Id="rId10" Type="http://schemas.openxmlformats.org/officeDocument/2006/relationships/hyperlink" Target="https://members.openmainframeproject.org" TargetMode="External"/><Relationship Id="rId13" Type="http://schemas.openxmlformats.org/officeDocument/2006/relationships/image" Target="../media/image59.png"/><Relationship Id="rId12" Type="http://schemas.openxmlformats.org/officeDocument/2006/relationships/image" Target="../media/image55.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