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8.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5.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9.png"/><Relationship Id="rId4" Type="http://schemas.openxmlformats.org/officeDocument/2006/relationships/image" Target="../media/image48.png"/><Relationship Id="rId5" Type="http://schemas.openxmlformats.org/officeDocument/2006/relationships/image" Target="../media/image46.png"/><Relationship Id="rId6" Type="http://schemas.openxmlformats.org/officeDocument/2006/relationships/image" Target="../media/image50.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7.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