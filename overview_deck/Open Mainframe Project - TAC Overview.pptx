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8.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jpg"/><Relationship Id="rId3" Type="http://schemas.openxmlformats.org/officeDocument/2006/relationships/image" Target="../media/image9.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png"/><Relationship Id="rId3" Type="http://schemas.openxmlformats.org/officeDocument/2006/relationships/image" Target="../media/image2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8.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g"/><Relationship Id="rId3" Type="http://schemas.openxmlformats.org/officeDocument/2006/relationships/image" Target="../media/image13.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8.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19.png"/><Relationship Id="rId4" Type="http://schemas.openxmlformats.org/officeDocument/2006/relationships/image" Target="../media/image2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23.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26.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28.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 Id="rId3" Type="http://schemas.openxmlformats.org/officeDocument/2006/relationships/image" Target="../media/image31.png"/><Relationship Id="rId4" Type="http://schemas.openxmlformats.org/officeDocument/2006/relationships/image" Target="../media/image2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4.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4.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8.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8.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 Id="rId3" Type="http://schemas.openxmlformats.org/officeDocument/2006/relationships/image" Target="../media/image40.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5.png"/><Relationship Id="rId3" Type="http://schemas.openxmlformats.org/officeDocument/2006/relationships/image" Target="../media/image4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34.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4.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18.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18.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18.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4.png"/><Relationship Id="rId3" Type="http://schemas.openxmlformats.org/officeDocument/2006/relationships/image" Target="../media/image40.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8.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5.png"/><Relationship Id="rId3" Type="http://schemas.openxmlformats.org/officeDocument/2006/relationships/image" Target="../media/image41.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2.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4.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1.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image" Target="../media/image57.png"/><Relationship Id="rId6" Type="http://schemas.openxmlformats.org/officeDocument/2006/relationships/image" Target="../media/image54.png"/><Relationship Id="rId7" Type="http://schemas.openxmlformats.org/officeDocument/2006/relationships/image" Target="../media/image5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5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6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6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62.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8.jpg"/><Relationship Id="rId11" Type="http://schemas.openxmlformats.org/officeDocument/2006/relationships/image" Target="../media/image60.jpg"/><Relationship Id="rId10" Type="http://schemas.openxmlformats.org/officeDocument/2006/relationships/hyperlink" Target="https://members.openmainframeproject.org" TargetMode="External"/><Relationship Id="rId13" Type="http://schemas.openxmlformats.org/officeDocument/2006/relationships/image" Target="../media/image66.png"/><Relationship Id="rId12" Type="http://schemas.openxmlformats.org/officeDocument/2006/relationships/image" Target="../media/image59.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