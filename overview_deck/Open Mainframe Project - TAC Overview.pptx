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 Id="rId3" Type="http://schemas.openxmlformats.org/officeDocument/2006/relationships/image" Target="../media/image1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 Id="rId3" Type="http://schemas.openxmlformats.org/officeDocument/2006/relationships/image" Target="../media/image5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jpg"/><Relationship Id="rId3" Type="http://schemas.openxmlformats.org/officeDocument/2006/relationships/image" Target="../media/image28.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 Id="rId3" Type="http://schemas.openxmlformats.org/officeDocument/2006/relationships/image" Target="../media/image12.png"/><Relationship Id="rId4" Type="http://schemas.openxmlformats.org/officeDocument/2006/relationships/image" Target="../media/image6.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7.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0.png"/><Relationship Id="rId4" Type="http://schemas.openxmlformats.org/officeDocument/2006/relationships/image" Target="../media/image2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25.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33.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 Id="rId3" Type="http://schemas.openxmlformats.org/officeDocument/2006/relationships/image" Target="../media/image2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 Id="rId3" Type="http://schemas.openxmlformats.org/officeDocument/2006/relationships/image" Target="../media/image36.png"/><Relationship Id="rId4" Type="http://schemas.openxmlformats.org/officeDocument/2006/relationships/image" Target="../media/image2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5.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6.png"/><Relationship Id="rId3" Type="http://schemas.openxmlformats.org/officeDocument/2006/relationships/image" Target="../media/image4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9.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9.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 Id="rId3" Type="http://schemas.openxmlformats.org/officeDocument/2006/relationships/image" Target="../media/image3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6.png"/><Relationship Id="rId3" Type="http://schemas.openxmlformats.org/officeDocument/2006/relationships/image" Target="../media/image4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3.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4.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2.png"/><Relationship Id="rId4" Type="http://schemas.openxmlformats.org/officeDocument/2006/relationships/image" Target="../media/image44.png"/><Relationship Id="rId5" Type="http://schemas.openxmlformats.org/officeDocument/2006/relationships/image" Target="../media/image43.png"/><Relationship Id="rId6" Type="http://schemas.openxmlformats.org/officeDocument/2006/relationships/image" Target="../media/image46.png"/><Relationship Id="rId7" Type="http://schemas.openxmlformats.org/officeDocument/2006/relationships/image" Target="../media/image47.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4.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3.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59.png"/><Relationship Id="rId12" Type="http://schemas.openxmlformats.org/officeDocument/2006/relationships/image" Target="../media/image6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