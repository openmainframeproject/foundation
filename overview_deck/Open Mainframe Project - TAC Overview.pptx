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5.png"/><Relationship Id="rId4"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4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6.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