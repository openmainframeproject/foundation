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8.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jpg"/><Relationship Id="rId3" Type="http://schemas.openxmlformats.org/officeDocument/2006/relationships/image" Target="../media/image9.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5.png"/><Relationship Id="rId3" Type="http://schemas.openxmlformats.org/officeDocument/2006/relationships/image" Target="../media/image6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7.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3.png"/><Relationship Id="rId4"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7.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6.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26.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16.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30.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23.png"/><Relationship Id="rId4" Type="http://schemas.openxmlformats.org/officeDocument/2006/relationships/image" Target="../media/image2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1.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2.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37.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5.png"/><Relationship Id="rId3" Type="http://schemas.openxmlformats.org/officeDocument/2006/relationships/image" Target="../media/image4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31.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42.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42.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42.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1.png"/><Relationship Id="rId3" Type="http://schemas.openxmlformats.org/officeDocument/2006/relationships/image" Target="../media/image37.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0.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5.png"/><Relationship Id="rId3" Type="http://schemas.openxmlformats.org/officeDocument/2006/relationships/image" Target="../media/image4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2.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1.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3.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44.png"/><Relationship Id="rId4" Type="http://schemas.openxmlformats.org/officeDocument/2006/relationships/image" Target="../media/image49.png"/><Relationship Id="rId5" Type="http://schemas.openxmlformats.org/officeDocument/2006/relationships/image" Target="../media/image52.png"/><Relationship Id="rId6" Type="http://schemas.openxmlformats.org/officeDocument/2006/relationships/image" Target="../media/image47.png"/><Relationship Id="rId7" Type="http://schemas.openxmlformats.org/officeDocument/2006/relationships/image" Target="../media/image5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5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5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6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61.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4.jpg"/><Relationship Id="rId11" Type="http://schemas.openxmlformats.org/officeDocument/2006/relationships/image" Target="../media/image57.jpg"/><Relationship Id="rId10" Type="http://schemas.openxmlformats.org/officeDocument/2006/relationships/hyperlink" Target="https://members.openmainframeproject.org" TargetMode="External"/><Relationship Id="rId13" Type="http://schemas.openxmlformats.org/officeDocument/2006/relationships/image" Target="../media/image62.png"/><Relationship Id="rId12" Type="http://schemas.openxmlformats.org/officeDocument/2006/relationships/image" Target="../media/image54.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