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6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18.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6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 Id="rId3" Type="http://schemas.openxmlformats.org/officeDocument/2006/relationships/image" Target="../media/image6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9.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