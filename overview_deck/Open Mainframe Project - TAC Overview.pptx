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jp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 Id="rId3" Type="http://schemas.openxmlformats.org/officeDocument/2006/relationships/image" Target="../media/image6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9.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8.png"/><Relationship Id="rId4"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27.png"/><Relationship Id="rId4" Type="http://schemas.openxmlformats.org/officeDocument/2006/relationships/image" Target="../media/image3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3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9.png"/><Relationship Id="rId4" Type="http://schemas.openxmlformats.org/officeDocument/2006/relationships/image" Target="../media/image3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3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32.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4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 Id="rId3" Type="http://schemas.openxmlformats.org/officeDocument/2006/relationships/image" Target="../media/image38.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3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3.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59.png"/><Relationship Id="rId6" Type="http://schemas.openxmlformats.org/officeDocument/2006/relationships/image" Target="../media/image46.png"/><Relationship Id="rId7" Type="http://schemas.openxmlformats.org/officeDocument/2006/relationships/image" Target="../media/image4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6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6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61.png"/><Relationship Id="rId12" Type="http://schemas.openxmlformats.org/officeDocument/2006/relationships/image" Target="../media/image6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