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1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5.png"/><Relationship Id="rId4"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4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4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43.png"/><Relationship Id="rId5" Type="http://schemas.openxmlformats.org/officeDocument/2006/relationships/image" Target="../media/image53.png"/><Relationship Id="rId6" Type="http://schemas.openxmlformats.org/officeDocument/2006/relationships/image" Target="../media/image57.png"/><Relationship Id="rId7" Type="http://schemas.openxmlformats.org/officeDocument/2006/relationships/image" Target="../media/image6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7.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