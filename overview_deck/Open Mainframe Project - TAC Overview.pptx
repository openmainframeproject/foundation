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 Id="rId3" Type="http://schemas.openxmlformats.org/officeDocument/2006/relationships/image" Target="../media/image6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3.png"/><Relationship Id="rId4"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image" Target="../media/image4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4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4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2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5.png"/><Relationship Id="rId6" Type="http://schemas.openxmlformats.org/officeDocument/2006/relationships/image" Target="../media/image48.png"/><Relationship Id="rId7"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2.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3.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56.png"/><Relationship Id="rId12"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