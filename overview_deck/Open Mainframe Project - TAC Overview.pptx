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4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9.png"/><Relationship Id="rId4"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png"/><Relationship Id="rId4"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36.png"/><Relationship Id="rId4"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4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9.png"/><Relationship Id="rId4" Type="http://schemas.openxmlformats.org/officeDocument/2006/relationships/image" Target="../media/image51.png"/><Relationship Id="rId5" Type="http://schemas.openxmlformats.org/officeDocument/2006/relationships/image" Target="../media/image53.png"/><Relationship Id="rId6" Type="http://schemas.openxmlformats.org/officeDocument/2006/relationships/image" Target="../media/image55.png"/><Relationship Id="rId7" Type="http://schemas.openxmlformats.org/officeDocument/2006/relationships/image" Target="../media/image5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1.jpg"/><Relationship Id="rId10" Type="http://schemas.openxmlformats.org/officeDocument/2006/relationships/hyperlink" Target="https://members.openmainframeproject.org" TargetMode="External"/><Relationship Id="rId13" Type="http://schemas.openxmlformats.org/officeDocument/2006/relationships/image" Target="../media/image65.png"/><Relationship Id="rId12" Type="http://schemas.openxmlformats.org/officeDocument/2006/relationships/image" Target="../media/image6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