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5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4.png"/><Relationship Id="rId4" Type="http://schemas.openxmlformats.org/officeDocument/2006/relationships/image" Target="../media/image3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0.png"/><Relationship Id="rId4" Type="http://schemas.openxmlformats.org/officeDocument/2006/relationships/image" Target="../media/image3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4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48.png"/><Relationship Id="rId5" Type="http://schemas.openxmlformats.org/officeDocument/2006/relationships/image" Target="../media/image53.png"/><Relationship Id="rId6" Type="http://schemas.openxmlformats.org/officeDocument/2006/relationships/image" Target="../media/image49.png"/><Relationship Id="rId7" Type="http://schemas.openxmlformats.org/officeDocument/2006/relationships/image" Target="../media/image6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