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0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Relationship Id="rId3" Type="http://schemas.openxmlformats.org/officeDocument/2006/relationships/image" Target="../media/image5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Relationship Id="rId3" Type="http://schemas.openxmlformats.org/officeDocument/2006/relationships/image" Target="../media/image40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0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Relationship Id="rId3" Type="http://schemas.openxmlformats.org/officeDocument/2006/relationships/image" Target="../media/image6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33.png"/><Relationship Id="rId4" Type="http://schemas.openxmlformats.org/officeDocument/2006/relationships/image" Target="../media/image18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0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0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0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19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2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7.png"/><Relationship Id="rId4" Type="http://schemas.openxmlformats.org/officeDocument/2006/relationships/image" Target="../media/image21.png"/><Relationship Id="rId5" Type="http://schemas.openxmlformats.org/officeDocument/2006/relationships/image" Target="../media/image24.png"/><Relationship Id="rId6" Type="http://schemas.openxmlformats.org/officeDocument/2006/relationships/image" Target="../media/image31.png"/><Relationship Id="rId7" Type="http://schemas.openxmlformats.org/officeDocument/2006/relationships/image" Target="../media/image2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2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