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1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g"/><Relationship Id="rId3" Type="http://schemas.openxmlformats.org/officeDocument/2006/relationships/image" Target="../media/image14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3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5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