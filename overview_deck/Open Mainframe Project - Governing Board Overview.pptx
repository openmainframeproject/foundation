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jpg"/><Relationship Id="rId3" Type="http://schemas.openxmlformats.org/officeDocument/2006/relationships/image" Target="../media/image19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Relationship Id="rId3" Type="http://schemas.openxmlformats.org/officeDocument/2006/relationships/image" Target="../media/image39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25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8.png"/><Relationship Id="rId4" Type="http://schemas.openxmlformats.org/officeDocument/2006/relationships/image" Target="../media/image16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5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4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23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2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1.png"/><Relationship Id="rId4" Type="http://schemas.openxmlformats.org/officeDocument/2006/relationships/image" Target="../media/image26.png"/><Relationship Id="rId5" Type="http://schemas.openxmlformats.org/officeDocument/2006/relationships/image" Target="../media/image22.png"/><Relationship Id="rId6" Type="http://schemas.openxmlformats.org/officeDocument/2006/relationships/image" Target="../media/image24.png"/><Relationship Id="rId7" Type="http://schemas.openxmlformats.org/officeDocument/2006/relationships/image" Target="../media/image3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