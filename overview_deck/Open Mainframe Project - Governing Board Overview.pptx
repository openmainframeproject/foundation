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Relationship Id="rId3" Type="http://schemas.openxmlformats.org/officeDocument/2006/relationships/image" Target="../media/image1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3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36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7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15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2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24.png"/><Relationship Id="rId5" Type="http://schemas.openxmlformats.org/officeDocument/2006/relationships/image" Target="../media/image23.png"/><Relationship Id="rId6" Type="http://schemas.openxmlformats.org/officeDocument/2006/relationships/image" Target="../media/image22.png"/><Relationship Id="rId7" Type="http://schemas.openxmlformats.org/officeDocument/2006/relationships/image" Target="../media/image3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