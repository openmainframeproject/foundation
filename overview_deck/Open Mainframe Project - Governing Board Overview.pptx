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17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38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g"/><Relationship Id="rId3" Type="http://schemas.openxmlformats.org/officeDocument/2006/relationships/image" Target="../media/image16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image" Target="../media/image9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9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27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2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1.png"/><Relationship Id="rId4" Type="http://schemas.openxmlformats.org/officeDocument/2006/relationships/image" Target="../media/image22.png"/><Relationship Id="rId5" Type="http://schemas.openxmlformats.org/officeDocument/2006/relationships/image" Target="../media/image24.png"/><Relationship Id="rId6" Type="http://schemas.openxmlformats.org/officeDocument/2006/relationships/image" Target="../media/image35.png"/><Relationship Id="rId7" Type="http://schemas.openxmlformats.org/officeDocument/2006/relationships/image" Target="../media/image2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3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