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jpg"/><Relationship Id="rId3" Type="http://schemas.openxmlformats.org/officeDocument/2006/relationships/image" Target="../media/image1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1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0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5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Relationship Id="rId4" Type="http://schemas.openxmlformats.org/officeDocument/2006/relationships/image" Target="../media/image28.png"/><Relationship Id="rId5" Type="http://schemas.openxmlformats.org/officeDocument/2006/relationships/image" Target="../media/image23.png"/><Relationship Id="rId6" Type="http://schemas.openxmlformats.org/officeDocument/2006/relationships/image" Target="../media/image27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