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7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Relationship Id="rId3" Type="http://schemas.openxmlformats.org/officeDocument/2006/relationships/image" Target="../media/image39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6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8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30.png"/><Relationship Id="rId4" Type="http://schemas.openxmlformats.org/officeDocument/2006/relationships/image" Target="../media/image10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23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4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26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2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26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28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2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9.png"/><Relationship Id="rId4" Type="http://schemas.openxmlformats.org/officeDocument/2006/relationships/image" Target="../media/image24.png"/><Relationship Id="rId5" Type="http://schemas.openxmlformats.org/officeDocument/2006/relationships/image" Target="../media/image31.png"/><Relationship Id="rId6" Type="http://schemas.openxmlformats.org/officeDocument/2006/relationships/image" Target="../media/image25.png"/><Relationship Id="rId7" Type="http://schemas.openxmlformats.org/officeDocument/2006/relationships/image" Target="../media/image2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3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3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