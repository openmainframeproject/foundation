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3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jpg"/><Relationship Id="rId3" Type="http://schemas.openxmlformats.org/officeDocument/2006/relationships/image" Target="../media/image13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Relationship Id="rId3" Type="http://schemas.openxmlformats.org/officeDocument/2006/relationships/image" Target="../media/image39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31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Relationship Id="rId3" Type="http://schemas.openxmlformats.org/officeDocument/2006/relationships/image" Target="../media/image12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21.png"/><Relationship Id="rId4" Type="http://schemas.openxmlformats.org/officeDocument/2006/relationships/image" Target="../media/image15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9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31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31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31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18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0.png"/><Relationship Id="rId4" Type="http://schemas.openxmlformats.org/officeDocument/2006/relationships/image" Target="../media/image23.png"/><Relationship Id="rId5" Type="http://schemas.openxmlformats.org/officeDocument/2006/relationships/image" Target="../media/image29.png"/><Relationship Id="rId6" Type="http://schemas.openxmlformats.org/officeDocument/2006/relationships/image" Target="../media/image24.png"/><Relationship Id="rId7" Type="http://schemas.openxmlformats.org/officeDocument/2006/relationships/image" Target="../media/image3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3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