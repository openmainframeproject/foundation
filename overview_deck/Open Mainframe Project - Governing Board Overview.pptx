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2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jpg"/><Relationship Id="rId3" Type="http://schemas.openxmlformats.org/officeDocument/2006/relationships/image" Target="../media/image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36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27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0.png"/><Relationship Id="rId4" Type="http://schemas.openxmlformats.org/officeDocument/2006/relationships/image" Target="../media/image1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8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5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27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27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2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24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2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2.png"/><Relationship Id="rId4" Type="http://schemas.openxmlformats.org/officeDocument/2006/relationships/image" Target="../media/image25.png"/><Relationship Id="rId5" Type="http://schemas.openxmlformats.org/officeDocument/2006/relationships/image" Target="../media/image30.png"/><Relationship Id="rId6" Type="http://schemas.openxmlformats.org/officeDocument/2006/relationships/image" Target="../media/image29.png"/><Relationship Id="rId7" Type="http://schemas.openxmlformats.org/officeDocument/2006/relationships/image" Target="../media/image3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