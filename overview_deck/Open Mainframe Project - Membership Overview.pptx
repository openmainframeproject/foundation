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2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5.png"/><Relationship Id="rId4" Type="http://schemas.openxmlformats.org/officeDocument/2006/relationships/image" Target="../media/image37.png"/><Relationship Id="rId5" Type="http://schemas.openxmlformats.org/officeDocument/2006/relationships/image" Target="../media/image39.png"/><Relationship Id="rId6" Type="http://schemas.openxmlformats.org/officeDocument/2006/relationships/image" Target="../media/image45.png"/><Relationship Id="rId7" Type="http://schemas.openxmlformats.org/officeDocument/2006/relationships/image" Target="../media/image52.png"/></Relationships>
</file>

<file path=ppt/slides/_rels/slide4.xml.rels><?xml version="1.0" encoding="UTF-8" standalone="yes"?><Relationships xmlns="http://schemas.openxmlformats.org/package/2006/relationships"><Relationship Id="rId11" Type="http://schemas.openxmlformats.org/officeDocument/2006/relationships/image" Target="../media/image50.png"/><Relationship Id="rId10" Type="http://schemas.openxmlformats.org/officeDocument/2006/relationships/image" Target="../media/image46.png"/><Relationship Id="rId13" Type="http://schemas.openxmlformats.org/officeDocument/2006/relationships/image" Target="../media/image53.png"/><Relationship Id="rId12" Type="http://schemas.openxmlformats.org/officeDocument/2006/relationships/image" Target="../media/image5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41.png"/><Relationship Id="rId9" Type="http://schemas.openxmlformats.org/officeDocument/2006/relationships/image" Target="../media/image49.png"/><Relationship Id="rId15" Type="http://schemas.openxmlformats.org/officeDocument/2006/relationships/image" Target="../media/image55.png"/><Relationship Id="rId14" Type="http://schemas.openxmlformats.org/officeDocument/2006/relationships/image" Target="../media/image54.png"/><Relationship Id="rId17" Type="http://schemas.openxmlformats.org/officeDocument/2006/relationships/image" Target="../media/image57.png"/><Relationship Id="rId16" Type="http://schemas.openxmlformats.org/officeDocument/2006/relationships/image" Target="../media/image56.png"/><Relationship Id="rId5" Type="http://schemas.openxmlformats.org/officeDocument/2006/relationships/image" Target="../media/image42.png"/><Relationship Id="rId6" Type="http://schemas.openxmlformats.org/officeDocument/2006/relationships/image" Target="../media/image43.png"/><Relationship Id="rId7" Type="http://schemas.openxmlformats.org/officeDocument/2006/relationships/image" Target="../media/image48.png"/><Relationship Id="rId8" Type="http://schemas.openxmlformats.org/officeDocument/2006/relationships/image" Target="../media/image4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0.png"/></Relationships>
</file>

<file path=ppt/slides/_rels/slide31.xml.rels><?xml version="1.0" encoding="UTF-8" standalone="yes"?><Relationships xmlns="http://schemas.openxmlformats.org/package/2006/relationships"><Relationship Id="rId11" Type="http://schemas.openxmlformats.org/officeDocument/2006/relationships/image" Target="../media/image73.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9.png"/><Relationship Id="rId12" Type="http://schemas.openxmlformats.org/officeDocument/2006/relationships/image" Target="../media/image71.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4.png"/><Relationship Id="rId14" Type="http://schemas.openxmlformats.org/officeDocument/2006/relationships/image" Target="../media/image87.png"/><Relationship Id="rId17" Type="http://schemas.openxmlformats.org/officeDocument/2006/relationships/image" Target="../media/image77.png"/><Relationship Id="rId16" Type="http://schemas.openxmlformats.org/officeDocument/2006/relationships/image" Target="../media/image75.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8.png"/><Relationship Id="rId5" Type="http://schemas.openxmlformats.org/officeDocument/2006/relationships/image" Target="../media/image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