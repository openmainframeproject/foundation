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5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5.png"/><Relationship Id="rId3" Type="http://schemas.openxmlformats.org/officeDocument/2006/relationships/image" Target="../media/image9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5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5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5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1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28.png"/><Relationship Id="rId6" Type="http://schemas.openxmlformats.org/officeDocument/2006/relationships/image" Target="../media/image34.png"/><Relationship Id="rId7" Type="http://schemas.openxmlformats.org/officeDocument/2006/relationships/image" Target="../media/image32.png"/></Relationships>
</file>

<file path=ppt/slides/_rels/slide4.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47.png"/><Relationship Id="rId13" Type="http://schemas.openxmlformats.org/officeDocument/2006/relationships/image" Target="../media/image49.png"/><Relationship Id="rId12" Type="http://schemas.openxmlformats.org/officeDocument/2006/relationships/image" Target="../media/image43.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36.png"/><Relationship Id="rId9" Type="http://schemas.openxmlformats.org/officeDocument/2006/relationships/image" Target="../media/image42.png"/><Relationship Id="rId15" Type="http://schemas.openxmlformats.org/officeDocument/2006/relationships/image" Target="../media/image48.png"/><Relationship Id="rId14" Type="http://schemas.openxmlformats.org/officeDocument/2006/relationships/image" Target="../media/image45.png"/><Relationship Id="rId17" Type="http://schemas.openxmlformats.org/officeDocument/2006/relationships/image" Target="../media/image50.png"/><Relationship Id="rId16" Type="http://schemas.openxmlformats.org/officeDocument/2006/relationships/image" Target="../media/image46.png"/><Relationship Id="rId5" Type="http://schemas.openxmlformats.org/officeDocument/2006/relationships/image" Target="../media/image39.png"/><Relationship Id="rId6" Type="http://schemas.openxmlformats.org/officeDocument/2006/relationships/image" Target="../media/image38.png"/><Relationship Id="rId7" Type="http://schemas.openxmlformats.org/officeDocument/2006/relationships/image" Target="../media/image40.png"/><Relationship Id="rId8" Type="http://schemas.openxmlformats.org/officeDocument/2006/relationships/image" Target="../media/image5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5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3.png"/><Relationship Id="rId6" Type="http://schemas.openxmlformats.org/officeDocument/2006/relationships/image" Target="../media/image66.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68.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7.png"/><Relationship Id="rId12" Type="http://schemas.openxmlformats.org/officeDocument/2006/relationships/image" Target="../media/image67.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1.png"/><Relationship Id="rId14" Type="http://schemas.openxmlformats.org/officeDocument/2006/relationships/image" Target="../media/image86.png"/><Relationship Id="rId17" Type="http://schemas.openxmlformats.org/officeDocument/2006/relationships/image" Target="../media/image73.png"/><Relationship Id="rId16" Type="http://schemas.openxmlformats.org/officeDocument/2006/relationships/image" Target="../media/image70.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4.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2.png"/><Relationship Id="rId5" Type="http://schemas.openxmlformats.org/officeDocument/2006/relationships/image" Target="../media/image8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7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8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