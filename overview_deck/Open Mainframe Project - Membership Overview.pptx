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40.png"/><Relationship Id="rId5" Type="http://schemas.openxmlformats.org/officeDocument/2006/relationships/image" Target="../media/image48.png"/><Relationship Id="rId6" Type="http://schemas.openxmlformats.org/officeDocument/2006/relationships/image" Target="../media/image29.png"/><Relationship Id="rId7" Type="http://schemas.openxmlformats.org/officeDocument/2006/relationships/image" Target="../media/image28.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38.png"/><Relationship Id="rId13" Type="http://schemas.openxmlformats.org/officeDocument/2006/relationships/image" Target="../media/image41.png"/><Relationship Id="rId12" Type="http://schemas.openxmlformats.org/officeDocument/2006/relationships/image" Target="../media/image57.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65.png"/><Relationship Id="rId9" Type="http://schemas.openxmlformats.org/officeDocument/2006/relationships/image" Target="../media/image45.png"/><Relationship Id="rId15" Type="http://schemas.openxmlformats.org/officeDocument/2006/relationships/image" Target="../media/image63.png"/><Relationship Id="rId14" Type="http://schemas.openxmlformats.org/officeDocument/2006/relationships/image" Target="../media/image49.png"/><Relationship Id="rId17" Type="http://schemas.openxmlformats.org/officeDocument/2006/relationships/image" Target="../media/image44.png"/><Relationship Id="rId16" Type="http://schemas.openxmlformats.org/officeDocument/2006/relationships/image" Target="../media/image43.png"/><Relationship Id="rId5" Type="http://schemas.openxmlformats.org/officeDocument/2006/relationships/image" Target="../media/image36.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8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7.png"/><Relationship Id="rId6" Type="http://schemas.openxmlformats.org/officeDocument/2006/relationships/image" Target="../media/image5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7.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1.png"/><Relationship Id="rId14" Type="http://schemas.openxmlformats.org/officeDocument/2006/relationships/image" Target="../media/image87.png"/><Relationship Id="rId17" Type="http://schemas.openxmlformats.org/officeDocument/2006/relationships/image" Target="../media/image69.png"/><Relationship Id="rId16" Type="http://schemas.openxmlformats.org/officeDocument/2006/relationships/image" Target="../media/image64.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