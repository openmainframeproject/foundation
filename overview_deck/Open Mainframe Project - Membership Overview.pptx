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3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4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4.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30.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43.png"/><Relationship Id="rId10" Type="http://schemas.openxmlformats.org/officeDocument/2006/relationships/image" Target="../media/image39.png"/><Relationship Id="rId13" Type="http://schemas.openxmlformats.org/officeDocument/2006/relationships/image" Target="../media/image47.png"/><Relationship Id="rId12" Type="http://schemas.openxmlformats.org/officeDocument/2006/relationships/image" Target="../media/image4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1.png"/><Relationship Id="rId4" Type="http://schemas.openxmlformats.org/officeDocument/2006/relationships/image" Target="../media/image38.png"/><Relationship Id="rId9" Type="http://schemas.openxmlformats.org/officeDocument/2006/relationships/image" Target="../media/image36.png"/><Relationship Id="rId15" Type="http://schemas.openxmlformats.org/officeDocument/2006/relationships/image" Target="../media/image40.png"/><Relationship Id="rId14" Type="http://schemas.openxmlformats.org/officeDocument/2006/relationships/image" Target="../media/image46.png"/><Relationship Id="rId17" Type="http://schemas.openxmlformats.org/officeDocument/2006/relationships/image" Target="../media/image57.png"/><Relationship Id="rId16" Type="http://schemas.openxmlformats.org/officeDocument/2006/relationships/image" Target="../media/image49.png"/><Relationship Id="rId5" Type="http://schemas.openxmlformats.org/officeDocument/2006/relationships/image" Target="../media/image45.png"/><Relationship Id="rId6" Type="http://schemas.openxmlformats.org/officeDocument/2006/relationships/image" Target="../media/image54.png"/><Relationship Id="rId7" Type="http://schemas.openxmlformats.org/officeDocument/2006/relationships/image" Target="../media/image37.png"/><Relationship Id="rId8" Type="http://schemas.openxmlformats.org/officeDocument/2006/relationships/image" Target="../media/image3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59.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6.png"/><Relationship Id="rId12" Type="http://schemas.openxmlformats.org/officeDocument/2006/relationships/image" Target="../media/image71.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6.png"/><Relationship Id="rId17" Type="http://schemas.openxmlformats.org/officeDocument/2006/relationships/image" Target="../media/image81.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2.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5.png"/><Relationship Id="rId5" Type="http://schemas.openxmlformats.org/officeDocument/2006/relationships/image" Target="../media/image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7.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