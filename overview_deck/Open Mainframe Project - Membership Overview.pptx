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5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png"/><Relationship Id="rId3" Type="http://schemas.openxmlformats.org/officeDocument/2006/relationships/image" Target="../media/image6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5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 Id="rId3" Type="http://schemas.openxmlformats.org/officeDocument/2006/relationships/image" Target="../media/image2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5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5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5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5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5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5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8.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40.png"/><Relationship Id="rId7" Type="http://schemas.openxmlformats.org/officeDocument/2006/relationships/image" Target="../media/image36.png"/></Relationships>
</file>

<file path=ppt/slides/_rels/slide4.xml.rels><?xml version="1.0" encoding="UTF-8" standalone="yes"?><Relationships xmlns="http://schemas.openxmlformats.org/package/2006/relationships"><Relationship Id="rId11" Type="http://schemas.openxmlformats.org/officeDocument/2006/relationships/image" Target="../media/image56.png"/><Relationship Id="rId10" Type="http://schemas.openxmlformats.org/officeDocument/2006/relationships/image" Target="../media/image39.png"/><Relationship Id="rId13" Type="http://schemas.openxmlformats.org/officeDocument/2006/relationships/image" Target="../media/image66.png"/><Relationship Id="rId12" Type="http://schemas.openxmlformats.org/officeDocument/2006/relationships/image" Target="../media/image5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6.png"/><Relationship Id="rId4" Type="http://schemas.openxmlformats.org/officeDocument/2006/relationships/image" Target="../media/image43.png"/><Relationship Id="rId9" Type="http://schemas.openxmlformats.org/officeDocument/2006/relationships/image" Target="../media/image71.png"/><Relationship Id="rId15" Type="http://schemas.openxmlformats.org/officeDocument/2006/relationships/image" Target="../media/image49.png"/><Relationship Id="rId14" Type="http://schemas.openxmlformats.org/officeDocument/2006/relationships/image" Target="../media/image47.png"/><Relationship Id="rId17" Type="http://schemas.openxmlformats.org/officeDocument/2006/relationships/image" Target="../media/image54.png"/><Relationship Id="rId16"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2.png"/><Relationship Id="rId7" Type="http://schemas.openxmlformats.org/officeDocument/2006/relationships/image" Target="../media/image35.png"/><Relationship Id="rId8" Type="http://schemas.openxmlformats.org/officeDocument/2006/relationships/image" Target="../media/image4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3.png"/><Relationship Id="rId6" Type="http://schemas.openxmlformats.org/officeDocument/2006/relationships/image" Target="../media/image72.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9.png"/></Relationships>
</file>

<file path=ppt/slides/_rels/slide31.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0.png"/><Relationship Id="rId12" Type="http://schemas.openxmlformats.org/officeDocument/2006/relationships/image" Target="../media/image62.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8.png"/><Relationship Id="rId14" Type="http://schemas.openxmlformats.org/officeDocument/2006/relationships/image" Target="../media/image87.png"/><Relationship Id="rId17" Type="http://schemas.openxmlformats.org/officeDocument/2006/relationships/image" Target="../media/image76.png"/><Relationship Id="rId16" Type="http://schemas.openxmlformats.org/officeDocument/2006/relationships/image" Target="../media/image85.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80.png"/><Relationship Id="rId5" Type="http://schemas.openxmlformats.org/officeDocument/2006/relationships/image" Target="../media/image7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