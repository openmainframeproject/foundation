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7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1.png"/><Relationship Id="rId4" Type="http://schemas.openxmlformats.org/officeDocument/2006/relationships/image" Target="../media/image29.png"/><Relationship Id="rId5" Type="http://schemas.openxmlformats.org/officeDocument/2006/relationships/image" Target="../media/image28.png"/><Relationship Id="rId6" Type="http://schemas.openxmlformats.org/officeDocument/2006/relationships/image" Target="../media/image34.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5.png"/><Relationship Id="rId10" Type="http://schemas.openxmlformats.org/officeDocument/2006/relationships/image" Target="../media/image41.png"/><Relationship Id="rId13" Type="http://schemas.openxmlformats.org/officeDocument/2006/relationships/image" Target="../media/image56.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38.png"/><Relationship Id="rId9" Type="http://schemas.openxmlformats.org/officeDocument/2006/relationships/image" Target="../media/image42.png"/><Relationship Id="rId15" Type="http://schemas.openxmlformats.org/officeDocument/2006/relationships/image" Target="../media/image46.png"/><Relationship Id="rId14" Type="http://schemas.openxmlformats.org/officeDocument/2006/relationships/image" Target="../media/image48.png"/><Relationship Id="rId17" Type="http://schemas.openxmlformats.org/officeDocument/2006/relationships/image" Target="../media/image47.png"/><Relationship Id="rId16" Type="http://schemas.openxmlformats.org/officeDocument/2006/relationships/image" Target="../media/image59.png"/><Relationship Id="rId5" Type="http://schemas.openxmlformats.org/officeDocument/2006/relationships/image" Target="../media/image44.png"/><Relationship Id="rId6" Type="http://schemas.openxmlformats.org/officeDocument/2006/relationships/image" Target="../media/image49.png"/><Relationship Id="rId7" Type="http://schemas.openxmlformats.org/officeDocument/2006/relationships/image" Target="../media/image39.png"/><Relationship Id="rId8" Type="http://schemas.openxmlformats.org/officeDocument/2006/relationships/image" Target="../media/image6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7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8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9.png"/><Relationship Id="rId12" Type="http://schemas.openxmlformats.org/officeDocument/2006/relationships/image" Target="../media/image7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8.png"/><Relationship Id="rId14" Type="http://schemas.openxmlformats.org/officeDocument/2006/relationships/image" Target="../media/image86.png"/><Relationship Id="rId17" Type="http://schemas.openxmlformats.org/officeDocument/2006/relationships/image" Target="../media/image71.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