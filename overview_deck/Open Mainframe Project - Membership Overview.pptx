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4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1" Type="http://schemas.openxmlformats.org/officeDocument/2006/relationships/image" Target="../media/image49.png"/><Relationship Id="rId10" Type="http://schemas.openxmlformats.org/officeDocument/2006/relationships/image" Target="../media/image38.png"/><Relationship Id="rId13" Type="http://schemas.openxmlformats.org/officeDocument/2006/relationships/image" Target="../media/image56.png"/><Relationship Id="rId12" Type="http://schemas.openxmlformats.org/officeDocument/2006/relationships/image" Target="../media/image5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42.png"/><Relationship Id="rId15" Type="http://schemas.openxmlformats.org/officeDocument/2006/relationships/image" Target="../media/image44.png"/><Relationship Id="rId14" Type="http://schemas.openxmlformats.org/officeDocument/2006/relationships/image" Target="../media/image69.png"/><Relationship Id="rId17" Type="http://schemas.openxmlformats.org/officeDocument/2006/relationships/image" Target="../media/image45.png"/><Relationship Id="rId16" Type="http://schemas.openxmlformats.org/officeDocument/2006/relationships/image" Target="../media/image53.png"/><Relationship Id="rId5" Type="http://schemas.openxmlformats.org/officeDocument/2006/relationships/image" Target="../media/image61.png"/><Relationship Id="rId6" Type="http://schemas.openxmlformats.org/officeDocument/2006/relationships/image" Target="../media/image64.png"/><Relationship Id="rId7" Type="http://schemas.openxmlformats.org/officeDocument/2006/relationships/image" Target="../media/image36.png"/><Relationship Id="rId8"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7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8.png"/><Relationship Id="rId12" Type="http://schemas.openxmlformats.org/officeDocument/2006/relationships/image" Target="../media/image58.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7.png"/><Relationship Id="rId14" Type="http://schemas.openxmlformats.org/officeDocument/2006/relationships/image" Target="../media/image83.png"/><Relationship Id="rId17" Type="http://schemas.openxmlformats.org/officeDocument/2006/relationships/image" Target="../media/image84.png"/><Relationship Id="rId16" Type="http://schemas.openxmlformats.org/officeDocument/2006/relationships/image" Target="../media/image72.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