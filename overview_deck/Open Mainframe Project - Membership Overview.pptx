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 Id="rId3" Type="http://schemas.openxmlformats.org/officeDocument/2006/relationships/image" Target="../media/image8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7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2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7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3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2.png"/><Relationship Id="rId4" Type="http://schemas.openxmlformats.org/officeDocument/2006/relationships/image" Target="../media/image29.png"/><Relationship Id="rId5" Type="http://schemas.openxmlformats.org/officeDocument/2006/relationships/image" Target="../media/image54.png"/><Relationship Id="rId6" Type="http://schemas.openxmlformats.org/officeDocument/2006/relationships/image" Target="../media/image34.png"/><Relationship Id="rId7" Type="http://schemas.openxmlformats.org/officeDocument/2006/relationships/image" Target="../media/image68.png"/></Relationships>
</file>

<file path=ppt/slides/_rels/slide4.xml.rels><?xml version="1.0" encoding="UTF-8" standalone="yes"?><Relationships xmlns="http://schemas.openxmlformats.org/package/2006/relationships"><Relationship Id="rId11" Type="http://schemas.openxmlformats.org/officeDocument/2006/relationships/image" Target="../media/image44.png"/><Relationship Id="rId10" Type="http://schemas.openxmlformats.org/officeDocument/2006/relationships/image" Target="../media/image42.png"/><Relationship Id="rId13" Type="http://schemas.openxmlformats.org/officeDocument/2006/relationships/image" Target="../media/image77.png"/><Relationship Id="rId12" Type="http://schemas.openxmlformats.org/officeDocument/2006/relationships/image" Target="../media/image4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0.png"/><Relationship Id="rId4" Type="http://schemas.openxmlformats.org/officeDocument/2006/relationships/image" Target="../media/image33.png"/><Relationship Id="rId9" Type="http://schemas.openxmlformats.org/officeDocument/2006/relationships/image" Target="../media/image41.png"/><Relationship Id="rId15" Type="http://schemas.openxmlformats.org/officeDocument/2006/relationships/image" Target="../media/image45.png"/><Relationship Id="rId14" Type="http://schemas.openxmlformats.org/officeDocument/2006/relationships/image" Target="../media/image65.png"/><Relationship Id="rId17" Type="http://schemas.openxmlformats.org/officeDocument/2006/relationships/image" Target="../media/image47.png"/><Relationship Id="rId16" Type="http://schemas.openxmlformats.org/officeDocument/2006/relationships/image" Target="../media/image56.png"/><Relationship Id="rId5" Type="http://schemas.openxmlformats.org/officeDocument/2006/relationships/image" Target="../media/image38.png"/><Relationship Id="rId6" Type="http://schemas.openxmlformats.org/officeDocument/2006/relationships/image" Target="../media/image35.png"/><Relationship Id="rId7" Type="http://schemas.openxmlformats.org/officeDocument/2006/relationships/image" Target="../media/image39.png"/><Relationship Id="rId8" Type="http://schemas.openxmlformats.org/officeDocument/2006/relationships/image" Target="../media/image4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4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4.png"/></Relationships>
</file>

<file path=ppt/slides/_rels/slide31.xml.rels><?xml version="1.0" encoding="UTF-8" standalone="yes"?><Relationships xmlns="http://schemas.openxmlformats.org/package/2006/relationships"><Relationship Id="rId11" Type="http://schemas.openxmlformats.org/officeDocument/2006/relationships/image" Target="../media/image67.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1.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1.png"/><Relationship Id="rId14" Type="http://schemas.openxmlformats.org/officeDocument/2006/relationships/image" Target="../media/image87.png"/><Relationship Id="rId17" Type="http://schemas.openxmlformats.org/officeDocument/2006/relationships/image" Target="../media/image73.png"/><Relationship Id="rId16" Type="http://schemas.openxmlformats.org/officeDocument/2006/relationships/image" Target="../media/image69.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8.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