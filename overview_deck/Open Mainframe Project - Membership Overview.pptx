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 Id="rId3" Type="http://schemas.openxmlformats.org/officeDocument/2006/relationships/image" Target="../media/image8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43.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37.png"/><Relationship Id="rId13" Type="http://schemas.openxmlformats.org/officeDocument/2006/relationships/image" Target="../media/image41.png"/><Relationship Id="rId12" Type="http://schemas.openxmlformats.org/officeDocument/2006/relationships/image" Target="../media/image5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8.png"/><Relationship Id="rId4" Type="http://schemas.openxmlformats.org/officeDocument/2006/relationships/image" Target="../media/image39.png"/><Relationship Id="rId9" Type="http://schemas.openxmlformats.org/officeDocument/2006/relationships/image" Target="../media/image36.png"/><Relationship Id="rId15" Type="http://schemas.openxmlformats.org/officeDocument/2006/relationships/image" Target="../media/image42.png"/><Relationship Id="rId14" Type="http://schemas.openxmlformats.org/officeDocument/2006/relationships/image" Target="../media/image74.png"/><Relationship Id="rId17" Type="http://schemas.openxmlformats.org/officeDocument/2006/relationships/image" Target="../media/image49.png"/><Relationship Id="rId16" Type="http://schemas.openxmlformats.org/officeDocument/2006/relationships/image" Target="../media/image45.png"/><Relationship Id="rId5" Type="http://schemas.openxmlformats.org/officeDocument/2006/relationships/image" Target="../media/image34.png"/><Relationship Id="rId6" Type="http://schemas.openxmlformats.org/officeDocument/2006/relationships/image" Target="../media/image33.png"/><Relationship Id="rId7" Type="http://schemas.openxmlformats.org/officeDocument/2006/relationships/image" Target="../media/image48.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7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6.png"/><Relationship Id="rId17" Type="http://schemas.openxmlformats.org/officeDocument/2006/relationships/image" Target="../media/image76.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