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 Id="rId3" Type="http://schemas.openxmlformats.org/officeDocument/2006/relationships/image" Target="../media/image8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2.png"/><Relationship Id="rId4" Type="http://schemas.openxmlformats.org/officeDocument/2006/relationships/image" Target="../media/image27.png"/><Relationship Id="rId5" Type="http://schemas.openxmlformats.org/officeDocument/2006/relationships/image" Target="../media/image35.png"/><Relationship Id="rId6" Type="http://schemas.openxmlformats.org/officeDocument/2006/relationships/image" Target="../media/image37.png"/><Relationship Id="rId7" Type="http://schemas.openxmlformats.org/officeDocument/2006/relationships/image" Target="../media/image36.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39.png"/><Relationship Id="rId13" Type="http://schemas.openxmlformats.org/officeDocument/2006/relationships/image" Target="../media/image48.png"/><Relationship Id="rId12" Type="http://schemas.openxmlformats.org/officeDocument/2006/relationships/image" Target="../media/image5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7.png"/><Relationship Id="rId4" Type="http://schemas.openxmlformats.org/officeDocument/2006/relationships/image" Target="../media/image51.png"/><Relationship Id="rId9" Type="http://schemas.openxmlformats.org/officeDocument/2006/relationships/image" Target="../media/image40.png"/><Relationship Id="rId15" Type="http://schemas.openxmlformats.org/officeDocument/2006/relationships/image" Target="../media/image52.png"/><Relationship Id="rId14" Type="http://schemas.openxmlformats.org/officeDocument/2006/relationships/image" Target="../media/image59.png"/><Relationship Id="rId17" Type="http://schemas.openxmlformats.org/officeDocument/2006/relationships/image" Target="../media/image54.png"/><Relationship Id="rId16" Type="http://schemas.openxmlformats.org/officeDocument/2006/relationships/image" Target="../media/image43.png"/><Relationship Id="rId5" Type="http://schemas.openxmlformats.org/officeDocument/2006/relationships/image" Target="../media/image31.png"/><Relationship Id="rId6" Type="http://schemas.openxmlformats.org/officeDocument/2006/relationships/image" Target="../media/image44.png"/><Relationship Id="rId7" Type="http://schemas.openxmlformats.org/officeDocument/2006/relationships/image" Target="../media/image41.png"/><Relationship Id="rId8" Type="http://schemas.openxmlformats.org/officeDocument/2006/relationships/image" Target="../media/image4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9.png"/><Relationship Id="rId12" Type="http://schemas.openxmlformats.org/officeDocument/2006/relationships/image" Target="../media/image8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3.png"/><Relationship Id="rId17" Type="http://schemas.openxmlformats.org/officeDocument/2006/relationships/image" Target="../media/image71.png"/><Relationship Id="rId16" Type="http://schemas.openxmlformats.org/officeDocument/2006/relationships/image" Target="../media/image74.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