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3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0.png"/><Relationship Id="rId10" Type="http://schemas.openxmlformats.org/officeDocument/2006/relationships/image" Target="../media/image39.png"/><Relationship Id="rId13" Type="http://schemas.openxmlformats.org/officeDocument/2006/relationships/image" Target="../media/image72.png"/><Relationship Id="rId12" Type="http://schemas.openxmlformats.org/officeDocument/2006/relationships/image" Target="../media/image4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3.png"/><Relationship Id="rId4" Type="http://schemas.openxmlformats.org/officeDocument/2006/relationships/image" Target="../media/image36.png"/><Relationship Id="rId9" Type="http://schemas.openxmlformats.org/officeDocument/2006/relationships/image" Target="../media/image43.png"/><Relationship Id="rId15" Type="http://schemas.openxmlformats.org/officeDocument/2006/relationships/image" Target="../media/image47.png"/><Relationship Id="rId14" Type="http://schemas.openxmlformats.org/officeDocument/2006/relationships/image" Target="../media/image42.png"/><Relationship Id="rId17" Type="http://schemas.openxmlformats.org/officeDocument/2006/relationships/image" Target="../media/image45.png"/><Relationship Id="rId16" Type="http://schemas.openxmlformats.org/officeDocument/2006/relationships/image" Target="../media/image46.png"/><Relationship Id="rId5" Type="http://schemas.openxmlformats.org/officeDocument/2006/relationships/image" Target="../media/image34.png"/><Relationship Id="rId6" Type="http://schemas.openxmlformats.org/officeDocument/2006/relationships/image" Target="../media/image65.png"/><Relationship Id="rId7" Type="http://schemas.openxmlformats.org/officeDocument/2006/relationships/image" Target="../media/image37.png"/><Relationship Id="rId8"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6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3.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9.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7.png"/><Relationship Id="rId14" Type="http://schemas.openxmlformats.org/officeDocument/2006/relationships/image" Target="../media/image84.png"/><Relationship Id="rId17" Type="http://schemas.openxmlformats.org/officeDocument/2006/relationships/image" Target="../media/image73.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