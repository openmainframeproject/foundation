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31.png"/><Relationship Id="rId5" Type="http://schemas.openxmlformats.org/officeDocument/2006/relationships/image" Target="../media/image30.png"/><Relationship Id="rId6" Type="http://schemas.openxmlformats.org/officeDocument/2006/relationships/image" Target="../media/image28.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38.png"/><Relationship Id="rId13" Type="http://schemas.openxmlformats.org/officeDocument/2006/relationships/image" Target="../media/image46.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7.png"/><Relationship Id="rId15" Type="http://schemas.openxmlformats.org/officeDocument/2006/relationships/image" Target="../media/image44.png"/><Relationship Id="rId14" Type="http://schemas.openxmlformats.org/officeDocument/2006/relationships/image" Target="../media/image50.png"/><Relationship Id="rId17" Type="http://schemas.openxmlformats.org/officeDocument/2006/relationships/image" Target="../media/image47.png"/><Relationship Id="rId16" Type="http://schemas.openxmlformats.org/officeDocument/2006/relationships/image" Target="../media/image51.png"/><Relationship Id="rId5" Type="http://schemas.openxmlformats.org/officeDocument/2006/relationships/image" Target="../media/image36.png"/><Relationship Id="rId6" Type="http://schemas.openxmlformats.org/officeDocument/2006/relationships/image" Target="../media/image35.png"/><Relationship Id="rId7" Type="http://schemas.openxmlformats.org/officeDocument/2006/relationships/image" Target="../media/image39.png"/><Relationship Id="rId8" Type="http://schemas.openxmlformats.org/officeDocument/2006/relationships/image" Target="../media/image4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6.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1.png"/><Relationship Id="rId17" Type="http://schemas.openxmlformats.org/officeDocument/2006/relationships/image" Target="../media/image70.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