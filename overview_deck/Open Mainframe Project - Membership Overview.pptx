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5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37.png"/><Relationship Id="rId10" Type="http://schemas.openxmlformats.org/officeDocument/2006/relationships/image" Target="../media/image41.png"/><Relationship Id="rId13" Type="http://schemas.openxmlformats.org/officeDocument/2006/relationships/image" Target="../media/image64.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70.png"/><Relationship Id="rId4" Type="http://schemas.openxmlformats.org/officeDocument/2006/relationships/image" Target="../media/image36.png"/><Relationship Id="rId9" Type="http://schemas.openxmlformats.org/officeDocument/2006/relationships/image" Target="../media/image46.png"/><Relationship Id="rId15" Type="http://schemas.openxmlformats.org/officeDocument/2006/relationships/image" Target="../media/image44.png"/><Relationship Id="rId14" Type="http://schemas.openxmlformats.org/officeDocument/2006/relationships/image" Target="../media/image53.png"/><Relationship Id="rId17" Type="http://schemas.openxmlformats.org/officeDocument/2006/relationships/image" Target="../media/image54.png"/><Relationship Id="rId16" Type="http://schemas.openxmlformats.org/officeDocument/2006/relationships/image" Target="../media/image48.png"/><Relationship Id="rId5" Type="http://schemas.openxmlformats.org/officeDocument/2006/relationships/image" Target="../media/image43.png"/><Relationship Id="rId6" Type="http://schemas.openxmlformats.org/officeDocument/2006/relationships/image" Target="../media/image38.png"/><Relationship Id="rId7" Type="http://schemas.openxmlformats.org/officeDocument/2006/relationships/image" Target="../media/image35.png"/><Relationship Id="rId8" Type="http://schemas.openxmlformats.org/officeDocument/2006/relationships/image" Target="../media/image6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3.png"/><Relationship Id="rId14" Type="http://schemas.openxmlformats.org/officeDocument/2006/relationships/image" Target="../media/image85.png"/><Relationship Id="rId17" Type="http://schemas.openxmlformats.org/officeDocument/2006/relationships/image" Target="../media/image81.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