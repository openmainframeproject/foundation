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g"/><Relationship Id="rId3"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 Id="rId3" Type="http://schemas.openxmlformats.org/officeDocument/2006/relationships/image" Target="../media/image1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8.png"/><Relationship Id="rId6" Type="http://schemas.openxmlformats.org/officeDocument/2006/relationships/image" Target="../media/image32.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38.png"/><Relationship Id="rId10" Type="http://schemas.openxmlformats.org/officeDocument/2006/relationships/image" Target="../media/image42.png"/><Relationship Id="rId13" Type="http://schemas.openxmlformats.org/officeDocument/2006/relationships/image" Target="../media/image43.png"/><Relationship Id="rId12" Type="http://schemas.openxmlformats.org/officeDocument/2006/relationships/image" Target="../media/image68.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52.png"/><Relationship Id="rId9" Type="http://schemas.openxmlformats.org/officeDocument/2006/relationships/image" Target="../media/image58.png"/><Relationship Id="rId15" Type="http://schemas.openxmlformats.org/officeDocument/2006/relationships/image" Target="../media/image45.png"/><Relationship Id="rId14" Type="http://schemas.openxmlformats.org/officeDocument/2006/relationships/image" Target="../media/image41.png"/><Relationship Id="rId17" Type="http://schemas.openxmlformats.org/officeDocument/2006/relationships/image" Target="../media/image50.png"/><Relationship Id="rId16" Type="http://schemas.openxmlformats.org/officeDocument/2006/relationships/image" Target="../media/image46.png"/><Relationship Id="rId5" Type="http://schemas.openxmlformats.org/officeDocument/2006/relationships/image" Target="../media/image39.png"/><Relationship Id="rId6" Type="http://schemas.openxmlformats.org/officeDocument/2006/relationships/image" Target="../media/image36.png"/><Relationship Id="rId7" Type="http://schemas.openxmlformats.org/officeDocument/2006/relationships/image" Target="../media/image72.png"/><Relationship Id="rId8" Type="http://schemas.openxmlformats.org/officeDocument/2006/relationships/image" Target="../media/image5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4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2.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6.png"/><Relationship Id="rId14" Type="http://schemas.openxmlformats.org/officeDocument/2006/relationships/image" Target="../media/image85.png"/><Relationship Id="rId17" Type="http://schemas.openxmlformats.org/officeDocument/2006/relationships/image" Target="../media/image67.png"/><Relationship Id="rId16" Type="http://schemas.openxmlformats.org/officeDocument/2006/relationships/image" Target="../media/image6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78.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