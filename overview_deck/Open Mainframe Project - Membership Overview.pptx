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27.png"/><Relationship Id="rId6" Type="http://schemas.openxmlformats.org/officeDocument/2006/relationships/image" Target="../media/image33.png"/><Relationship Id="rId7" Type="http://schemas.openxmlformats.org/officeDocument/2006/relationships/image" Target="../media/image35.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43.png"/><Relationship Id="rId13" Type="http://schemas.openxmlformats.org/officeDocument/2006/relationships/image" Target="../media/image41.png"/><Relationship Id="rId12" Type="http://schemas.openxmlformats.org/officeDocument/2006/relationships/image" Target="../media/image4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image" Target="../media/image38.png"/><Relationship Id="rId15" Type="http://schemas.openxmlformats.org/officeDocument/2006/relationships/image" Target="../media/image46.png"/><Relationship Id="rId14" Type="http://schemas.openxmlformats.org/officeDocument/2006/relationships/image" Target="../media/image44.png"/><Relationship Id="rId17" Type="http://schemas.openxmlformats.org/officeDocument/2006/relationships/image" Target="../media/image50.png"/><Relationship Id="rId16" Type="http://schemas.openxmlformats.org/officeDocument/2006/relationships/image" Target="../media/image47.png"/><Relationship Id="rId5" Type="http://schemas.openxmlformats.org/officeDocument/2006/relationships/image" Target="../media/image61.png"/><Relationship Id="rId6" Type="http://schemas.openxmlformats.org/officeDocument/2006/relationships/image" Target="../media/image60.png"/><Relationship Id="rId7" Type="http://schemas.openxmlformats.org/officeDocument/2006/relationships/image" Target="../media/image36.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11" Type="http://schemas.openxmlformats.org/officeDocument/2006/relationships/image" Target="../media/image6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9.png"/><Relationship Id="rId12" Type="http://schemas.openxmlformats.org/officeDocument/2006/relationships/image" Target="../media/image6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7.png"/><Relationship Id="rId14" Type="http://schemas.openxmlformats.org/officeDocument/2006/relationships/image" Target="../media/image80.png"/><Relationship Id="rId17" Type="http://schemas.openxmlformats.org/officeDocument/2006/relationships/image" Target="../media/image70.png"/><Relationship Id="rId16" Type="http://schemas.openxmlformats.org/officeDocument/2006/relationships/image" Target="../media/image6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8.png"/><Relationship Id="rId5" Type="http://schemas.openxmlformats.org/officeDocument/2006/relationships/image" Target="../media/image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