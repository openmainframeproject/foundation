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5.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41.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51.png"/><Relationship Id="rId10" Type="http://schemas.openxmlformats.org/officeDocument/2006/relationships/image" Target="../media/image48.png"/><Relationship Id="rId13" Type="http://schemas.openxmlformats.org/officeDocument/2006/relationships/image" Target="../media/image60.png"/><Relationship Id="rId12" Type="http://schemas.openxmlformats.org/officeDocument/2006/relationships/image" Target="../media/image5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49.png"/><Relationship Id="rId15" Type="http://schemas.openxmlformats.org/officeDocument/2006/relationships/image" Target="../media/image63.png"/><Relationship Id="rId14" Type="http://schemas.openxmlformats.org/officeDocument/2006/relationships/image" Target="../media/image54.png"/><Relationship Id="rId17" Type="http://schemas.openxmlformats.org/officeDocument/2006/relationships/image" Target="../media/image53.png"/><Relationship Id="rId16" Type="http://schemas.openxmlformats.org/officeDocument/2006/relationships/image" Target="../media/image52.png"/><Relationship Id="rId5" Type="http://schemas.openxmlformats.org/officeDocument/2006/relationships/image" Target="../media/image44.png"/><Relationship Id="rId6" Type="http://schemas.openxmlformats.org/officeDocument/2006/relationships/image" Target="../media/image43.png"/><Relationship Id="rId7" Type="http://schemas.openxmlformats.org/officeDocument/2006/relationships/image" Target="../media/image45.png"/><Relationship Id="rId8"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8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11" Type="http://schemas.openxmlformats.org/officeDocument/2006/relationships/image" Target="../media/image68.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7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2.png"/><Relationship Id="rId14" Type="http://schemas.openxmlformats.org/officeDocument/2006/relationships/image" Target="../media/image87.png"/><Relationship Id="rId17" Type="http://schemas.openxmlformats.org/officeDocument/2006/relationships/image" Target="../media/image74.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5.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