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 Id="rId3" Type="http://schemas.openxmlformats.org/officeDocument/2006/relationships/image" Target="../media/image4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29.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0.png"/><Relationship Id="rId13" Type="http://schemas.openxmlformats.org/officeDocument/2006/relationships/image" Target="../media/image42.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41.png"/><Relationship Id="rId9" Type="http://schemas.openxmlformats.org/officeDocument/2006/relationships/image" Target="../media/image39.png"/><Relationship Id="rId15" Type="http://schemas.openxmlformats.org/officeDocument/2006/relationships/image" Target="../media/image58.png"/><Relationship Id="rId14" Type="http://schemas.openxmlformats.org/officeDocument/2006/relationships/image" Target="../media/image48.png"/><Relationship Id="rId17" Type="http://schemas.openxmlformats.org/officeDocument/2006/relationships/image" Target="../media/image49.png"/><Relationship Id="rId16" Type="http://schemas.openxmlformats.org/officeDocument/2006/relationships/image" Target="../media/image59.png"/><Relationship Id="rId5" Type="http://schemas.openxmlformats.org/officeDocument/2006/relationships/image" Target="../media/image54.png"/><Relationship Id="rId6" Type="http://schemas.openxmlformats.org/officeDocument/2006/relationships/image" Target="../media/image33.png"/><Relationship Id="rId7" Type="http://schemas.openxmlformats.org/officeDocument/2006/relationships/image" Target="../media/image38.png"/><Relationship Id="rId8"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8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7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6.png"/><Relationship Id="rId17" Type="http://schemas.openxmlformats.org/officeDocument/2006/relationships/image" Target="../media/image76.png"/><Relationship Id="rId16" Type="http://schemas.openxmlformats.org/officeDocument/2006/relationships/image" Target="../media/image6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5.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