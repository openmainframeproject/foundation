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3.png"/><Relationship Id="rId3" Type="http://schemas.openxmlformats.org/officeDocument/2006/relationships/image" Target="../media/image8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8.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1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31.png"/><Relationship Id="rId5" Type="http://schemas.openxmlformats.org/officeDocument/2006/relationships/image" Target="../media/image29.png"/><Relationship Id="rId6" Type="http://schemas.openxmlformats.org/officeDocument/2006/relationships/image" Target="../media/image34.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39.png"/><Relationship Id="rId13" Type="http://schemas.openxmlformats.org/officeDocument/2006/relationships/image" Target="../media/image46.png"/><Relationship Id="rId12" Type="http://schemas.openxmlformats.org/officeDocument/2006/relationships/image" Target="../media/image48.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50.png"/><Relationship Id="rId9" Type="http://schemas.openxmlformats.org/officeDocument/2006/relationships/image" Target="../media/image41.png"/><Relationship Id="rId15" Type="http://schemas.openxmlformats.org/officeDocument/2006/relationships/image" Target="../media/image47.png"/><Relationship Id="rId14" Type="http://schemas.openxmlformats.org/officeDocument/2006/relationships/image" Target="../media/image43.png"/><Relationship Id="rId17" Type="http://schemas.openxmlformats.org/officeDocument/2006/relationships/image" Target="../media/image51.png"/><Relationship Id="rId16" Type="http://schemas.openxmlformats.org/officeDocument/2006/relationships/image" Target="../media/image49.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4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6.png"/><Relationship Id="rId6" Type="http://schemas.openxmlformats.org/officeDocument/2006/relationships/image" Target="../media/image65.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4.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5.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0.png"/><Relationship Id="rId14" Type="http://schemas.openxmlformats.org/officeDocument/2006/relationships/image" Target="../media/image87.png"/><Relationship Id="rId17" Type="http://schemas.openxmlformats.org/officeDocument/2006/relationships/image" Target="../media/image72.png"/><Relationship Id="rId16" Type="http://schemas.openxmlformats.org/officeDocument/2006/relationships/image" Target="../media/image68.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9.png"/><Relationship Id="rId5" Type="http://schemas.openxmlformats.org/officeDocument/2006/relationships/image" Target="../media/image7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6.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