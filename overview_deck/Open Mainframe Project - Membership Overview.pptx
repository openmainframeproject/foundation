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 Id="rId3"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 Id="rId3" Type="http://schemas.openxmlformats.org/officeDocument/2006/relationships/image" Target="../media/image4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37.png"/><Relationship Id="rId6" Type="http://schemas.openxmlformats.org/officeDocument/2006/relationships/image" Target="../media/image56.png"/><Relationship Id="rId7" Type="http://schemas.openxmlformats.org/officeDocument/2006/relationships/image" Target="../media/image45.png"/></Relationships>
</file>

<file path=ppt/slides/_rels/slide4.xml.rels><?xml version="1.0" encoding="UTF-8" standalone="yes"?><Relationships xmlns="http://schemas.openxmlformats.org/package/2006/relationships"><Relationship Id="rId11" Type="http://schemas.openxmlformats.org/officeDocument/2006/relationships/image" Target="../media/image42.png"/><Relationship Id="rId10" Type="http://schemas.openxmlformats.org/officeDocument/2006/relationships/image" Target="../media/image39.png"/><Relationship Id="rId13" Type="http://schemas.openxmlformats.org/officeDocument/2006/relationships/image" Target="../media/image51.png"/><Relationship Id="rId12" Type="http://schemas.openxmlformats.org/officeDocument/2006/relationships/image" Target="../media/image50.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8.png"/><Relationship Id="rId4" Type="http://schemas.openxmlformats.org/officeDocument/2006/relationships/image" Target="../media/image43.png"/><Relationship Id="rId9" Type="http://schemas.openxmlformats.org/officeDocument/2006/relationships/image" Target="../media/image52.png"/><Relationship Id="rId15" Type="http://schemas.openxmlformats.org/officeDocument/2006/relationships/image" Target="../media/image55.png"/><Relationship Id="rId14" Type="http://schemas.openxmlformats.org/officeDocument/2006/relationships/image" Target="../media/image58.png"/><Relationship Id="rId17" Type="http://schemas.openxmlformats.org/officeDocument/2006/relationships/image" Target="../media/image57.png"/><Relationship Id="rId16" Type="http://schemas.openxmlformats.org/officeDocument/2006/relationships/image" Target="../media/image48.png"/><Relationship Id="rId5" Type="http://schemas.openxmlformats.org/officeDocument/2006/relationships/image" Target="../media/image35.png"/><Relationship Id="rId6" Type="http://schemas.openxmlformats.org/officeDocument/2006/relationships/image" Target="../media/image40.png"/><Relationship Id="rId7" Type="http://schemas.openxmlformats.org/officeDocument/2006/relationships/image" Target="../media/image36.png"/><Relationship Id="rId8" Type="http://schemas.openxmlformats.org/officeDocument/2006/relationships/image" Target="../media/image4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6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0.png"/><Relationship Id="rId6" Type="http://schemas.openxmlformats.org/officeDocument/2006/relationships/image" Target="../media/image7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7.png"/></Relationships>
</file>

<file path=ppt/slides/_rels/slide31.xml.rels><?xml version="1.0" encoding="UTF-8" standalone="yes"?><Relationships xmlns="http://schemas.openxmlformats.org/package/2006/relationships"><Relationship Id="rId11" Type="http://schemas.openxmlformats.org/officeDocument/2006/relationships/image" Target="../media/image71.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7.png"/><Relationship Id="rId12" Type="http://schemas.openxmlformats.org/officeDocument/2006/relationships/image" Target="../media/image65.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81.png"/><Relationship Id="rId14" Type="http://schemas.openxmlformats.org/officeDocument/2006/relationships/image" Target="../media/image86.png"/><Relationship Id="rId17" Type="http://schemas.openxmlformats.org/officeDocument/2006/relationships/image" Target="../media/image80.png"/><Relationship Id="rId16" Type="http://schemas.openxmlformats.org/officeDocument/2006/relationships/image" Target="../media/image79.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3.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84.png"/><Relationship Id="rId5" Type="http://schemas.openxmlformats.org/officeDocument/2006/relationships/image" Target="../media/image7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90.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7.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