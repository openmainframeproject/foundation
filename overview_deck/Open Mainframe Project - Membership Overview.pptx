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g"/><Relationship Id="rId3" Type="http://schemas.openxmlformats.org/officeDocument/2006/relationships/image" Target="../media/image3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2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9.png"/><Relationship Id="rId7" Type="http://schemas.openxmlformats.org/officeDocument/2006/relationships/image" Target="../media/image34.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41.png"/><Relationship Id="rId13" Type="http://schemas.openxmlformats.org/officeDocument/2006/relationships/image" Target="../media/image45.png"/><Relationship Id="rId12" Type="http://schemas.openxmlformats.org/officeDocument/2006/relationships/image" Target="../media/image4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image" Target="../media/image39.png"/><Relationship Id="rId15" Type="http://schemas.openxmlformats.org/officeDocument/2006/relationships/image" Target="../media/image46.png"/><Relationship Id="rId14" Type="http://schemas.openxmlformats.org/officeDocument/2006/relationships/image" Target="../media/image43.png"/><Relationship Id="rId17" Type="http://schemas.openxmlformats.org/officeDocument/2006/relationships/image" Target="../media/image48.png"/><Relationship Id="rId16" Type="http://schemas.openxmlformats.org/officeDocument/2006/relationships/image" Target="../media/image49.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64.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11" Type="http://schemas.openxmlformats.org/officeDocument/2006/relationships/image" Target="../media/image66.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5.png"/><Relationship Id="rId17" Type="http://schemas.openxmlformats.org/officeDocument/2006/relationships/image" Target="../media/image72.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0.png"/><Relationship Id="rId5" Type="http://schemas.openxmlformats.org/officeDocument/2006/relationships/image" Target="../media/image7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9.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