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9.jpg"/><Relationship Id="rId3" Type="http://schemas.openxmlformats.org/officeDocument/2006/relationships/image" Target="../media/image7.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6.png"/><Relationship Id="rId3" Type="http://schemas.openxmlformats.org/officeDocument/2006/relationships/image" Target="../media/image78.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20.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23.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1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7.png"/><Relationship Id="rId3" Type="http://schemas.openxmlformats.org/officeDocument/2006/relationships/image" Target="../media/image25.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23.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10.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1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7.png"/><Relationship Id="rId3" Type="http://schemas.openxmlformats.org/officeDocument/2006/relationships/image" Target="../media/image25.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3.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26.png"/><Relationship Id="rId4" Type="http://schemas.openxmlformats.org/officeDocument/2006/relationships/image" Target="../media/image28.png"/><Relationship Id="rId5" Type="http://schemas.openxmlformats.org/officeDocument/2006/relationships/image" Target="../media/image27.png"/><Relationship Id="rId6" Type="http://schemas.openxmlformats.org/officeDocument/2006/relationships/image" Target="../media/image34.png"/><Relationship Id="rId7" Type="http://schemas.openxmlformats.org/officeDocument/2006/relationships/image" Target="../media/image33.png"/></Relationships>
</file>

<file path=ppt/slides/_rels/slide4.xml.rels><?xml version="1.0" encoding="UTF-8" standalone="yes"?><Relationships xmlns="http://schemas.openxmlformats.org/package/2006/relationships"><Relationship Id="rId11" Type="http://schemas.openxmlformats.org/officeDocument/2006/relationships/image" Target="../media/image48.png"/><Relationship Id="rId10" Type="http://schemas.openxmlformats.org/officeDocument/2006/relationships/image" Target="../media/image45.png"/><Relationship Id="rId13" Type="http://schemas.openxmlformats.org/officeDocument/2006/relationships/image" Target="../media/image59.png"/><Relationship Id="rId12" Type="http://schemas.openxmlformats.org/officeDocument/2006/relationships/image" Target="../media/image4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35.png"/><Relationship Id="rId4" Type="http://schemas.openxmlformats.org/officeDocument/2006/relationships/image" Target="../media/image32.png"/><Relationship Id="rId9" Type="http://schemas.openxmlformats.org/officeDocument/2006/relationships/image" Target="../media/image41.png"/><Relationship Id="rId15" Type="http://schemas.openxmlformats.org/officeDocument/2006/relationships/image" Target="../media/image44.png"/><Relationship Id="rId14" Type="http://schemas.openxmlformats.org/officeDocument/2006/relationships/image" Target="../media/image53.png"/><Relationship Id="rId17" Type="http://schemas.openxmlformats.org/officeDocument/2006/relationships/image" Target="../media/image69.png"/><Relationship Id="rId16" Type="http://schemas.openxmlformats.org/officeDocument/2006/relationships/image" Target="../media/image50.png"/><Relationship Id="rId5" Type="http://schemas.openxmlformats.org/officeDocument/2006/relationships/image" Target="../media/image49.png"/><Relationship Id="rId6" Type="http://schemas.openxmlformats.org/officeDocument/2006/relationships/image" Target="../media/image52.png"/><Relationship Id="rId7" Type="http://schemas.openxmlformats.org/officeDocument/2006/relationships/image" Target="../media/image37.png"/><Relationship Id="rId8" Type="http://schemas.openxmlformats.org/officeDocument/2006/relationships/image" Target="../media/image38.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8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5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8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5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70.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70.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7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58.png"/><Relationship Id="rId6" Type="http://schemas.openxmlformats.org/officeDocument/2006/relationships/image" Target="../media/image62.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65.png"/></Relationships>
</file>

<file path=ppt/slides/_rels/slide31.xml.rels><?xml version="1.0" encoding="UTF-8" standalone="yes"?><Relationships xmlns="http://schemas.openxmlformats.org/package/2006/relationships"><Relationship Id="rId11" Type="http://schemas.openxmlformats.org/officeDocument/2006/relationships/image" Target="../media/image61.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3.png"/><Relationship Id="rId12" Type="http://schemas.openxmlformats.org/officeDocument/2006/relationships/image" Target="../media/image60.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64.png"/><Relationship Id="rId14" Type="http://schemas.openxmlformats.org/officeDocument/2006/relationships/image" Target="../media/image87.png"/><Relationship Id="rId17" Type="http://schemas.openxmlformats.org/officeDocument/2006/relationships/image" Target="../media/image79.png"/><Relationship Id="rId16" Type="http://schemas.openxmlformats.org/officeDocument/2006/relationships/image" Target="../media/image74.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1.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67.png"/><Relationship Id="rId5" Type="http://schemas.openxmlformats.org/officeDocument/2006/relationships/image" Target="../media/image7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8.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7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0.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7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