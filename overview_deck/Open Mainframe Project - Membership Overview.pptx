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 Id="rId3" Type="http://schemas.openxmlformats.org/officeDocument/2006/relationships/image" Target="../media/image8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8.png"/><Relationship Id="rId4" Type="http://schemas.openxmlformats.org/officeDocument/2006/relationships/image" Target="../media/image58.png"/><Relationship Id="rId5" Type="http://schemas.openxmlformats.org/officeDocument/2006/relationships/image" Target="../media/image31.png"/><Relationship Id="rId6" Type="http://schemas.openxmlformats.org/officeDocument/2006/relationships/image" Target="../media/image37.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4.png"/><Relationship Id="rId10" Type="http://schemas.openxmlformats.org/officeDocument/2006/relationships/image" Target="../media/image48.png"/><Relationship Id="rId13" Type="http://schemas.openxmlformats.org/officeDocument/2006/relationships/image" Target="../media/image41.png"/><Relationship Id="rId12" Type="http://schemas.openxmlformats.org/officeDocument/2006/relationships/image" Target="../media/image39.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5.png"/><Relationship Id="rId4" Type="http://schemas.openxmlformats.org/officeDocument/2006/relationships/image" Target="../media/image33.png"/><Relationship Id="rId9" Type="http://schemas.openxmlformats.org/officeDocument/2006/relationships/image" Target="../media/image38.png"/><Relationship Id="rId15" Type="http://schemas.openxmlformats.org/officeDocument/2006/relationships/image" Target="../media/image43.png"/><Relationship Id="rId14" Type="http://schemas.openxmlformats.org/officeDocument/2006/relationships/image" Target="../media/image40.png"/><Relationship Id="rId17" Type="http://schemas.openxmlformats.org/officeDocument/2006/relationships/image" Target="../media/image64.png"/><Relationship Id="rId16" Type="http://schemas.openxmlformats.org/officeDocument/2006/relationships/image" Target="../media/image53.png"/><Relationship Id="rId5" Type="http://schemas.openxmlformats.org/officeDocument/2006/relationships/image" Target="../media/image35.png"/><Relationship Id="rId6" Type="http://schemas.openxmlformats.org/officeDocument/2006/relationships/image" Target="../media/image47.png"/><Relationship Id="rId7" Type="http://schemas.openxmlformats.org/officeDocument/2006/relationships/image" Target="../media/image36.png"/><Relationship Id="rId8"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8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3.png"/><Relationship Id="rId6" Type="http://schemas.openxmlformats.org/officeDocument/2006/relationships/image" Target="../media/image79.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11" Type="http://schemas.openxmlformats.org/officeDocument/2006/relationships/image" Target="../media/image67.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2.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9.png"/><Relationship Id="rId14" Type="http://schemas.openxmlformats.org/officeDocument/2006/relationships/image" Target="../media/image81.png"/><Relationship Id="rId17" Type="http://schemas.openxmlformats.org/officeDocument/2006/relationships/image" Target="../media/image83.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7.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