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7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2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7.png"/><Relationship Id="rId4" Type="http://schemas.openxmlformats.org/officeDocument/2006/relationships/image" Target="../media/image39.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36.png"/><Relationship Id="rId13" Type="http://schemas.openxmlformats.org/officeDocument/2006/relationships/image" Target="../media/image62.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4.png"/><Relationship Id="rId4" Type="http://schemas.openxmlformats.org/officeDocument/2006/relationships/image" Target="../media/image49.png"/><Relationship Id="rId9" Type="http://schemas.openxmlformats.org/officeDocument/2006/relationships/image" Target="../media/image40.png"/><Relationship Id="rId15" Type="http://schemas.openxmlformats.org/officeDocument/2006/relationships/image" Target="../media/image46.png"/><Relationship Id="rId14" Type="http://schemas.openxmlformats.org/officeDocument/2006/relationships/image" Target="../media/image54.png"/><Relationship Id="rId17" Type="http://schemas.openxmlformats.org/officeDocument/2006/relationships/image" Target="../media/image53.png"/><Relationship Id="rId16"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image" Target="../media/image47.png"/><Relationship Id="rId7" Type="http://schemas.openxmlformats.org/officeDocument/2006/relationships/image" Target="../media/image38.png"/><Relationship Id="rId8" Type="http://schemas.openxmlformats.org/officeDocument/2006/relationships/image" Target="../media/image3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8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8.png"/><Relationship Id="rId6" Type="http://schemas.openxmlformats.org/officeDocument/2006/relationships/image" Target="../media/image5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66.png"/><Relationship Id="rId12" Type="http://schemas.openxmlformats.org/officeDocument/2006/relationships/image" Target="../media/image7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1.png"/><Relationship Id="rId17" Type="http://schemas.openxmlformats.org/officeDocument/2006/relationships/image" Target="../media/image70.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0.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3.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