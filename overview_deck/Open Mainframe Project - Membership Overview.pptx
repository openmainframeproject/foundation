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6.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s>
</file>

<file path=ppt/slides/_rels/slide4.xml.rels><?xml version="1.0" encoding="UTF-8" standalone="yes"?><Relationships xmlns="http://schemas.openxmlformats.org/package/2006/relationships"><Relationship Id="rId11" Type="http://schemas.openxmlformats.org/officeDocument/2006/relationships/image" Target="../media/image54.png"/><Relationship Id="rId10" Type="http://schemas.openxmlformats.org/officeDocument/2006/relationships/image" Target="../media/image48.png"/><Relationship Id="rId13" Type="http://schemas.openxmlformats.org/officeDocument/2006/relationships/image" Target="../media/image53.png"/><Relationship Id="rId12" Type="http://schemas.openxmlformats.org/officeDocument/2006/relationships/image" Target="../media/image5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47.png"/><Relationship Id="rId15" Type="http://schemas.openxmlformats.org/officeDocument/2006/relationships/image" Target="../media/image56.png"/><Relationship Id="rId14" Type="http://schemas.openxmlformats.org/officeDocument/2006/relationships/image" Target="../media/image52.png"/><Relationship Id="rId17" Type="http://schemas.openxmlformats.org/officeDocument/2006/relationships/image" Target="../media/image58.png"/><Relationship Id="rId16" Type="http://schemas.openxmlformats.org/officeDocument/2006/relationships/image" Target="../media/image55.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6.png"/><Relationship Id="rId8"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3.png"/><Relationship Id="rId12" Type="http://schemas.openxmlformats.org/officeDocument/2006/relationships/image" Target="../media/image7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4.png"/><Relationship Id="rId14" Type="http://schemas.openxmlformats.org/officeDocument/2006/relationships/image" Target="../media/image87.png"/><Relationship Id="rId17" Type="http://schemas.openxmlformats.org/officeDocument/2006/relationships/image" Target="../media/image75.png"/><Relationship Id="rId16" Type="http://schemas.openxmlformats.org/officeDocument/2006/relationships/image" Target="../media/image7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