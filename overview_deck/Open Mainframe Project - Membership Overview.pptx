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7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2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4.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43.png"/><Relationship Id="rId6" Type="http://schemas.openxmlformats.org/officeDocument/2006/relationships/image" Target="../media/image45.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37.png"/><Relationship Id="rId13" Type="http://schemas.openxmlformats.org/officeDocument/2006/relationships/image" Target="../media/image40.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1.png"/><Relationship Id="rId4" Type="http://schemas.openxmlformats.org/officeDocument/2006/relationships/image" Target="../media/image49.png"/><Relationship Id="rId9" Type="http://schemas.openxmlformats.org/officeDocument/2006/relationships/image" Target="../media/image39.png"/><Relationship Id="rId15" Type="http://schemas.openxmlformats.org/officeDocument/2006/relationships/image" Target="../media/image51.png"/><Relationship Id="rId14" Type="http://schemas.openxmlformats.org/officeDocument/2006/relationships/image" Target="../media/image42.png"/><Relationship Id="rId17" Type="http://schemas.openxmlformats.org/officeDocument/2006/relationships/image" Target="../media/image47.png"/><Relationship Id="rId16" Type="http://schemas.openxmlformats.org/officeDocument/2006/relationships/image" Target="../media/image44.png"/><Relationship Id="rId5" Type="http://schemas.openxmlformats.org/officeDocument/2006/relationships/image" Target="../media/image33.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4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5.png"/><Relationship Id="rId6" Type="http://schemas.openxmlformats.org/officeDocument/2006/relationships/image" Target="../media/image7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2.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8.png"/><Relationship Id="rId14" Type="http://schemas.openxmlformats.org/officeDocument/2006/relationships/image" Target="../media/image87.png"/><Relationship Id="rId17" Type="http://schemas.openxmlformats.org/officeDocument/2006/relationships/image" Target="../media/image75.png"/><Relationship Id="rId16" Type="http://schemas.openxmlformats.org/officeDocument/2006/relationships/image" Target="../media/image72.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6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