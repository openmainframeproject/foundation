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2.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41.png"/><Relationship Id="rId13" Type="http://schemas.openxmlformats.org/officeDocument/2006/relationships/image" Target="../media/image46.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1.png"/><Relationship Id="rId4" Type="http://schemas.openxmlformats.org/officeDocument/2006/relationships/image" Target="../media/image33.png"/><Relationship Id="rId9" Type="http://schemas.openxmlformats.org/officeDocument/2006/relationships/image" Target="../media/image40.png"/><Relationship Id="rId15" Type="http://schemas.openxmlformats.org/officeDocument/2006/relationships/image" Target="../media/image47.png"/><Relationship Id="rId14" Type="http://schemas.openxmlformats.org/officeDocument/2006/relationships/image" Target="../media/image44.png"/><Relationship Id="rId17" Type="http://schemas.openxmlformats.org/officeDocument/2006/relationships/image" Target="../media/image48.png"/><Relationship Id="rId16" Type="http://schemas.openxmlformats.org/officeDocument/2006/relationships/image" Target="../media/image45.png"/><Relationship Id="rId5" Type="http://schemas.openxmlformats.org/officeDocument/2006/relationships/image" Target="../media/image38.png"/><Relationship Id="rId6" Type="http://schemas.openxmlformats.org/officeDocument/2006/relationships/image" Target="../media/image35.png"/><Relationship Id="rId7" Type="http://schemas.openxmlformats.org/officeDocument/2006/relationships/image" Target="../media/image37.png"/><Relationship Id="rId8" Type="http://schemas.openxmlformats.org/officeDocument/2006/relationships/image" Target="../media/image7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0.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9.png"/><Relationship Id="rId14" Type="http://schemas.openxmlformats.org/officeDocument/2006/relationships/image" Target="../media/image86.png"/><Relationship Id="rId17" Type="http://schemas.openxmlformats.org/officeDocument/2006/relationships/image" Target="../media/image72.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1.png"/><Relationship Id="rId5" Type="http://schemas.openxmlformats.org/officeDocument/2006/relationships/image" Target="../media/image7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9.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