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1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1.png"/><Relationship Id="rId4" Type="http://schemas.openxmlformats.org/officeDocument/2006/relationships/image" Target="../media/image39.png"/><Relationship Id="rId5" Type="http://schemas.openxmlformats.org/officeDocument/2006/relationships/image" Target="../media/image32.png"/><Relationship Id="rId6" Type="http://schemas.openxmlformats.org/officeDocument/2006/relationships/image" Target="../media/image42.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46.png"/><Relationship Id="rId10" Type="http://schemas.openxmlformats.org/officeDocument/2006/relationships/image" Target="../media/image55.png"/><Relationship Id="rId13" Type="http://schemas.openxmlformats.org/officeDocument/2006/relationships/image" Target="../media/image62.png"/><Relationship Id="rId12" Type="http://schemas.openxmlformats.org/officeDocument/2006/relationships/image" Target="../media/image45.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7.png"/><Relationship Id="rId4" Type="http://schemas.openxmlformats.org/officeDocument/2006/relationships/image" Target="../media/image34.png"/><Relationship Id="rId9" Type="http://schemas.openxmlformats.org/officeDocument/2006/relationships/image" Target="../media/image40.png"/><Relationship Id="rId15" Type="http://schemas.openxmlformats.org/officeDocument/2006/relationships/image" Target="../media/image49.png"/><Relationship Id="rId14" Type="http://schemas.openxmlformats.org/officeDocument/2006/relationships/image" Target="../media/image52.png"/><Relationship Id="rId17" Type="http://schemas.openxmlformats.org/officeDocument/2006/relationships/image" Target="../media/image67.png"/><Relationship Id="rId16" Type="http://schemas.openxmlformats.org/officeDocument/2006/relationships/image" Target="../media/image51.png"/><Relationship Id="rId5" Type="http://schemas.openxmlformats.org/officeDocument/2006/relationships/image" Target="../media/image43.png"/><Relationship Id="rId6" Type="http://schemas.openxmlformats.org/officeDocument/2006/relationships/image" Target="../media/image41.png"/><Relationship Id="rId7" Type="http://schemas.openxmlformats.org/officeDocument/2006/relationships/image" Target="../media/image36.png"/><Relationship Id="rId8" Type="http://schemas.openxmlformats.org/officeDocument/2006/relationships/image" Target="../media/image3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7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3.png"/><Relationship Id="rId6" Type="http://schemas.openxmlformats.org/officeDocument/2006/relationships/image" Target="../media/image76.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9.png"/></Relationships>
</file>

<file path=ppt/slides/_rels/slide31.xml.rels><?xml version="1.0" encoding="UTF-8" standalone="yes"?><Relationships xmlns="http://schemas.openxmlformats.org/package/2006/relationships"><Relationship Id="rId11" Type="http://schemas.openxmlformats.org/officeDocument/2006/relationships/image" Target="../media/image66.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0.png"/><Relationship Id="rId12" Type="http://schemas.openxmlformats.org/officeDocument/2006/relationships/image" Target="../media/image6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2.png"/><Relationship Id="rId14" Type="http://schemas.openxmlformats.org/officeDocument/2006/relationships/image" Target="../media/image86.png"/><Relationship Id="rId17" Type="http://schemas.openxmlformats.org/officeDocument/2006/relationships/image" Target="../media/image75.png"/><Relationship Id="rId16" Type="http://schemas.openxmlformats.org/officeDocument/2006/relationships/image" Target="../media/image6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7.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4.png"/><Relationship Id="rId5" Type="http://schemas.openxmlformats.org/officeDocument/2006/relationships/image" Target="../media/image8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