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4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27.png"/><Relationship Id="rId6" Type="http://schemas.openxmlformats.org/officeDocument/2006/relationships/image" Target="../media/image29.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43.png"/><Relationship Id="rId13" Type="http://schemas.openxmlformats.org/officeDocument/2006/relationships/image" Target="../media/image46.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41.png"/><Relationship Id="rId9" Type="http://schemas.openxmlformats.org/officeDocument/2006/relationships/image" Target="../media/image37.png"/><Relationship Id="rId15" Type="http://schemas.openxmlformats.org/officeDocument/2006/relationships/image" Target="../media/image48.png"/><Relationship Id="rId14" Type="http://schemas.openxmlformats.org/officeDocument/2006/relationships/image" Target="../media/image54.png"/><Relationship Id="rId17" Type="http://schemas.openxmlformats.org/officeDocument/2006/relationships/image" Target="../media/image47.png"/><Relationship Id="rId16" Type="http://schemas.openxmlformats.org/officeDocument/2006/relationships/image" Target="../media/image50.png"/><Relationship Id="rId5" Type="http://schemas.openxmlformats.org/officeDocument/2006/relationships/image" Target="../media/image36.png"/><Relationship Id="rId6" Type="http://schemas.openxmlformats.org/officeDocument/2006/relationships/image" Target="../media/image34.png"/><Relationship Id="rId7" Type="http://schemas.openxmlformats.org/officeDocument/2006/relationships/image" Target="../media/image38.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8.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5.png"/><Relationship Id="rId17" Type="http://schemas.openxmlformats.org/officeDocument/2006/relationships/image" Target="../media/image71.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