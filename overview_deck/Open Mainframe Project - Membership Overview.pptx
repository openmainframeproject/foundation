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2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 Id="rId3" Type="http://schemas.openxmlformats.org/officeDocument/2006/relationships/image" Target="../media/image8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3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26.png"/><Relationship Id="rId6" Type="http://schemas.openxmlformats.org/officeDocument/2006/relationships/image" Target="../media/image30.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42.png"/><Relationship Id="rId13" Type="http://schemas.openxmlformats.org/officeDocument/2006/relationships/image" Target="../media/image40.png"/><Relationship Id="rId12" Type="http://schemas.openxmlformats.org/officeDocument/2006/relationships/image" Target="../media/image6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0.png"/><Relationship Id="rId4" Type="http://schemas.openxmlformats.org/officeDocument/2006/relationships/image" Target="../media/image36.png"/><Relationship Id="rId9" Type="http://schemas.openxmlformats.org/officeDocument/2006/relationships/image" Target="../media/image43.png"/><Relationship Id="rId15" Type="http://schemas.openxmlformats.org/officeDocument/2006/relationships/image" Target="../media/image52.png"/><Relationship Id="rId14" Type="http://schemas.openxmlformats.org/officeDocument/2006/relationships/image" Target="../media/image44.png"/><Relationship Id="rId17" Type="http://schemas.openxmlformats.org/officeDocument/2006/relationships/image" Target="../media/image45.png"/><Relationship Id="rId16" Type="http://schemas.openxmlformats.org/officeDocument/2006/relationships/image" Target="../media/image47.png"/><Relationship Id="rId5" Type="http://schemas.openxmlformats.org/officeDocument/2006/relationships/image" Target="../media/image37.png"/><Relationship Id="rId6" Type="http://schemas.openxmlformats.org/officeDocument/2006/relationships/image" Target="../media/image39.png"/><Relationship Id="rId7" Type="http://schemas.openxmlformats.org/officeDocument/2006/relationships/image" Target="../media/image57.png"/><Relationship Id="rId8"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9.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3.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5.png"/><Relationship Id="rId17" Type="http://schemas.openxmlformats.org/officeDocument/2006/relationships/image" Target="../media/image68.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