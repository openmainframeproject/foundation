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 Id="rId3" Type="http://schemas.openxmlformats.org/officeDocument/2006/relationships/image" Target="../media/image8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57.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54.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38.png"/><Relationship Id="rId10" Type="http://schemas.openxmlformats.org/officeDocument/2006/relationships/image" Target="../media/image41.png"/><Relationship Id="rId13" Type="http://schemas.openxmlformats.org/officeDocument/2006/relationships/image" Target="../media/image43.png"/><Relationship Id="rId12" Type="http://schemas.openxmlformats.org/officeDocument/2006/relationships/image" Target="../media/image87.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40.png"/><Relationship Id="rId15" Type="http://schemas.openxmlformats.org/officeDocument/2006/relationships/image" Target="../media/image59.png"/><Relationship Id="rId14" Type="http://schemas.openxmlformats.org/officeDocument/2006/relationships/image" Target="../media/image76.png"/><Relationship Id="rId17" Type="http://schemas.openxmlformats.org/officeDocument/2006/relationships/image" Target="../media/image50.png"/><Relationship Id="rId16" Type="http://schemas.openxmlformats.org/officeDocument/2006/relationships/image" Target="../media/image44.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49.png"/><Relationship Id="rId8" Type="http://schemas.openxmlformats.org/officeDocument/2006/relationships/image" Target="../media/image3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4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8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4.png"/><Relationship Id="rId6" Type="http://schemas.openxmlformats.org/officeDocument/2006/relationships/image" Target="../media/image56.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58.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5.png"/><Relationship Id="rId14" Type="http://schemas.openxmlformats.org/officeDocument/2006/relationships/image" Target="../media/image77.png"/><Relationship Id="rId17" Type="http://schemas.openxmlformats.org/officeDocument/2006/relationships/image" Target="../media/image79.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