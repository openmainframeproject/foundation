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 Id="rId3" Type="http://schemas.openxmlformats.org/officeDocument/2006/relationships/image" Target="../media/image9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1.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29.png"/><Relationship Id="rId7" Type="http://schemas.openxmlformats.org/officeDocument/2006/relationships/image" Target="../media/image46.png"/></Relationships>
</file>

<file path=ppt/slides/_rels/slide4.xml.rels><?xml version="1.0" encoding="UTF-8" standalone="yes"?><Relationships xmlns="http://schemas.openxmlformats.org/package/2006/relationships"><Relationship Id="rId11" Type="http://schemas.openxmlformats.org/officeDocument/2006/relationships/image" Target="../media/image41.png"/><Relationship Id="rId10" Type="http://schemas.openxmlformats.org/officeDocument/2006/relationships/image" Target="../media/image36.png"/><Relationship Id="rId13" Type="http://schemas.openxmlformats.org/officeDocument/2006/relationships/image" Target="../media/image60.png"/><Relationship Id="rId12" Type="http://schemas.openxmlformats.org/officeDocument/2006/relationships/image" Target="../media/image6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54.png"/><Relationship Id="rId4" Type="http://schemas.openxmlformats.org/officeDocument/2006/relationships/image" Target="../media/image38.png"/><Relationship Id="rId9" Type="http://schemas.openxmlformats.org/officeDocument/2006/relationships/image" Target="../media/image35.png"/><Relationship Id="rId15" Type="http://schemas.openxmlformats.org/officeDocument/2006/relationships/image" Target="../media/image45.png"/><Relationship Id="rId14" Type="http://schemas.openxmlformats.org/officeDocument/2006/relationships/image" Target="../media/image43.png"/><Relationship Id="rId17" Type="http://schemas.openxmlformats.org/officeDocument/2006/relationships/image" Target="../media/image86.png"/><Relationship Id="rId16" Type="http://schemas.openxmlformats.org/officeDocument/2006/relationships/image" Target="../media/image44.png"/><Relationship Id="rId5" Type="http://schemas.openxmlformats.org/officeDocument/2006/relationships/image" Target="../media/image33.png"/><Relationship Id="rId6" Type="http://schemas.openxmlformats.org/officeDocument/2006/relationships/image" Target="../media/image32.png"/><Relationship Id="rId7" Type="http://schemas.openxmlformats.org/officeDocument/2006/relationships/image" Target="../media/image34.png"/><Relationship Id="rId8"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7.png"/><Relationship Id="rId6" Type="http://schemas.openxmlformats.org/officeDocument/2006/relationships/image" Target="../media/image85.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58.png"/></Relationships>
</file>

<file path=ppt/slides/_rels/slide31.xml.rels><?xml version="1.0" encoding="UTF-8" standalone="yes"?><Relationships xmlns="http://schemas.openxmlformats.org/package/2006/relationships"><Relationship Id="rId11" Type="http://schemas.openxmlformats.org/officeDocument/2006/relationships/image" Target="../media/image59.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8.png"/><Relationship Id="rId12" Type="http://schemas.openxmlformats.org/officeDocument/2006/relationships/image" Target="../media/image61.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4.png"/><Relationship Id="rId14" Type="http://schemas.openxmlformats.org/officeDocument/2006/relationships/image" Target="../media/image79.png"/><Relationship Id="rId17" Type="http://schemas.openxmlformats.org/officeDocument/2006/relationships/image" Target="../media/image69.png"/><Relationship Id="rId16" Type="http://schemas.openxmlformats.org/officeDocument/2006/relationships/image" Target="../media/image65.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7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7.png"/><Relationship Id="rId5" Type="http://schemas.openxmlformats.org/officeDocument/2006/relationships/image" Target="../media/image7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7.png"/><Relationship Id="rId7" Type="http://schemas.openxmlformats.org/officeDocument/2006/relationships/image" Target="../media/image8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