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3.png"/><Relationship Id="rId3" Type="http://schemas.openxmlformats.org/officeDocument/2006/relationships/image" Target="../media/image8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4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3.png"/><Relationship Id="rId4" Type="http://schemas.openxmlformats.org/officeDocument/2006/relationships/image" Target="../media/image25.png"/><Relationship Id="rId5" Type="http://schemas.openxmlformats.org/officeDocument/2006/relationships/image" Target="../media/image36.png"/><Relationship Id="rId6" Type="http://schemas.openxmlformats.org/officeDocument/2006/relationships/image" Target="../media/image4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39.png"/><Relationship Id="rId13" Type="http://schemas.openxmlformats.org/officeDocument/2006/relationships/image" Target="../media/image45.png"/><Relationship Id="rId12" Type="http://schemas.openxmlformats.org/officeDocument/2006/relationships/image" Target="../media/image7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38.png"/><Relationship Id="rId15" Type="http://schemas.openxmlformats.org/officeDocument/2006/relationships/image" Target="../media/image59.png"/><Relationship Id="rId14" Type="http://schemas.openxmlformats.org/officeDocument/2006/relationships/image" Target="../media/image43.png"/><Relationship Id="rId17" Type="http://schemas.openxmlformats.org/officeDocument/2006/relationships/image" Target="../media/image47.png"/><Relationship Id="rId16" Type="http://schemas.openxmlformats.org/officeDocument/2006/relationships/image" Target="../media/image49.png"/><Relationship Id="rId5" Type="http://schemas.openxmlformats.org/officeDocument/2006/relationships/image" Target="../media/image34.png"/><Relationship Id="rId6" Type="http://schemas.openxmlformats.org/officeDocument/2006/relationships/image" Target="../media/image33.png"/><Relationship Id="rId7" Type="http://schemas.openxmlformats.org/officeDocument/2006/relationships/image" Target="../media/image35.png"/><Relationship Id="rId8" Type="http://schemas.openxmlformats.org/officeDocument/2006/relationships/image" Target="../media/image6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7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11" Type="http://schemas.openxmlformats.org/officeDocument/2006/relationships/image" Target="../media/image5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4.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2.png"/><Relationship Id="rId14" Type="http://schemas.openxmlformats.org/officeDocument/2006/relationships/image" Target="../media/image86.png"/><Relationship Id="rId17" Type="http://schemas.openxmlformats.org/officeDocument/2006/relationships/image" Target="../media/image77.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