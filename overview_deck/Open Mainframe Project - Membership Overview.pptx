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4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32.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50.png"/><Relationship Id="rId13" Type="http://schemas.openxmlformats.org/officeDocument/2006/relationships/image" Target="../media/image46.png"/><Relationship Id="rId12" Type="http://schemas.openxmlformats.org/officeDocument/2006/relationships/image" Target="../media/image4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 Id="rId15" Type="http://schemas.openxmlformats.org/officeDocument/2006/relationships/image" Target="../media/image49.png"/><Relationship Id="rId14" Type="http://schemas.openxmlformats.org/officeDocument/2006/relationships/image" Target="../media/image48.png"/><Relationship Id="rId17" Type="http://schemas.openxmlformats.org/officeDocument/2006/relationships/image" Target="../media/image52.png"/><Relationship Id="rId16" Type="http://schemas.openxmlformats.org/officeDocument/2006/relationships/image" Target="../media/image55.png"/><Relationship Id="rId5" Type="http://schemas.openxmlformats.org/officeDocument/2006/relationships/image" Target="../media/image40.png"/><Relationship Id="rId6" Type="http://schemas.openxmlformats.org/officeDocument/2006/relationships/image" Target="../media/image54.png"/><Relationship Id="rId7" Type="http://schemas.openxmlformats.org/officeDocument/2006/relationships/image" Target="../media/image57.png"/><Relationship Id="rId8" Type="http://schemas.openxmlformats.org/officeDocument/2006/relationships/image" Target="../media/image4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8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2.png"/><Relationship Id="rId6" Type="http://schemas.openxmlformats.org/officeDocument/2006/relationships/image" Target="../media/image8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7.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4.png"/><Relationship Id="rId17" Type="http://schemas.openxmlformats.org/officeDocument/2006/relationships/image" Target="../media/image73.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