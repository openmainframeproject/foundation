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29.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37.png"/><Relationship Id="rId13" Type="http://schemas.openxmlformats.org/officeDocument/2006/relationships/image" Target="../media/image43.png"/><Relationship Id="rId12" Type="http://schemas.openxmlformats.org/officeDocument/2006/relationships/image" Target="../media/image4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4.png"/><Relationship Id="rId4" Type="http://schemas.openxmlformats.org/officeDocument/2006/relationships/image" Target="../media/image59.png"/><Relationship Id="rId9" Type="http://schemas.openxmlformats.org/officeDocument/2006/relationships/image" Target="../media/image65.png"/><Relationship Id="rId15" Type="http://schemas.openxmlformats.org/officeDocument/2006/relationships/image" Target="../media/image42.png"/><Relationship Id="rId14" Type="http://schemas.openxmlformats.org/officeDocument/2006/relationships/image" Target="../media/image55.png"/><Relationship Id="rId17" Type="http://schemas.openxmlformats.org/officeDocument/2006/relationships/image" Target="../media/image45.png"/><Relationship Id="rId16" Type="http://schemas.openxmlformats.org/officeDocument/2006/relationships/image" Target="../media/image48.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44.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8.png"/><Relationship Id="rId6" Type="http://schemas.openxmlformats.org/officeDocument/2006/relationships/image" Target="../media/image8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5.png"/><Relationship Id="rId17" Type="http://schemas.openxmlformats.org/officeDocument/2006/relationships/image" Target="../media/image67.png"/><Relationship Id="rId16" Type="http://schemas.openxmlformats.org/officeDocument/2006/relationships/image" Target="../media/image84.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