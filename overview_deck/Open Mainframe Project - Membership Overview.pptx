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2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6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28.png"/><Relationship Id="rId6" Type="http://schemas.openxmlformats.org/officeDocument/2006/relationships/image" Target="../media/image34.png"/><Relationship Id="rId7" Type="http://schemas.openxmlformats.org/officeDocument/2006/relationships/image" Target="../media/image29.png"/></Relationships>
</file>

<file path=ppt/slides/_rels/slide4.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37.png"/><Relationship Id="rId13" Type="http://schemas.openxmlformats.org/officeDocument/2006/relationships/image" Target="../media/image47.png"/><Relationship Id="rId12" Type="http://schemas.openxmlformats.org/officeDocument/2006/relationships/image" Target="../media/image5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3.png"/><Relationship Id="rId4" Type="http://schemas.openxmlformats.org/officeDocument/2006/relationships/image" Target="../media/image44.png"/><Relationship Id="rId9" Type="http://schemas.openxmlformats.org/officeDocument/2006/relationships/image" Target="../media/image40.png"/><Relationship Id="rId15" Type="http://schemas.openxmlformats.org/officeDocument/2006/relationships/image" Target="../media/image62.png"/><Relationship Id="rId14" Type="http://schemas.openxmlformats.org/officeDocument/2006/relationships/image" Target="../media/image54.png"/><Relationship Id="rId17" Type="http://schemas.openxmlformats.org/officeDocument/2006/relationships/image" Target="../media/image53.png"/><Relationship Id="rId16" Type="http://schemas.openxmlformats.org/officeDocument/2006/relationships/image" Target="../media/image48.png"/><Relationship Id="rId5" Type="http://schemas.openxmlformats.org/officeDocument/2006/relationships/image" Target="../media/image39.png"/><Relationship Id="rId6" Type="http://schemas.openxmlformats.org/officeDocument/2006/relationships/image" Target="../media/image38.png"/><Relationship Id="rId7" Type="http://schemas.openxmlformats.org/officeDocument/2006/relationships/image" Target="../media/image42.png"/><Relationship Id="rId8"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7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0.png"/><Relationship Id="rId14" Type="http://schemas.openxmlformats.org/officeDocument/2006/relationships/image" Target="../media/image87.png"/><Relationship Id="rId17" Type="http://schemas.openxmlformats.org/officeDocument/2006/relationships/image" Target="../media/image75.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7.png"/><Relationship Id="rId5" Type="http://schemas.openxmlformats.org/officeDocument/2006/relationships/image" Target="../media/image8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