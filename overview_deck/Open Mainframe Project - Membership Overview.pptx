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4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35.png"/><Relationship Id="rId6" Type="http://schemas.openxmlformats.org/officeDocument/2006/relationships/image" Target="../media/image44.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55.png"/><Relationship Id="rId10" Type="http://schemas.openxmlformats.org/officeDocument/2006/relationships/image" Target="../media/image64.png"/><Relationship Id="rId13" Type="http://schemas.openxmlformats.org/officeDocument/2006/relationships/image" Target="../media/image50.png"/><Relationship Id="rId12" Type="http://schemas.openxmlformats.org/officeDocument/2006/relationships/image" Target="../media/image5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5.png"/><Relationship Id="rId4" Type="http://schemas.openxmlformats.org/officeDocument/2006/relationships/image" Target="../media/image41.png"/><Relationship Id="rId9" Type="http://schemas.openxmlformats.org/officeDocument/2006/relationships/image" Target="../media/image59.png"/><Relationship Id="rId15" Type="http://schemas.openxmlformats.org/officeDocument/2006/relationships/image" Target="../media/image53.png"/><Relationship Id="rId14" Type="http://schemas.openxmlformats.org/officeDocument/2006/relationships/image" Target="../media/image46.png"/><Relationship Id="rId17" Type="http://schemas.openxmlformats.org/officeDocument/2006/relationships/image" Target="../media/image48.png"/><Relationship Id="rId16" Type="http://schemas.openxmlformats.org/officeDocument/2006/relationships/image" Target="../media/image43.png"/><Relationship Id="rId5" Type="http://schemas.openxmlformats.org/officeDocument/2006/relationships/image" Target="../media/image36.png"/><Relationship Id="rId6" Type="http://schemas.openxmlformats.org/officeDocument/2006/relationships/image" Target="../media/image47.png"/><Relationship Id="rId7" Type="http://schemas.openxmlformats.org/officeDocument/2006/relationships/image" Target="../media/image38.png"/><Relationship Id="rId8" Type="http://schemas.openxmlformats.org/officeDocument/2006/relationships/image" Target="../media/image4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3.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7.png"/><Relationship Id="rId14" Type="http://schemas.openxmlformats.org/officeDocument/2006/relationships/image" Target="../media/image87.png"/><Relationship Id="rId17" Type="http://schemas.openxmlformats.org/officeDocument/2006/relationships/image" Target="../media/image72.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