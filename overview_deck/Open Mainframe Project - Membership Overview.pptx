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33.png"/><Relationship Id="rId6" Type="http://schemas.openxmlformats.org/officeDocument/2006/relationships/image" Target="../media/image51.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37.png"/><Relationship Id="rId13" Type="http://schemas.openxmlformats.org/officeDocument/2006/relationships/image" Target="../media/image59.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35.png"/><Relationship Id="rId9" Type="http://schemas.openxmlformats.org/officeDocument/2006/relationships/image" Target="../media/image36.png"/><Relationship Id="rId15" Type="http://schemas.openxmlformats.org/officeDocument/2006/relationships/image" Target="../media/image42.png"/><Relationship Id="rId14" Type="http://schemas.openxmlformats.org/officeDocument/2006/relationships/image" Target="../media/image40.png"/><Relationship Id="rId17" Type="http://schemas.openxmlformats.org/officeDocument/2006/relationships/image" Target="../media/image79.png"/><Relationship Id="rId16" Type="http://schemas.openxmlformats.org/officeDocument/2006/relationships/image" Target="../media/image46.png"/><Relationship Id="rId5" Type="http://schemas.openxmlformats.org/officeDocument/2006/relationships/image" Target="../media/image54.png"/><Relationship Id="rId6" Type="http://schemas.openxmlformats.org/officeDocument/2006/relationships/image" Target="../media/image41.png"/><Relationship Id="rId7" Type="http://schemas.openxmlformats.org/officeDocument/2006/relationships/image" Target="../media/image45.png"/><Relationship Id="rId8"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70.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6.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5.png"/><Relationship Id="rId17" Type="http://schemas.openxmlformats.org/officeDocument/2006/relationships/image" Target="../media/image72.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8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