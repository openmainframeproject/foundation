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4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79.png"/><Relationship Id="rId13" Type="http://schemas.openxmlformats.org/officeDocument/2006/relationships/image" Target="../media/image45.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64.png"/><Relationship Id="rId4" Type="http://schemas.openxmlformats.org/officeDocument/2006/relationships/image" Target="../media/image34.png"/><Relationship Id="rId9" Type="http://schemas.openxmlformats.org/officeDocument/2006/relationships/image" Target="../media/image47.png"/><Relationship Id="rId15" Type="http://schemas.openxmlformats.org/officeDocument/2006/relationships/image" Target="../media/image43.png"/><Relationship Id="rId14" Type="http://schemas.openxmlformats.org/officeDocument/2006/relationships/image" Target="../media/image81.png"/><Relationship Id="rId17" Type="http://schemas.openxmlformats.org/officeDocument/2006/relationships/image" Target="../media/image57.png"/><Relationship Id="rId16"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35.png"/><Relationship Id="rId7" Type="http://schemas.openxmlformats.org/officeDocument/2006/relationships/image" Target="../media/image41.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4.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4.png"/><Relationship Id="rId17" Type="http://schemas.openxmlformats.org/officeDocument/2006/relationships/image" Target="../media/image71.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