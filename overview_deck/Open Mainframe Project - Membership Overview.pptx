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jpg"/><Relationship Id="rId3" Type="http://schemas.openxmlformats.org/officeDocument/2006/relationships/image" Target="../media/image1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56.png"/><Relationship Id="rId5" Type="http://schemas.openxmlformats.org/officeDocument/2006/relationships/image" Target="../media/image32.png"/><Relationship Id="rId6" Type="http://schemas.openxmlformats.org/officeDocument/2006/relationships/image" Target="../media/image35.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53.png"/><Relationship Id="rId10" Type="http://schemas.openxmlformats.org/officeDocument/2006/relationships/image" Target="../media/image41.png"/><Relationship Id="rId13" Type="http://schemas.openxmlformats.org/officeDocument/2006/relationships/image" Target="../media/image55.png"/><Relationship Id="rId12" Type="http://schemas.openxmlformats.org/officeDocument/2006/relationships/image" Target="../media/image39.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7.png"/><Relationship Id="rId4" Type="http://schemas.openxmlformats.org/officeDocument/2006/relationships/image" Target="../media/image34.png"/><Relationship Id="rId9" Type="http://schemas.openxmlformats.org/officeDocument/2006/relationships/image" Target="../media/image38.png"/><Relationship Id="rId15" Type="http://schemas.openxmlformats.org/officeDocument/2006/relationships/image" Target="../media/image45.png"/><Relationship Id="rId14" Type="http://schemas.openxmlformats.org/officeDocument/2006/relationships/image" Target="../media/image51.png"/><Relationship Id="rId17" Type="http://schemas.openxmlformats.org/officeDocument/2006/relationships/image" Target="../media/image58.png"/><Relationship Id="rId16" Type="http://schemas.openxmlformats.org/officeDocument/2006/relationships/image" Target="../media/image50.png"/><Relationship Id="rId5" Type="http://schemas.openxmlformats.org/officeDocument/2006/relationships/image" Target="../media/image33.png"/><Relationship Id="rId6" Type="http://schemas.openxmlformats.org/officeDocument/2006/relationships/image" Target="../media/image44.png"/><Relationship Id="rId7" Type="http://schemas.openxmlformats.org/officeDocument/2006/relationships/image" Target="../media/image36.png"/><Relationship Id="rId8" Type="http://schemas.openxmlformats.org/officeDocument/2006/relationships/image" Target="../media/image7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7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5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11" Type="http://schemas.openxmlformats.org/officeDocument/2006/relationships/image" Target="../media/image78.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3.png"/><Relationship Id="rId12" Type="http://schemas.openxmlformats.org/officeDocument/2006/relationships/image" Target="../media/image68.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3.png"/><Relationship Id="rId17" Type="http://schemas.openxmlformats.org/officeDocument/2006/relationships/image" Target="../media/image76.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