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32.png"/><Relationship Id="rId5" Type="http://schemas.openxmlformats.org/officeDocument/2006/relationships/image" Target="../media/image38.png"/><Relationship Id="rId6" Type="http://schemas.openxmlformats.org/officeDocument/2006/relationships/image" Target="../media/image34.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40.png"/><Relationship Id="rId13" Type="http://schemas.openxmlformats.org/officeDocument/2006/relationships/image" Target="../media/image41.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37.png"/><Relationship Id="rId15" Type="http://schemas.openxmlformats.org/officeDocument/2006/relationships/image" Target="../media/image52.png"/><Relationship Id="rId14" Type="http://schemas.openxmlformats.org/officeDocument/2006/relationships/image" Target="../media/image55.png"/><Relationship Id="rId17" Type="http://schemas.openxmlformats.org/officeDocument/2006/relationships/image" Target="../media/image53.png"/><Relationship Id="rId16" Type="http://schemas.openxmlformats.org/officeDocument/2006/relationships/image" Target="../media/image45.png"/><Relationship Id="rId5" Type="http://schemas.openxmlformats.org/officeDocument/2006/relationships/image" Target="../media/image54.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7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8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5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9.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3.png"/><Relationship Id="rId17" Type="http://schemas.openxmlformats.org/officeDocument/2006/relationships/image" Target="../media/image71.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4.png"/><Relationship Id="rId5" Type="http://schemas.openxmlformats.org/officeDocument/2006/relationships/image" Target="../media/image8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