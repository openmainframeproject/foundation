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2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2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56.png"/><Relationship Id="rId5" Type="http://schemas.openxmlformats.org/officeDocument/2006/relationships/image" Target="../media/image29.png"/><Relationship Id="rId6" Type="http://schemas.openxmlformats.org/officeDocument/2006/relationships/image" Target="../media/image35.png"/><Relationship Id="rId7" Type="http://schemas.openxmlformats.org/officeDocument/2006/relationships/image" Target="../media/image46.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48.png"/><Relationship Id="rId13" Type="http://schemas.openxmlformats.org/officeDocument/2006/relationships/image" Target="../media/image58.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9.png"/><Relationship Id="rId4" Type="http://schemas.openxmlformats.org/officeDocument/2006/relationships/image" Target="../media/image36.png"/><Relationship Id="rId9" Type="http://schemas.openxmlformats.org/officeDocument/2006/relationships/image" Target="../media/image37.png"/><Relationship Id="rId15" Type="http://schemas.openxmlformats.org/officeDocument/2006/relationships/image" Target="../media/image41.png"/><Relationship Id="rId14" Type="http://schemas.openxmlformats.org/officeDocument/2006/relationships/image" Target="../media/image54.png"/><Relationship Id="rId17" Type="http://schemas.openxmlformats.org/officeDocument/2006/relationships/image" Target="../media/image74.png"/><Relationship Id="rId16" Type="http://schemas.openxmlformats.org/officeDocument/2006/relationships/image" Target="../media/image49.png"/><Relationship Id="rId5" Type="http://schemas.openxmlformats.org/officeDocument/2006/relationships/image" Target="../media/image79.png"/><Relationship Id="rId6" Type="http://schemas.openxmlformats.org/officeDocument/2006/relationships/image" Target="../media/image45.png"/><Relationship Id="rId7" Type="http://schemas.openxmlformats.org/officeDocument/2006/relationships/image" Target="../media/image33.png"/><Relationship Id="rId8"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8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3.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2.png"/><Relationship Id="rId17" Type="http://schemas.openxmlformats.org/officeDocument/2006/relationships/image" Target="../media/image68.png"/><Relationship Id="rId16" Type="http://schemas.openxmlformats.org/officeDocument/2006/relationships/image" Target="../media/image7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3.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