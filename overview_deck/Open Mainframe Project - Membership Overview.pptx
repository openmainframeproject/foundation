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15.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2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2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42.png"/></Relationships>
</file>

<file path=ppt/slides/_rels/slide4.xml.rels><?xml version="1.0" encoding="UTF-8" standalone="yes"?><Relationships xmlns="http://schemas.openxmlformats.org/package/2006/relationships"><Relationship Id="rId11" Type="http://schemas.openxmlformats.org/officeDocument/2006/relationships/image" Target="../media/image51.png"/><Relationship Id="rId10" Type="http://schemas.openxmlformats.org/officeDocument/2006/relationships/image" Target="../media/image50.png"/><Relationship Id="rId13" Type="http://schemas.openxmlformats.org/officeDocument/2006/relationships/image" Target="../media/image53.png"/><Relationship Id="rId12" Type="http://schemas.openxmlformats.org/officeDocument/2006/relationships/image" Target="../media/image52.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3.png"/><Relationship Id="rId4" Type="http://schemas.openxmlformats.org/officeDocument/2006/relationships/image" Target="../media/image44.png"/><Relationship Id="rId9" Type="http://schemas.openxmlformats.org/officeDocument/2006/relationships/image" Target="../media/image49.png"/><Relationship Id="rId15" Type="http://schemas.openxmlformats.org/officeDocument/2006/relationships/image" Target="../media/image56.png"/><Relationship Id="rId14" Type="http://schemas.openxmlformats.org/officeDocument/2006/relationships/image" Target="../media/image54.png"/><Relationship Id="rId17" Type="http://schemas.openxmlformats.org/officeDocument/2006/relationships/image" Target="../media/image57.png"/><Relationship Id="rId16" Type="http://schemas.openxmlformats.org/officeDocument/2006/relationships/image" Target="../media/image55.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6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2.png"/></Relationships>
</file>

<file path=ppt/slides/_rels/slide31.xml.rels><?xml version="1.0" encoding="UTF-8" standalone="yes"?><Relationships xmlns="http://schemas.openxmlformats.org/package/2006/relationships"><Relationship Id="rId11" Type="http://schemas.openxmlformats.org/officeDocument/2006/relationships/image" Target="../media/image74.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6.png"/><Relationship Id="rId12" Type="http://schemas.openxmlformats.org/officeDocument/2006/relationships/image" Target="../media/image75.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7.png"/><Relationship Id="rId14" Type="http://schemas.openxmlformats.org/officeDocument/2006/relationships/image" Target="../media/image80.png"/><Relationship Id="rId17" Type="http://schemas.openxmlformats.org/officeDocument/2006/relationships/image" Target="../media/image79.png"/><Relationship Id="rId16" Type="http://schemas.openxmlformats.org/officeDocument/2006/relationships/image" Target="../media/image78.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3.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81.png"/><Relationship Id="rId5" Type="http://schemas.openxmlformats.org/officeDocument/2006/relationships/image" Target="../media/image8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9.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