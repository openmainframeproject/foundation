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7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34.png"/><Relationship Id="rId5" Type="http://schemas.openxmlformats.org/officeDocument/2006/relationships/image" Target="../media/image45.png"/><Relationship Id="rId6" Type="http://schemas.openxmlformats.org/officeDocument/2006/relationships/image" Target="../media/image58.png"/><Relationship Id="rId7" Type="http://schemas.openxmlformats.org/officeDocument/2006/relationships/image" Target="../media/image38.png"/></Relationships>
</file>

<file path=ppt/slides/_rels/slide4.xml.rels><?xml version="1.0" encoding="UTF-8" standalone="yes"?><Relationships xmlns="http://schemas.openxmlformats.org/package/2006/relationships"><Relationship Id="rId11" Type="http://schemas.openxmlformats.org/officeDocument/2006/relationships/image" Target="../media/image54.png"/><Relationship Id="rId10" Type="http://schemas.openxmlformats.org/officeDocument/2006/relationships/image" Target="../media/image39.png"/><Relationship Id="rId13" Type="http://schemas.openxmlformats.org/officeDocument/2006/relationships/image" Target="../media/image63.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2.png"/><Relationship Id="rId9" Type="http://schemas.openxmlformats.org/officeDocument/2006/relationships/image" Target="../media/image56.png"/><Relationship Id="rId15" Type="http://schemas.openxmlformats.org/officeDocument/2006/relationships/image" Target="../media/image66.png"/><Relationship Id="rId14" Type="http://schemas.openxmlformats.org/officeDocument/2006/relationships/image" Target="../media/image52.png"/><Relationship Id="rId17" Type="http://schemas.openxmlformats.org/officeDocument/2006/relationships/image" Target="../media/image49.png"/><Relationship Id="rId16" Type="http://schemas.openxmlformats.org/officeDocument/2006/relationships/image" Target="../media/image43.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5.png"/><Relationship Id="rId8"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7.png"/><Relationship Id="rId6" Type="http://schemas.openxmlformats.org/officeDocument/2006/relationships/image" Target="../media/image6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9.png"/><Relationship Id="rId12" Type="http://schemas.openxmlformats.org/officeDocument/2006/relationships/image" Target="../media/image7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3.png"/><Relationship Id="rId14" Type="http://schemas.openxmlformats.org/officeDocument/2006/relationships/image" Target="../media/image86.png"/><Relationship Id="rId17" Type="http://schemas.openxmlformats.org/officeDocument/2006/relationships/image" Target="../media/image80.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3.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