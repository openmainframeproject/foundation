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6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jpg"/><Relationship Id="rId3"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4.png"/><Relationship Id="rId3" Type="http://schemas.openxmlformats.org/officeDocument/2006/relationships/image" Target="../media/image8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6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jpg"/><Relationship Id="rId3" Type="http://schemas.openxmlformats.org/officeDocument/2006/relationships/image" Target="../media/image16.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6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6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6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2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2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17.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64.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64.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64.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2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3.png"/><Relationship Id="rId3" Type="http://schemas.openxmlformats.org/officeDocument/2006/relationships/image" Target="../media/image2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2.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3.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4.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45.png"/><Relationship Id="rId4" Type="http://schemas.openxmlformats.org/officeDocument/2006/relationships/image" Target="../media/image36.png"/><Relationship Id="rId5" Type="http://schemas.openxmlformats.org/officeDocument/2006/relationships/image" Target="../media/image31.png"/><Relationship Id="rId6" Type="http://schemas.openxmlformats.org/officeDocument/2006/relationships/image" Target="../media/image32.png"/><Relationship Id="rId7" Type="http://schemas.openxmlformats.org/officeDocument/2006/relationships/image" Target="../media/image33.png"/></Relationships>
</file>

<file path=ppt/slides/_rels/slide4.xml.rels><?xml version="1.0" encoding="UTF-8" standalone="yes"?><Relationships xmlns="http://schemas.openxmlformats.org/package/2006/relationships"><Relationship Id="rId11" Type="http://schemas.openxmlformats.org/officeDocument/2006/relationships/image" Target="../media/image40.png"/><Relationship Id="rId10" Type="http://schemas.openxmlformats.org/officeDocument/2006/relationships/image" Target="../media/image39.png"/><Relationship Id="rId13" Type="http://schemas.openxmlformats.org/officeDocument/2006/relationships/image" Target="../media/image50.png"/><Relationship Id="rId12" Type="http://schemas.openxmlformats.org/officeDocument/2006/relationships/image" Target="../media/image41.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30.png"/><Relationship Id="rId4" Type="http://schemas.openxmlformats.org/officeDocument/2006/relationships/image" Target="../media/image34.png"/><Relationship Id="rId9" Type="http://schemas.openxmlformats.org/officeDocument/2006/relationships/image" Target="../media/image49.png"/><Relationship Id="rId15" Type="http://schemas.openxmlformats.org/officeDocument/2006/relationships/image" Target="../media/image43.png"/><Relationship Id="rId14" Type="http://schemas.openxmlformats.org/officeDocument/2006/relationships/image" Target="../media/image51.png"/><Relationship Id="rId17" Type="http://schemas.openxmlformats.org/officeDocument/2006/relationships/image" Target="../media/image61.png"/><Relationship Id="rId16" Type="http://schemas.openxmlformats.org/officeDocument/2006/relationships/image" Target="../media/image44.png"/><Relationship Id="rId5" Type="http://schemas.openxmlformats.org/officeDocument/2006/relationships/image" Target="../media/image52.png"/><Relationship Id="rId6" Type="http://schemas.openxmlformats.org/officeDocument/2006/relationships/image" Target="../media/image42.png"/><Relationship Id="rId7" Type="http://schemas.openxmlformats.org/officeDocument/2006/relationships/image" Target="../media/image47.png"/><Relationship Id="rId8" Type="http://schemas.openxmlformats.org/officeDocument/2006/relationships/image" Target="../media/image3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4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4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7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5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7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5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5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6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5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54.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54.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7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8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9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60.png"/><Relationship Id="rId6" Type="http://schemas.openxmlformats.org/officeDocument/2006/relationships/image" Target="../media/image62.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68.png"/></Relationships>
</file>

<file path=ppt/slides/_rels/slide31.xml.rels><?xml version="1.0" encoding="UTF-8" standalone="yes"?><Relationships xmlns="http://schemas.openxmlformats.org/package/2006/relationships"><Relationship Id="rId11" Type="http://schemas.openxmlformats.org/officeDocument/2006/relationships/image" Target="../media/image63.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66.png"/><Relationship Id="rId12" Type="http://schemas.openxmlformats.org/officeDocument/2006/relationships/image" Target="../media/image73.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65.png"/><Relationship Id="rId14" Type="http://schemas.openxmlformats.org/officeDocument/2006/relationships/image" Target="../media/image86.png"/><Relationship Id="rId17" Type="http://schemas.openxmlformats.org/officeDocument/2006/relationships/image" Target="../media/image69.png"/><Relationship Id="rId16" Type="http://schemas.openxmlformats.org/officeDocument/2006/relationships/image" Target="../media/image71.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1.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76.png"/><Relationship Id="rId5" Type="http://schemas.openxmlformats.org/officeDocument/2006/relationships/image" Target="../media/image8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8.png"/><Relationship Id="rId7" Type="http://schemas.openxmlformats.org/officeDocument/2006/relationships/image" Target="../media/image8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82.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7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