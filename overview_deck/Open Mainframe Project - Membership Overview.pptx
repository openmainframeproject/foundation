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40.png"/><Relationship Id="rId5" Type="http://schemas.openxmlformats.org/officeDocument/2006/relationships/image" Target="../media/image39.png"/><Relationship Id="rId6" Type="http://schemas.openxmlformats.org/officeDocument/2006/relationships/image" Target="../media/image43.png"/><Relationship Id="rId7" Type="http://schemas.openxmlformats.org/officeDocument/2006/relationships/image" Target="../media/image41.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50.png"/><Relationship Id="rId13" Type="http://schemas.openxmlformats.org/officeDocument/2006/relationships/image" Target="../media/image53.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2.png"/><Relationship Id="rId9" Type="http://schemas.openxmlformats.org/officeDocument/2006/relationships/image" Target="../media/image49.png"/><Relationship Id="rId15" Type="http://schemas.openxmlformats.org/officeDocument/2006/relationships/image" Target="../media/image55.png"/><Relationship Id="rId14" Type="http://schemas.openxmlformats.org/officeDocument/2006/relationships/image" Target="../media/image54.png"/><Relationship Id="rId17" Type="http://schemas.openxmlformats.org/officeDocument/2006/relationships/image" Target="../media/image57.png"/><Relationship Id="rId16" Type="http://schemas.openxmlformats.org/officeDocument/2006/relationships/image" Target="../media/image56.pn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46.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11" Type="http://schemas.openxmlformats.org/officeDocument/2006/relationships/image" Target="../media/image7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7.png"/><Relationship Id="rId14" Type="http://schemas.openxmlformats.org/officeDocument/2006/relationships/image" Target="../media/image80.png"/><Relationship Id="rId17" Type="http://schemas.openxmlformats.org/officeDocument/2006/relationships/image" Target="../media/image78.png"/><Relationship Id="rId16" Type="http://schemas.openxmlformats.org/officeDocument/2006/relationships/image" Target="../media/image7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1.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