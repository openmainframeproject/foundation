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3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46.png"/><Relationship Id="rId7" Type="http://schemas.openxmlformats.org/officeDocument/2006/relationships/image" Target="../media/image36.png"/></Relationships>
</file>

<file path=ppt/slides/_rels/slide4.xml.rels><?xml version="1.0" encoding="UTF-8" standalone="yes"?><Relationships xmlns="http://schemas.openxmlformats.org/package/2006/relationships"><Relationship Id="rId11" Type="http://schemas.openxmlformats.org/officeDocument/2006/relationships/image" Target="../media/image61.png"/><Relationship Id="rId10" Type="http://schemas.openxmlformats.org/officeDocument/2006/relationships/image" Target="../media/image38.png"/><Relationship Id="rId13" Type="http://schemas.openxmlformats.org/officeDocument/2006/relationships/image" Target="../media/image58.png"/><Relationship Id="rId12" Type="http://schemas.openxmlformats.org/officeDocument/2006/relationships/image" Target="../media/image56.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7.png"/><Relationship Id="rId4" Type="http://schemas.openxmlformats.org/officeDocument/2006/relationships/image" Target="../media/image51.png"/><Relationship Id="rId9" Type="http://schemas.openxmlformats.org/officeDocument/2006/relationships/image" Target="../media/image52.png"/><Relationship Id="rId15" Type="http://schemas.openxmlformats.org/officeDocument/2006/relationships/image" Target="../media/image57.png"/><Relationship Id="rId14" Type="http://schemas.openxmlformats.org/officeDocument/2006/relationships/image" Target="../media/image53.png"/><Relationship Id="rId17" Type="http://schemas.openxmlformats.org/officeDocument/2006/relationships/image" Target="../media/image67.png"/><Relationship Id="rId16" Type="http://schemas.openxmlformats.org/officeDocument/2006/relationships/image" Target="../media/image49.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7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8.png"/><Relationship Id="rId6" Type="http://schemas.openxmlformats.org/officeDocument/2006/relationships/image" Target="../media/image70.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0.png"/></Relationships>
</file>

<file path=ppt/slides/_rels/slide31.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3.png"/><Relationship Id="rId12" Type="http://schemas.openxmlformats.org/officeDocument/2006/relationships/image" Target="../media/image6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1.png"/><Relationship Id="rId14" Type="http://schemas.openxmlformats.org/officeDocument/2006/relationships/image" Target="../media/image84.png"/><Relationship Id="rId17" Type="http://schemas.openxmlformats.org/officeDocument/2006/relationships/image" Target="../media/image81.png"/><Relationship Id="rId16" Type="http://schemas.openxmlformats.org/officeDocument/2006/relationships/image" Target="../media/image77.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7.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9.png"/><Relationship Id="rId5" Type="http://schemas.openxmlformats.org/officeDocument/2006/relationships/image" Target="../media/image8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5.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