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g"/><Relationship Id="rId3" Type="http://schemas.openxmlformats.org/officeDocument/2006/relationships/image" Target="../media/image1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1.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3.png"/><Relationship Id="rId4" Type="http://schemas.openxmlformats.org/officeDocument/2006/relationships/image" Target="../media/image41.png"/><Relationship Id="rId5" Type="http://schemas.openxmlformats.org/officeDocument/2006/relationships/image" Target="../media/image32.png"/><Relationship Id="rId6" Type="http://schemas.openxmlformats.org/officeDocument/2006/relationships/image" Target="../media/image30.png"/><Relationship Id="rId7" Type="http://schemas.openxmlformats.org/officeDocument/2006/relationships/image" Target="../media/image35.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53.png"/><Relationship Id="rId13" Type="http://schemas.openxmlformats.org/officeDocument/2006/relationships/image" Target="../media/image49.png"/><Relationship Id="rId12" Type="http://schemas.openxmlformats.org/officeDocument/2006/relationships/image" Target="../media/image4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8.png"/><Relationship Id="rId4" Type="http://schemas.openxmlformats.org/officeDocument/2006/relationships/image" Target="../media/image43.png"/><Relationship Id="rId9" Type="http://schemas.openxmlformats.org/officeDocument/2006/relationships/image" Target="../media/image55.png"/><Relationship Id="rId15" Type="http://schemas.openxmlformats.org/officeDocument/2006/relationships/image" Target="../media/image51.png"/><Relationship Id="rId14" Type="http://schemas.openxmlformats.org/officeDocument/2006/relationships/image" Target="../media/image50.png"/><Relationship Id="rId17" Type="http://schemas.openxmlformats.org/officeDocument/2006/relationships/image" Target="../media/image52.png"/><Relationship Id="rId16" Type="http://schemas.openxmlformats.org/officeDocument/2006/relationships/image" Target="../media/image61.png"/><Relationship Id="rId5" Type="http://schemas.openxmlformats.org/officeDocument/2006/relationships/image" Target="../media/image39.png"/><Relationship Id="rId6" Type="http://schemas.openxmlformats.org/officeDocument/2006/relationships/image" Target="../media/image42.png"/><Relationship Id="rId7" Type="http://schemas.openxmlformats.org/officeDocument/2006/relationships/image" Target="../media/image46.png"/><Relationship Id="rId8" Type="http://schemas.openxmlformats.org/officeDocument/2006/relationships/image" Target="../media/image5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8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7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4.png"/><Relationship Id="rId6" Type="http://schemas.openxmlformats.org/officeDocument/2006/relationships/image" Target="../media/image78.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80.png"/></Relationships>
</file>

<file path=ppt/slides/_rels/slide31.xml.rels><?xml version="1.0" encoding="UTF-8" standalone="yes"?><Relationships xmlns="http://schemas.openxmlformats.org/package/2006/relationships"><Relationship Id="rId11" Type="http://schemas.openxmlformats.org/officeDocument/2006/relationships/image" Target="../media/image6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2.png"/><Relationship Id="rId12" Type="http://schemas.openxmlformats.org/officeDocument/2006/relationships/image" Target="../media/image59.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6.png"/><Relationship Id="rId14" Type="http://schemas.openxmlformats.org/officeDocument/2006/relationships/image" Target="../media/image86.png"/><Relationship Id="rId17" Type="http://schemas.openxmlformats.org/officeDocument/2006/relationships/image" Target="../media/image69.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4.png"/><Relationship Id="rId5" Type="http://schemas.openxmlformats.org/officeDocument/2006/relationships/image" Target="../media/image8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2.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