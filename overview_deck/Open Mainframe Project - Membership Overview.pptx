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jpg"/><Relationship Id="rId3"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g"/><Relationship Id="rId3" Type="http://schemas.openxmlformats.org/officeDocument/2006/relationships/image" Target="../media/image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image31.png"/><Relationship Id="rId5" Type="http://schemas.openxmlformats.org/officeDocument/2006/relationships/image" Target="../media/image28.png"/><Relationship Id="rId6" Type="http://schemas.openxmlformats.org/officeDocument/2006/relationships/image" Target="../media/image41.png"/><Relationship Id="rId7" Type="http://schemas.openxmlformats.org/officeDocument/2006/relationships/image" Target="../media/image46.png"/></Relationships>
</file>

<file path=ppt/slides/_rels/slide4.xml.rels><?xml version="1.0" encoding="UTF-8" standalone="yes"?><Relationships xmlns="http://schemas.openxmlformats.org/package/2006/relationships"><Relationship Id="rId11" Type="http://schemas.openxmlformats.org/officeDocument/2006/relationships/image" Target="../media/image55.png"/><Relationship Id="rId10" Type="http://schemas.openxmlformats.org/officeDocument/2006/relationships/image" Target="../media/image39.png"/><Relationship Id="rId13" Type="http://schemas.openxmlformats.org/officeDocument/2006/relationships/image" Target="../media/image68.png"/><Relationship Id="rId12" Type="http://schemas.openxmlformats.org/officeDocument/2006/relationships/image" Target="../media/image37.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0.png"/><Relationship Id="rId4" Type="http://schemas.openxmlformats.org/officeDocument/2006/relationships/image" Target="../media/image48.png"/><Relationship Id="rId9" Type="http://schemas.openxmlformats.org/officeDocument/2006/relationships/image" Target="../media/image81.png"/><Relationship Id="rId15" Type="http://schemas.openxmlformats.org/officeDocument/2006/relationships/image" Target="../media/image44.png"/><Relationship Id="rId14" Type="http://schemas.openxmlformats.org/officeDocument/2006/relationships/image" Target="../media/image42.png"/><Relationship Id="rId17" Type="http://schemas.openxmlformats.org/officeDocument/2006/relationships/image" Target="../media/image53.png"/><Relationship Id="rId16" Type="http://schemas.openxmlformats.org/officeDocument/2006/relationships/image" Target="../media/image57.png"/><Relationship Id="rId5" Type="http://schemas.openxmlformats.org/officeDocument/2006/relationships/image" Target="../media/image38.png"/><Relationship Id="rId6" Type="http://schemas.openxmlformats.org/officeDocument/2006/relationships/image" Target="../media/image32.png"/><Relationship Id="rId7" Type="http://schemas.openxmlformats.org/officeDocument/2006/relationships/image" Target="../media/image40.png"/><Relationship Id="rId8"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7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5.png"/><Relationship Id="rId6" Type="http://schemas.openxmlformats.org/officeDocument/2006/relationships/image" Target="../media/image6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2.png"/></Relationships>
</file>

<file path=ppt/slides/_rels/slide31.xml.rels><?xml version="1.0" encoding="UTF-8" standalone="yes"?><Relationships xmlns="http://schemas.openxmlformats.org/package/2006/relationships"><Relationship Id="rId11" Type="http://schemas.openxmlformats.org/officeDocument/2006/relationships/image" Target="../media/image6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7.png"/><Relationship Id="rId12" Type="http://schemas.openxmlformats.org/officeDocument/2006/relationships/image" Target="../media/image61.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80.png"/><Relationship Id="rId14" Type="http://schemas.openxmlformats.org/officeDocument/2006/relationships/image" Target="../media/image87.png"/><Relationship Id="rId17" Type="http://schemas.openxmlformats.org/officeDocument/2006/relationships/image" Target="../media/image82.png"/><Relationship Id="rId16" Type="http://schemas.openxmlformats.org/officeDocument/2006/relationships/image" Target="../media/image71.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