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 Id="rId3"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g"/><Relationship Id="rId3" Type="http://schemas.openxmlformats.org/officeDocument/2006/relationships/image" Target="../media/image21.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2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2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2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25.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2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2.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4.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1.png"/><Relationship Id="rId7" Type="http://schemas.openxmlformats.org/officeDocument/2006/relationships/image" Target="../media/image43.png"/></Relationships>
</file>

<file path=ppt/slides/_rels/slide4.xml.rels><?xml version="1.0" encoding="UTF-8" standalone="yes"?><Relationships xmlns="http://schemas.openxmlformats.org/package/2006/relationships"><Relationship Id="rId11" Type="http://schemas.openxmlformats.org/officeDocument/2006/relationships/image" Target="../media/image51.png"/><Relationship Id="rId10" Type="http://schemas.openxmlformats.org/officeDocument/2006/relationships/image" Target="../media/image50.png"/><Relationship Id="rId13" Type="http://schemas.openxmlformats.org/officeDocument/2006/relationships/image" Target="../media/image52.png"/><Relationship Id="rId12" Type="http://schemas.openxmlformats.org/officeDocument/2006/relationships/image" Target="../media/image53.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42.png"/><Relationship Id="rId4" Type="http://schemas.openxmlformats.org/officeDocument/2006/relationships/image" Target="../media/image45.png"/><Relationship Id="rId9" Type="http://schemas.openxmlformats.org/officeDocument/2006/relationships/image" Target="../media/image49.png"/><Relationship Id="rId15" Type="http://schemas.openxmlformats.org/officeDocument/2006/relationships/image" Target="../media/image85.png"/><Relationship Id="rId14" Type="http://schemas.openxmlformats.org/officeDocument/2006/relationships/image" Target="../media/image61.png"/><Relationship Id="rId17" Type="http://schemas.openxmlformats.org/officeDocument/2006/relationships/image" Target="../media/image56.png"/><Relationship Id="rId16" Type="http://schemas.openxmlformats.org/officeDocument/2006/relationships/image" Target="../media/image55.png"/><Relationship Id="rId5" Type="http://schemas.openxmlformats.org/officeDocument/2006/relationships/image" Target="../media/image44.png"/><Relationship Id="rId6" Type="http://schemas.openxmlformats.org/officeDocument/2006/relationships/image" Target="../media/image46.png"/><Relationship Id="rId7" Type="http://schemas.openxmlformats.org/officeDocument/2006/relationships/image" Target="../media/image48.png"/><Relationship Id="rId8" Type="http://schemas.openxmlformats.org/officeDocument/2006/relationships/image" Target="../media/image4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5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6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6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6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5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6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6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5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8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57.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5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6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8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72.png"/><Relationship Id="rId6" Type="http://schemas.openxmlformats.org/officeDocument/2006/relationships/image" Target="../media/image68.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70.png"/></Relationships>
</file>

<file path=ppt/slides/_rels/slide31.xml.rels><?xml version="1.0" encoding="UTF-8" standalone="yes"?><Relationships xmlns="http://schemas.openxmlformats.org/package/2006/relationships"><Relationship Id="rId11" Type="http://schemas.openxmlformats.org/officeDocument/2006/relationships/image" Target="../media/image67.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9.png"/><Relationship Id="rId12" Type="http://schemas.openxmlformats.org/officeDocument/2006/relationships/image" Target="../media/image69.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74.png"/><Relationship Id="rId14" Type="http://schemas.openxmlformats.org/officeDocument/2006/relationships/image" Target="../media/image87.png"/><Relationship Id="rId17" Type="http://schemas.openxmlformats.org/officeDocument/2006/relationships/image" Target="../media/image78.png"/><Relationship Id="rId16" Type="http://schemas.openxmlformats.org/officeDocument/2006/relationships/image" Target="../media/image71.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4.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3.png"/><Relationship Id="rId5" Type="http://schemas.openxmlformats.org/officeDocument/2006/relationships/image" Target="../media/image8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8.png"/><Relationship Id="rId7" Type="http://schemas.openxmlformats.org/officeDocument/2006/relationships/image" Target="../media/image9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76.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8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