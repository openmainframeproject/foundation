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0.png"/><Relationship Id="rId13" Type="http://schemas.openxmlformats.org/officeDocument/2006/relationships/image" Target="../media/image47.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49.png"/><Relationship Id="rId9" Type="http://schemas.openxmlformats.org/officeDocument/2006/relationships/image" Target="../media/image39.png"/><Relationship Id="rId15" Type="http://schemas.openxmlformats.org/officeDocument/2006/relationships/image" Target="../media/image46.png"/><Relationship Id="rId14" Type="http://schemas.openxmlformats.org/officeDocument/2006/relationships/image" Target="../media/image45.png"/><Relationship Id="rId17" Type="http://schemas.openxmlformats.org/officeDocument/2006/relationships/image" Target="../media/image48.png"/><Relationship Id="rId16" Type="http://schemas.openxmlformats.org/officeDocument/2006/relationships/image" Target="../media/image50.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8.png"/><Relationship Id="rId8"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8.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5.png"/><Relationship Id="rId17" Type="http://schemas.openxmlformats.org/officeDocument/2006/relationships/image" Target="../media/image70.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