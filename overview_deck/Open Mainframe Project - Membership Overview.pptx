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39.png"/><Relationship Id="rId6" Type="http://schemas.openxmlformats.org/officeDocument/2006/relationships/image" Target="../media/image41.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42.png"/><Relationship Id="rId13" Type="http://schemas.openxmlformats.org/officeDocument/2006/relationships/image" Target="../media/image43.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63.png"/><Relationship Id="rId9" Type="http://schemas.openxmlformats.org/officeDocument/2006/relationships/image" Target="../media/image36.png"/><Relationship Id="rId15" Type="http://schemas.openxmlformats.org/officeDocument/2006/relationships/image" Target="../media/image64.png"/><Relationship Id="rId14" Type="http://schemas.openxmlformats.org/officeDocument/2006/relationships/image" Target="../media/image46.png"/><Relationship Id="rId17" Type="http://schemas.openxmlformats.org/officeDocument/2006/relationships/image" Target="../media/image45.png"/><Relationship Id="rId16" Type="http://schemas.openxmlformats.org/officeDocument/2006/relationships/image" Target="../media/image44.png"/><Relationship Id="rId5" Type="http://schemas.openxmlformats.org/officeDocument/2006/relationships/image" Target="../media/image35.png"/><Relationship Id="rId6" Type="http://schemas.openxmlformats.org/officeDocument/2006/relationships/image" Target="../media/image38.png"/><Relationship Id="rId7" Type="http://schemas.openxmlformats.org/officeDocument/2006/relationships/image" Target="../media/image34.png"/><Relationship Id="rId8" Type="http://schemas.openxmlformats.org/officeDocument/2006/relationships/image" Target="../media/image5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8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59.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6.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6.png"/><Relationship Id="rId14" Type="http://schemas.openxmlformats.org/officeDocument/2006/relationships/image" Target="../media/image84.png"/><Relationship Id="rId17" Type="http://schemas.openxmlformats.org/officeDocument/2006/relationships/image" Target="../media/image74.png"/><Relationship Id="rId16" Type="http://schemas.openxmlformats.org/officeDocument/2006/relationships/image" Target="../media/image6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0.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3.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