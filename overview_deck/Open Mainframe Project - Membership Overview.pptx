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6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42.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56.png"/><Relationship Id="rId10" Type="http://schemas.openxmlformats.org/officeDocument/2006/relationships/image" Target="../media/image44.png"/><Relationship Id="rId13" Type="http://schemas.openxmlformats.org/officeDocument/2006/relationships/image" Target="../media/image64.png"/><Relationship Id="rId12" Type="http://schemas.openxmlformats.org/officeDocument/2006/relationships/image" Target="../media/image4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1.png"/><Relationship Id="rId4" Type="http://schemas.openxmlformats.org/officeDocument/2006/relationships/image" Target="../media/image34.png"/><Relationship Id="rId9" Type="http://schemas.openxmlformats.org/officeDocument/2006/relationships/image" Target="../media/image48.png"/><Relationship Id="rId15" Type="http://schemas.openxmlformats.org/officeDocument/2006/relationships/image" Target="../media/image54.png"/><Relationship Id="rId14" Type="http://schemas.openxmlformats.org/officeDocument/2006/relationships/image" Target="../media/image47.png"/><Relationship Id="rId17" Type="http://schemas.openxmlformats.org/officeDocument/2006/relationships/image" Target="../media/image66.png"/><Relationship Id="rId16" Type="http://schemas.openxmlformats.org/officeDocument/2006/relationships/image" Target="../media/image62.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52.png"/><Relationship Id="rId8" Type="http://schemas.openxmlformats.org/officeDocument/2006/relationships/image" Target="../media/image4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11" Type="http://schemas.openxmlformats.org/officeDocument/2006/relationships/image" Target="../media/image7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1.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4.png"/><Relationship Id="rId17" Type="http://schemas.openxmlformats.org/officeDocument/2006/relationships/image" Target="../media/image85.png"/><Relationship Id="rId16" Type="http://schemas.openxmlformats.org/officeDocument/2006/relationships/image" Target="../media/image7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7.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3.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