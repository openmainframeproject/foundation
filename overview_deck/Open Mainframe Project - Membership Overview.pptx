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2.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9.png"/><Relationship Id="rId7" Type="http://schemas.openxmlformats.org/officeDocument/2006/relationships/image" Target="../media/image38.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1.png"/><Relationship Id="rId13" Type="http://schemas.openxmlformats.org/officeDocument/2006/relationships/image" Target="../media/image43.png"/><Relationship Id="rId12" Type="http://schemas.openxmlformats.org/officeDocument/2006/relationships/image" Target="../media/image4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65.png"/><Relationship Id="rId4" Type="http://schemas.openxmlformats.org/officeDocument/2006/relationships/image" Target="../media/image50.png"/><Relationship Id="rId9" Type="http://schemas.openxmlformats.org/officeDocument/2006/relationships/image" Target="../media/image42.png"/><Relationship Id="rId15" Type="http://schemas.openxmlformats.org/officeDocument/2006/relationships/image" Target="../media/image57.png"/><Relationship Id="rId14" Type="http://schemas.openxmlformats.org/officeDocument/2006/relationships/image" Target="../media/image48.png"/><Relationship Id="rId17" Type="http://schemas.openxmlformats.org/officeDocument/2006/relationships/image" Target="../media/image52.png"/><Relationship Id="rId16" Type="http://schemas.openxmlformats.org/officeDocument/2006/relationships/image" Target="../media/image47.png"/><Relationship Id="rId5" Type="http://schemas.openxmlformats.org/officeDocument/2006/relationships/image" Target="../media/image35.png"/><Relationship Id="rId6" Type="http://schemas.openxmlformats.org/officeDocument/2006/relationships/image" Target="../media/image34.png"/><Relationship Id="rId7" Type="http://schemas.openxmlformats.org/officeDocument/2006/relationships/image" Target="../media/image40.png"/><Relationship Id="rId8" Type="http://schemas.openxmlformats.org/officeDocument/2006/relationships/image" Target="../media/image4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7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7.png"/><Relationship Id="rId14" Type="http://schemas.openxmlformats.org/officeDocument/2006/relationships/image" Target="../media/image87.png"/><Relationship Id="rId17" Type="http://schemas.openxmlformats.org/officeDocument/2006/relationships/image" Target="../media/image76.png"/><Relationship Id="rId16" Type="http://schemas.openxmlformats.org/officeDocument/2006/relationships/image" Target="../media/image7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