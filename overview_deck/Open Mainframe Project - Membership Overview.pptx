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1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3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46.png"/><Relationship Id="rId6" Type="http://schemas.openxmlformats.org/officeDocument/2006/relationships/image" Target="../media/image29.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0.png"/><Relationship Id="rId13" Type="http://schemas.openxmlformats.org/officeDocument/2006/relationships/image" Target="../media/image43.png"/><Relationship Id="rId12" Type="http://schemas.openxmlformats.org/officeDocument/2006/relationships/image" Target="../media/image56.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31.png"/><Relationship Id="rId9" Type="http://schemas.openxmlformats.org/officeDocument/2006/relationships/image" Target="../media/image41.png"/><Relationship Id="rId15" Type="http://schemas.openxmlformats.org/officeDocument/2006/relationships/image" Target="../media/image48.png"/><Relationship Id="rId14" Type="http://schemas.openxmlformats.org/officeDocument/2006/relationships/image" Target="../media/image44.png"/><Relationship Id="rId17" Type="http://schemas.openxmlformats.org/officeDocument/2006/relationships/image" Target="../media/image51.png"/><Relationship Id="rId16" Type="http://schemas.openxmlformats.org/officeDocument/2006/relationships/image" Target="../media/image47.png"/><Relationship Id="rId5" Type="http://schemas.openxmlformats.org/officeDocument/2006/relationships/image" Target="../media/image35.png"/><Relationship Id="rId6" Type="http://schemas.openxmlformats.org/officeDocument/2006/relationships/image" Target="../media/image37.png"/><Relationship Id="rId7" Type="http://schemas.openxmlformats.org/officeDocument/2006/relationships/image" Target="../media/image39.png"/><Relationship Id="rId8"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11" Type="http://schemas.openxmlformats.org/officeDocument/2006/relationships/image" Target="../media/image7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4.png"/><Relationship Id="rId17" Type="http://schemas.openxmlformats.org/officeDocument/2006/relationships/image" Target="../media/image81.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