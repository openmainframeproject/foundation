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4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4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3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4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4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4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56.png"/><Relationship Id="rId4" Type="http://schemas.openxmlformats.org/officeDocument/2006/relationships/image" Target="../media/image40.png"/><Relationship Id="rId5" Type="http://schemas.openxmlformats.org/officeDocument/2006/relationships/image" Target="../media/image46.png"/><Relationship Id="rId6" Type="http://schemas.openxmlformats.org/officeDocument/2006/relationships/image" Target="../media/image31.png"/><Relationship Id="rId7" Type="http://schemas.openxmlformats.org/officeDocument/2006/relationships/image" Target="../media/image30.png"/></Relationships>
</file>

<file path=ppt/slides/_rels/slide4.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image" Target="../media/image58.png"/><Relationship Id="rId13" Type="http://schemas.openxmlformats.org/officeDocument/2006/relationships/image" Target="../media/image47.png"/><Relationship Id="rId12" Type="http://schemas.openxmlformats.org/officeDocument/2006/relationships/image" Target="../media/image5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33.png"/><Relationship Id="rId9" Type="http://schemas.openxmlformats.org/officeDocument/2006/relationships/image" Target="../media/image37.png"/><Relationship Id="rId15" Type="http://schemas.openxmlformats.org/officeDocument/2006/relationships/image" Target="../media/image44.png"/><Relationship Id="rId14" Type="http://schemas.openxmlformats.org/officeDocument/2006/relationships/image" Target="../media/image45.png"/><Relationship Id="rId17" Type="http://schemas.openxmlformats.org/officeDocument/2006/relationships/image" Target="../media/image59.png"/><Relationship Id="rId16" Type="http://schemas.openxmlformats.org/officeDocument/2006/relationships/image" Target="../media/image51.png"/><Relationship Id="rId5" Type="http://schemas.openxmlformats.org/officeDocument/2006/relationships/image" Target="../media/image67.png"/><Relationship Id="rId6" Type="http://schemas.openxmlformats.org/officeDocument/2006/relationships/image" Target="../media/image43.png"/><Relationship Id="rId7" Type="http://schemas.openxmlformats.org/officeDocument/2006/relationships/image" Target="../media/image38.png"/><Relationship Id="rId8" Type="http://schemas.openxmlformats.org/officeDocument/2006/relationships/image" Target="../media/image3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8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6.png"/><Relationship Id="rId6" Type="http://schemas.openxmlformats.org/officeDocument/2006/relationships/image" Target="../media/image6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11" Type="http://schemas.openxmlformats.org/officeDocument/2006/relationships/image" Target="../media/image86.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72.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3.png"/><Relationship Id="rId14" Type="http://schemas.openxmlformats.org/officeDocument/2006/relationships/image" Target="../media/image80.png"/><Relationship Id="rId17" Type="http://schemas.openxmlformats.org/officeDocument/2006/relationships/image" Target="../media/image87.png"/><Relationship Id="rId16" Type="http://schemas.openxmlformats.org/officeDocument/2006/relationships/image" Target="../media/image62.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